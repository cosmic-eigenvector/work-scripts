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77" r:id="rId5"/>
    <p:sldMasterId id="2147483802" r:id="rId6"/>
  </p:sldMasterIdLst>
  <p:notesMasterIdLst>
    <p:notesMasterId r:id="rId34"/>
  </p:notesMasterIdLst>
  <p:handoutMasterIdLst>
    <p:handoutMasterId r:id="rId35"/>
  </p:handoutMasterIdLst>
  <p:sldIdLst>
    <p:sldId id="2147482118" r:id="rId7"/>
    <p:sldId id="2147482058" r:id="rId8"/>
    <p:sldId id="2147482064" r:id="rId9"/>
    <p:sldId id="2147482119" r:id="rId10"/>
    <p:sldId id="2147482120" r:id="rId11"/>
    <p:sldId id="2147482121" r:id="rId12"/>
    <p:sldId id="2147482060" r:id="rId13"/>
    <p:sldId id="2147482122" r:id="rId14"/>
    <p:sldId id="2147482123" r:id="rId15"/>
    <p:sldId id="2147482124" r:id="rId16"/>
    <p:sldId id="2147482125" r:id="rId17"/>
    <p:sldId id="2147482126" r:id="rId18"/>
    <p:sldId id="2147482127" r:id="rId19"/>
    <p:sldId id="2147482128" r:id="rId20"/>
    <p:sldId id="2147482129" r:id="rId21"/>
    <p:sldId id="2147482130" r:id="rId22"/>
    <p:sldId id="2147482131" r:id="rId23"/>
    <p:sldId id="2147482132" r:id="rId24"/>
    <p:sldId id="2147482133" r:id="rId25"/>
    <p:sldId id="2147482134" r:id="rId26"/>
    <p:sldId id="2147482135" r:id="rId27"/>
    <p:sldId id="2147482136" r:id="rId28"/>
    <p:sldId id="2147482137" r:id="rId29"/>
    <p:sldId id="2147482138" r:id="rId30"/>
    <p:sldId id="2147482139" r:id="rId31"/>
    <p:sldId id="2147482140" r:id="rId32"/>
    <p:sldId id="2147482141" r:id="rId33"/>
  </p:sldIdLst>
  <p:sldSz cx="12192000" cy="6858000"/>
  <p:notesSz cx="6805613" cy="9939338"/>
  <p:custDataLst>
    <p:tags r:id="rId3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4152">
          <p15:clr>
            <a:srgbClr val="A4A3A4"/>
          </p15:clr>
        </p15:guide>
        <p15:guide id="7" orient="horz" pos="4020" userDrawn="1">
          <p15:clr>
            <a:srgbClr val="A4A3A4"/>
          </p15:clr>
        </p15:guide>
        <p15:guide id="12" orient="horz" pos="2160" userDrawn="1">
          <p15:clr>
            <a:srgbClr val="A4A3A4"/>
          </p15:clr>
        </p15:guide>
        <p15:guide id="15" pos="3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D173A4-7D36-6628-055C-01AEB7A91FB3}" name="Mitchell, Alexia (KTMLP)" initials="MA(" userId="S::alexia.mitchell@kantar.com::c49c006f-6766-44ce-978c-7c365abb01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333333"/>
    <a:srgbClr val="E6304B"/>
    <a:srgbClr val="E7E7E7"/>
    <a:srgbClr val="C0C0C0"/>
    <a:srgbClr val="989898"/>
    <a:srgbClr val="717171"/>
    <a:srgbClr val="C8D405"/>
    <a:srgbClr val="00AE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 showGuides="1">
      <p:cViewPr varScale="1">
        <p:scale>
          <a:sx n="38" d="100"/>
          <a:sy n="38" d="100"/>
        </p:scale>
        <p:origin x="78" y="1614"/>
      </p:cViewPr>
      <p:guideLst>
        <p:guide orient="horz" pos="4152"/>
        <p:guide orient="horz" pos="4020"/>
        <p:guide orient="horz" pos="2160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2" d="100"/>
          <a:sy n="72" d="100"/>
        </p:scale>
        <p:origin x="3078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heme" Target="theme/theme1.xml"/><Relationship Id="rId21" Type="http://schemas.openxmlformats.org/officeDocument/2006/relationships/slide" Target="slides/slide15.xml"/><Relationship Id="rId34" Type="http://schemas.openxmlformats.org/officeDocument/2006/relationships/notesMaster" Target="notesMasters/notesMaster1.xml"/><Relationship Id="rId42" Type="http://schemas.microsoft.com/office/2018/10/relationships/authors" Target="author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ags" Target="tags/tag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Monrroy" userId="b98b761b-33af-413d-9fff-50a6768f6576" providerId="ADAL" clId="{264C3089-4FEB-405F-B1A9-333F8243611D}"/>
    <pc:docChg chg="undo custSel delSld modSld">
      <pc:chgData name="Fernando Monrroy" userId="b98b761b-33af-413d-9fff-50a6768f6576" providerId="ADAL" clId="{264C3089-4FEB-405F-B1A9-333F8243611D}" dt="2025-08-12T15:53:23.007" v="2592" actId="20577"/>
      <pc:docMkLst>
        <pc:docMk/>
      </pc:docMkLst>
      <pc:sldChg chg="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800259367" sldId="2147482058"/>
        </pc:sldMkLst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800259367" sldId="2147482058"/>
            <ac:spMk id="2" creationId="{686D868E-0B37-A56C-3F0E-978324561015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800259367" sldId="2147482058"/>
            <ac:spMk id="3" creationId="{F0CADAD1-BAB6-7DCD-66CF-73C36FB3517F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800259367" sldId="2147482058"/>
            <ac:spMk id="5" creationId="{BA445C0A-9F2B-A008-235F-FF4D25879955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800259367" sldId="2147482058"/>
            <ac:spMk id="6" creationId="{B0F60D18-FBE4-3731-E055-AD178FF4C307}"/>
          </ac:spMkLst>
        </pc:spChg>
      </pc:sldChg>
      <pc:sldChg chg="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672440427" sldId="2147482060"/>
        </pc:sldMkLst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672440427" sldId="2147482060"/>
            <ac:spMk id="2" creationId="{014D4717-9CB8-AC9B-5B96-D6B414600555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672440427" sldId="2147482060"/>
            <ac:spMk id="4" creationId="{86086F7B-C4C9-0BDB-AEFE-37963463AAFE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672440427" sldId="2147482060"/>
            <ac:spMk id="5" creationId="{3D075BF7-661F-614E-102F-FF6445DD5564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672440427" sldId="2147482060"/>
            <ac:spMk id="8" creationId="{A9E25486-9BFA-6F52-1B44-1D25350371AC}"/>
          </ac:spMkLst>
        </pc:spChg>
      </pc:sldChg>
      <pc:sldChg chg="modSp mod">
        <pc:chgData name="Fernando Monrroy" userId="b98b761b-33af-413d-9fff-50a6768f6576" providerId="ADAL" clId="{264C3089-4FEB-405F-B1A9-333F8243611D}" dt="2025-08-12T15:53:23.007" v="2592" actId="20577"/>
        <pc:sldMkLst>
          <pc:docMk/>
          <pc:sldMk cId="1507375839" sldId="2147482064"/>
        </pc:sldMkLst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1507375839" sldId="2147482064"/>
            <ac:spMk id="2" creationId="{535A4F9E-D694-F470-7136-D6E29ACC5B30}"/>
          </ac:spMkLst>
        </pc:spChg>
        <pc:spChg chg="mod">
          <ac:chgData name="Fernando Monrroy" userId="b98b761b-33af-413d-9fff-50a6768f6576" providerId="ADAL" clId="{264C3089-4FEB-405F-B1A9-333F8243611D}" dt="2025-08-12T15:53:23.007" v="2592" actId="20577"/>
          <ac:spMkLst>
            <pc:docMk/>
            <pc:sldMk cId="1507375839" sldId="2147482064"/>
            <ac:spMk id="3" creationId="{10D17512-4DA8-5316-E3F9-A41B3AB501C2}"/>
          </ac:spMkLst>
        </pc:spChg>
      </pc:sldChg>
      <pc:sldChg chg="modSp del mod">
        <pc:chgData name="Fernando Monrroy" userId="b98b761b-33af-413d-9fff-50a6768f6576" providerId="ADAL" clId="{264C3089-4FEB-405F-B1A9-333F8243611D}" dt="2025-08-11T16:36:29.356" v="2437" actId="47"/>
        <pc:sldMkLst>
          <pc:docMk/>
          <pc:sldMk cId="2394070033" sldId="2147482112"/>
        </pc:sldMkLst>
      </pc:sldChg>
      <pc:sldChg chg="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3503798241" sldId="2147482118"/>
        </pc:sldMkLst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503798241" sldId="2147482118"/>
            <ac:spMk id="4" creationId="{B74FD53B-3908-A49A-AFCA-B13A7C21D484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503798241" sldId="2147482118"/>
            <ac:spMk id="5" creationId="{0B5D1112-0D16-F8B1-1BC0-C3A70CB84539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503798241" sldId="2147482118"/>
            <ac:spMk id="6" creationId="{BA30FE8B-5E53-5ED7-12EE-7CEEAB5D2524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503798241" sldId="2147482118"/>
            <ac:spMk id="8" creationId="{6B8DB876-366E-12C0-073B-76B1B8832E57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503798241" sldId="2147482118"/>
            <ac:spMk id="15" creationId="{CAE963EC-0165-9AB9-15A6-29BA57CE0B3E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503798241" sldId="2147482118"/>
            <ac:spMk id="16" creationId="{41DFF0AD-BD7E-122C-5472-FC8E9690FC1A}"/>
          </ac:spMkLst>
        </pc:spChg>
      </pc:sldChg>
      <pc:sldChg chg="addSp delSp 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3319406193" sldId="2147482119"/>
        </pc:sldMkLst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2" creationId="{8E5AE5F8-8E77-F8D2-2307-B5FBA3446BF6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3" creationId="{88C38183-5FB4-86F6-DC0E-72D5AFFAC108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4" creationId="{7F7355D0-FAB2-3B4A-8718-225A16D33E3A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5" creationId="{DC69AFAF-E89C-517E-B08C-20ECC2B5D84B}"/>
          </ac:spMkLst>
        </pc:spChg>
        <pc:spChg chg="mod">
          <ac:chgData name="Fernando Monrroy" userId="b98b761b-33af-413d-9fff-50a6768f6576" providerId="ADAL" clId="{264C3089-4FEB-405F-B1A9-333F8243611D}" dt="2025-08-11T16:03:11.294" v="757" actId="20577"/>
          <ac:spMkLst>
            <pc:docMk/>
            <pc:sldMk cId="3319406193" sldId="2147482119"/>
            <ac:spMk id="8" creationId="{3DA3081C-EC66-7255-35F4-F851F38FBA39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9" creationId="{59A12D96-60D5-12C0-BF1C-36F6800FAED0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10" creationId="{D6A8EAC7-3E09-53B5-58A2-B77FF21CA2C9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23" creationId="{C1CC94DB-C81E-9E36-64C0-25D78B2547D4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25" creationId="{79FD216B-070B-4856-D062-2D13CC8A6DCB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28" creationId="{AF3D8430-30F6-AEE9-2535-CB64508F9BEF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319406193" sldId="2147482119"/>
            <ac:spMk id="30" creationId="{DC4593D8-19DA-AF5F-0913-4585E4B5784A}"/>
          </ac:spMkLst>
        </pc:spChg>
      </pc:sldChg>
      <pc:sldChg chg="addSp delSp modSp mod">
        <pc:chgData name="Fernando Monrroy" userId="b98b761b-33af-413d-9fff-50a6768f6576" providerId="ADAL" clId="{264C3089-4FEB-405F-B1A9-333F8243611D}" dt="2025-08-12T15:01:58.606" v="2591" actId="20577"/>
        <pc:sldMkLst>
          <pc:docMk/>
          <pc:sldMk cId="3932684776" sldId="2147482120"/>
        </pc:sldMkLst>
        <pc:spChg chg="mod">
          <ac:chgData name="Fernando Monrroy" userId="b98b761b-33af-413d-9fff-50a6768f6576" providerId="ADAL" clId="{264C3089-4FEB-405F-B1A9-333F8243611D}" dt="2025-08-11T16:05:25.925" v="1138" actId="20577"/>
          <ac:spMkLst>
            <pc:docMk/>
            <pc:sldMk cId="3932684776" sldId="2147482120"/>
            <ac:spMk id="2" creationId="{7F81C025-D177-1BE4-0AE0-314D31FE7C71}"/>
          </ac:spMkLst>
        </pc:spChg>
        <pc:spChg chg="mod">
          <ac:chgData name="Fernando Monrroy" userId="b98b761b-33af-413d-9fff-50a6768f6576" providerId="ADAL" clId="{264C3089-4FEB-405F-B1A9-333F8243611D}" dt="2025-08-11T16:05:36.467" v="1187" actId="20577"/>
          <ac:spMkLst>
            <pc:docMk/>
            <pc:sldMk cId="3932684776" sldId="2147482120"/>
            <ac:spMk id="165" creationId="{85BC1789-0180-5FF9-F1CF-A82AEA60A0FE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166" creationId="{6D19759C-B251-A141-C334-C96C382BB2A6}"/>
          </ac:spMkLst>
        </pc:spChg>
        <pc:spChg chg="mod">
          <ac:chgData name="Fernando Monrroy" userId="b98b761b-33af-413d-9fff-50a6768f6576" providerId="ADAL" clId="{264C3089-4FEB-405F-B1A9-333F8243611D}" dt="2025-08-12T14:41:03.702" v="2481" actId="20577"/>
          <ac:spMkLst>
            <pc:docMk/>
            <pc:sldMk cId="3932684776" sldId="2147482120"/>
            <ac:spMk id="167" creationId="{B7215349-1B07-6AEF-F6D9-32FC66A72D64}"/>
          </ac:spMkLst>
        </pc:spChg>
        <pc:spChg chg="mod">
          <ac:chgData name="Fernando Monrroy" userId="b98b761b-33af-413d-9fff-50a6768f6576" providerId="ADAL" clId="{264C3089-4FEB-405F-B1A9-333F8243611D}" dt="2025-08-12T14:41:08.831" v="2495" actId="20577"/>
          <ac:spMkLst>
            <pc:docMk/>
            <pc:sldMk cId="3932684776" sldId="2147482120"/>
            <ac:spMk id="168" creationId="{FEDAED1A-4636-AA8B-AEA9-5B26C505DEAD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169" creationId="{EB30EC48-85A9-6249-538A-69C40A4A8AA5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177" creationId="{02ABBF59-FDAA-5798-4706-C22CF989D998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178" creationId="{FE5F77A5-71E2-D2C2-1BAE-BD954B43D3BC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184" creationId="{46EE89CF-6FE3-E408-BDD9-59B36E1EF034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193" creationId="{0581B8A5-6F62-ECFC-6EBF-51EED6398D33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194" creationId="{9F22A0BC-297F-4320-1444-46A1A6B7837B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195" creationId="{BD34CE1F-F126-4B63-1D75-2600E0DB6390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201" creationId="{4E9ED5EC-CE50-F9F9-88BF-51CEC0EBEC54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932684776" sldId="2147482120"/>
            <ac:spMk id="204" creationId="{6051D5E0-6D03-B454-CF61-A5D2D345372A}"/>
          </ac:spMkLst>
        </pc:spChg>
        <pc:spChg chg="mod">
          <ac:chgData name="Fernando Monrroy" userId="b98b761b-33af-413d-9fff-50a6768f6576" providerId="ADAL" clId="{264C3089-4FEB-405F-B1A9-333F8243611D}" dt="2025-08-12T15:01:58.606" v="2591" actId="20577"/>
          <ac:spMkLst>
            <pc:docMk/>
            <pc:sldMk cId="3932684776" sldId="2147482120"/>
            <ac:spMk id="220" creationId="{8CF0A0FA-E2FB-F412-7D37-E627CFF13CE0}"/>
          </ac:spMkLst>
        </pc:spChg>
        <pc:graphicFrameChg chg="add mod">
          <ac:chgData name="Fernando Monrroy" userId="b98b761b-33af-413d-9fff-50a6768f6576" providerId="ADAL" clId="{264C3089-4FEB-405F-B1A9-333F8243611D}" dt="2025-08-12T14:47:38.157" v="2496"/>
          <ac:graphicFrameMkLst>
            <pc:docMk/>
            <pc:sldMk cId="3932684776" sldId="2147482120"/>
            <ac:graphicFrameMk id="3" creationId="{31B11D2D-C226-716A-744D-72D075AE3452}"/>
          </ac:graphicFrameMkLst>
        </pc:graphicFrameChg>
        <pc:graphicFrameChg chg="add mod">
          <ac:chgData name="Fernando Monrroy" userId="b98b761b-33af-413d-9fff-50a6768f6576" providerId="ADAL" clId="{264C3089-4FEB-405F-B1A9-333F8243611D}" dt="2025-08-12T14:47:38.157" v="2496"/>
          <ac:graphicFrameMkLst>
            <pc:docMk/>
            <pc:sldMk cId="3932684776" sldId="2147482120"/>
            <ac:graphicFrameMk id="6" creationId="{D7D1EB7F-CD5D-E018-BA4D-3B19910CB262}"/>
          </ac:graphicFrameMkLst>
        </pc:graphicFrameChg>
        <pc:graphicFrameChg chg="add mod">
          <ac:chgData name="Fernando Monrroy" userId="b98b761b-33af-413d-9fff-50a6768f6576" providerId="ADAL" clId="{264C3089-4FEB-405F-B1A9-333F8243611D}" dt="2025-08-12T14:55:11.736" v="2555" actId="692"/>
          <ac:graphicFrameMkLst>
            <pc:docMk/>
            <pc:sldMk cId="3932684776" sldId="2147482120"/>
            <ac:graphicFrameMk id="7" creationId="{8F5662D2-8476-DB21-D152-1968B4EA58C7}"/>
          </ac:graphicFrameMkLst>
        </pc:graphicFrameChg>
        <pc:graphicFrameChg chg="mod">
          <ac:chgData name="Fernando Monrroy" userId="b98b761b-33af-413d-9fff-50a6768f6576" providerId="ADAL" clId="{264C3089-4FEB-405F-B1A9-333F8243611D}" dt="2025-08-12T14:53:47.795" v="2534" actId="14100"/>
          <ac:graphicFrameMkLst>
            <pc:docMk/>
            <pc:sldMk cId="3932684776" sldId="2147482120"/>
            <ac:graphicFrameMk id="216" creationId="{21DFB0B2-3209-FB09-21BB-1656F7FD7874}"/>
          </ac:graphicFrameMkLst>
        </pc:graphicFrameChg>
        <pc:picChg chg="add mod">
          <ac:chgData name="Fernando Monrroy" userId="b98b761b-33af-413d-9fff-50a6768f6576" providerId="ADAL" clId="{264C3089-4FEB-405F-B1A9-333F8243611D}" dt="2025-08-12T14:59:09.549" v="2558"/>
          <ac:picMkLst>
            <pc:docMk/>
            <pc:sldMk cId="3932684776" sldId="2147482120"/>
            <ac:picMk id="8" creationId="{8CA60DFB-4C74-E938-F717-B6355AFECDB6}"/>
          </ac:picMkLst>
        </pc:picChg>
      </pc:sldChg>
      <pc:sldChg chg="modSp mod">
        <pc:chgData name="Fernando Monrroy" userId="b98b761b-33af-413d-9fff-50a6768f6576" providerId="ADAL" clId="{264C3089-4FEB-405F-B1A9-333F8243611D}" dt="2025-08-11T16:16:57.099" v="2434" actId="20577"/>
        <pc:sldMkLst>
          <pc:docMk/>
          <pc:sldMk cId="3106810788" sldId="2147482121"/>
        </pc:sldMkLst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106810788" sldId="2147482121"/>
            <ac:spMk id="2" creationId="{00095476-A436-E981-338D-AB9EDAC5F4AB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106810788" sldId="2147482121"/>
            <ac:spMk id="3" creationId="{57EA2BC3-5D48-12CC-AAF1-F230BBD0E5C7}"/>
          </ac:spMkLst>
        </pc:spChg>
        <pc:spChg chg="mod">
          <ac:chgData name="Fernando Monrroy" userId="b98b761b-33af-413d-9fff-50a6768f6576" providerId="ADAL" clId="{264C3089-4FEB-405F-B1A9-333F8243611D}" dt="2025-08-11T16:16:57.099" v="2434" actId="20577"/>
          <ac:spMkLst>
            <pc:docMk/>
            <pc:sldMk cId="3106810788" sldId="2147482121"/>
            <ac:spMk id="4" creationId="{DF0072D7-216C-EE68-C559-DD3F77D1B56C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106810788" sldId="2147482121"/>
            <ac:spMk id="5" creationId="{740C2AB2-BF72-C000-EFCF-1BBAF0E10698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106810788" sldId="2147482121"/>
            <ac:spMk id="12" creationId="{7EAFD483-F2C9-3CEF-9339-7E7CE18F33DD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106810788" sldId="2147482121"/>
            <ac:spMk id="14" creationId="{3DAC2398-29C1-A8F4-56B7-03C3CFFEB267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106810788" sldId="2147482121"/>
            <ac:spMk id="19" creationId="{0E003B78-FB13-3508-301A-2F6E57BAE478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106810788" sldId="2147482121"/>
            <ac:spMk id="20" creationId="{DC78CBF6-F836-E1E6-2BCE-DBAEB6AFABBC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106810788" sldId="2147482121"/>
            <ac:spMk id="22" creationId="{51BC4D1A-F60A-CC2B-2D3C-E48CDA522E1A}"/>
          </ac:spMkLst>
        </pc:spChg>
        <pc:spChg chg="mod">
          <ac:chgData name="Fernando Monrroy" userId="b98b761b-33af-413d-9fff-50a6768f6576" providerId="ADAL" clId="{264C3089-4FEB-405F-B1A9-333F8243611D}" dt="2025-08-11T16:13:41.053" v="2322" actId="790"/>
          <ac:spMkLst>
            <pc:docMk/>
            <pc:sldMk cId="3106810788" sldId="2147482121"/>
            <ac:spMk id="23" creationId="{0F664BC3-9227-B40E-B7A0-B7991C5AC55D}"/>
          </ac:spMkLst>
        </pc:spChg>
        <pc:graphicFrameChg chg="mod modGraphic">
          <ac:chgData name="Fernando Monrroy" userId="b98b761b-33af-413d-9fff-50a6768f6576" providerId="ADAL" clId="{264C3089-4FEB-405F-B1A9-333F8243611D}" dt="2025-08-11T16:12:24.575" v="2202"/>
          <ac:graphicFrameMkLst>
            <pc:docMk/>
            <pc:sldMk cId="3106810788" sldId="2147482121"/>
            <ac:graphicFrameMk id="49" creationId="{78BBA6D8-5321-8691-3195-EB6993CCDAD7}"/>
          </ac:graphicFrameMkLst>
        </pc:graphicFrameChg>
      </pc:sldChg>
    </pc:docChg>
  </pc:docChgLst>
  <pc:docChgLst>
    <pc:chgData name="Fernando Monrroy" userId="b98b761b-33af-413d-9fff-50a6768f6576" providerId="ADAL" clId="{4BA41B75-252F-48C7-8B97-CC496C6C69D1}"/>
    <pc:docChg chg="addSld modSld">
      <pc:chgData name="Fernando Monrroy" userId="b98b761b-33af-413d-9fff-50a6768f6576" providerId="ADAL" clId="{4BA41B75-252F-48C7-8B97-CC496C6C69D1}" dt="2025-08-08T20:20:28.901" v="32" actId="20577"/>
      <pc:docMkLst>
        <pc:docMk/>
      </pc:docMkLst>
      <pc:sldChg chg="modSp new mod">
        <pc:chgData name="Fernando Monrroy" userId="b98b761b-33af-413d-9fff-50a6768f6576" providerId="ADAL" clId="{4BA41B75-252F-48C7-8B97-CC496C6C69D1}" dt="2025-08-08T20:20:28.901" v="32" actId="20577"/>
        <pc:sldMkLst>
          <pc:docMk/>
          <pc:sldMk cId="506406976" sldId="256"/>
        </pc:sldMkLst>
      </pc:sldChg>
    </pc:docChg>
  </pc:docChgLst>
  <pc:docChgLst>
    <pc:chgData name="Fernando Monrroy" userId="b98b761b-33af-413d-9fff-50a6768f6576" providerId="ADAL" clId="{B838F824-AFE3-4109-9EDE-E62B414B9900}"/>
    <pc:docChg chg="undo redo custSel addSld delSld modSld modMainMaster">
      <pc:chgData name="Fernando Monrroy" userId="b98b761b-33af-413d-9fff-50a6768f6576" providerId="ADAL" clId="{B838F824-AFE3-4109-9EDE-E62B414B9900}" dt="2025-08-11T15:44:28.554" v="2181" actId="27614"/>
      <pc:docMkLst>
        <pc:docMk/>
      </pc:docMkLst>
      <pc:sldChg chg="addSp delSp modSp add del">
        <pc:chgData name="Fernando Monrroy" userId="b98b761b-33af-413d-9fff-50a6768f6576" providerId="ADAL" clId="{B838F824-AFE3-4109-9EDE-E62B414B9900}" dt="2025-08-08T20:44:07.241" v="44" actId="47"/>
        <pc:sldMkLst>
          <pc:docMk/>
          <pc:sldMk cId="0" sldId="256"/>
        </pc:sldMkLst>
      </pc:sldChg>
      <pc:sldChg chg="del">
        <pc:chgData name="Fernando Monrroy" userId="b98b761b-33af-413d-9fff-50a6768f6576" providerId="ADAL" clId="{B838F824-AFE3-4109-9EDE-E62B414B9900}" dt="2025-08-08T20:41:46.535" v="0" actId="47"/>
        <pc:sldMkLst>
          <pc:docMk/>
          <pc:sldMk cId="506406976" sldId="256"/>
        </pc:sldMkLst>
      </pc:sldChg>
      <pc:sldChg chg="add del">
        <pc:chgData name="Fernando Monrroy" userId="b98b761b-33af-413d-9fff-50a6768f6576" providerId="ADAL" clId="{B838F824-AFE3-4109-9EDE-E62B414B9900}" dt="2025-08-11T15:03:52.756" v="874" actId="47"/>
        <pc:sldMkLst>
          <pc:docMk/>
          <pc:sldMk cId="311283436" sldId="2147482010"/>
        </pc:sldMkLst>
      </pc:sldChg>
      <pc:sldChg chg="delSp modSp add del mod">
        <pc:chgData name="Fernando Monrroy" userId="b98b761b-33af-413d-9fff-50a6768f6576" providerId="ADAL" clId="{B838F824-AFE3-4109-9EDE-E62B414B9900}" dt="2025-08-11T15:16:23.825" v="1159" actId="47"/>
        <pc:sldMkLst>
          <pc:docMk/>
          <pc:sldMk cId="2645800833" sldId="2147482012"/>
        </pc:sldMkLst>
      </pc:sldChg>
      <pc:sldChg chg="addSp delSp modSp add mod">
        <pc:chgData name="Fernando Monrroy" userId="b98b761b-33af-413d-9fff-50a6768f6576" providerId="ADAL" clId="{B838F824-AFE3-4109-9EDE-E62B414B9900}" dt="2025-08-11T15:44:28.554" v="2181" actId="27614"/>
        <pc:sldMkLst>
          <pc:docMk/>
          <pc:sldMk cId="800259367" sldId="2147482058"/>
        </pc:sldMkLst>
        <pc:spChg chg="mod">
          <ac:chgData name="Fernando Monrroy" userId="b98b761b-33af-413d-9fff-50a6768f6576" providerId="ADAL" clId="{B838F824-AFE3-4109-9EDE-E62B414B9900}" dt="2025-08-08T20:44:26.020" v="62" actId="20577"/>
          <ac:spMkLst>
            <pc:docMk/>
            <pc:sldMk cId="800259367" sldId="2147482058"/>
            <ac:spMk id="3" creationId="{F0CADAD1-BAB6-7DCD-66CF-73C36FB3517F}"/>
          </ac:spMkLst>
        </pc:spChg>
        <pc:picChg chg="add mod">
          <ac:chgData name="Fernando Monrroy" userId="b98b761b-33af-413d-9fff-50a6768f6576" providerId="ADAL" clId="{B838F824-AFE3-4109-9EDE-E62B414B9900}" dt="2025-08-11T15:44:28.554" v="2181" actId="27614"/>
          <ac:picMkLst>
            <pc:docMk/>
            <pc:sldMk cId="800259367" sldId="2147482058"/>
            <ac:picMk id="8" creationId="{58DCCC24-8332-B4B6-B235-23DFC9A41303}"/>
          </ac:picMkLst>
        </pc:picChg>
      </pc:sldChg>
      <pc:sldChg chg="modSp add mod">
        <pc:chgData name="Fernando Monrroy" userId="b98b761b-33af-413d-9fff-50a6768f6576" providerId="ADAL" clId="{B838F824-AFE3-4109-9EDE-E62B414B9900}" dt="2025-08-08T20:50:41.319" v="252" actId="20577"/>
        <pc:sldMkLst>
          <pc:docMk/>
          <pc:sldMk cId="672440427" sldId="2147482060"/>
        </pc:sldMkLst>
        <pc:spChg chg="mod">
          <ac:chgData name="Fernando Monrroy" userId="b98b761b-33af-413d-9fff-50a6768f6576" providerId="ADAL" clId="{B838F824-AFE3-4109-9EDE-E62B414B9900}" dt="2025-08-08T20:50:41.319" v="252" actId="20577"/>
          <ac:spMkLst>
            <pc:docMk/>
            <pc:sldMk cId="672440427" sldId="2147482060"/>
            <ac:spMk id="4" creationId="{86086F7B-C4C9-0BDB-AEFE-37963463AAFE}"/>
          </ac:spMkLst>
        </pc:spChg>
      </pc:sldChg>
      <pc:sldChg chg="modSp add mod">
        <pc:chgData name="Fernando Monrroy" userId="b98b761b-33af-413d-9fff-50a6768f6576" providerId="ADAL" clId="{B838F824-AFE3-4109-9EDE-E62B414B9900}" dt="2025-08-11T14:51:49.750" v="255" actId="20577"/>
        <pc:sldMkLst>
          <pc:docMk/>
          <pc:sldMk cId="1507375839" sldId="2147482064"/>
        </pc:sldMkLst>
        <pc:spChg chg="mod">
          <ac:chgData name="Fernando Monrroy" userId="b98b761b-33af-413d-9fff-50a6768f6576" providerId="ADAL" clId="{B838F824-AFE3-4109-9EDE-E62B414B9900}" dt="2025-08-11T14:51:49.750" v="255" actId="20577"/>
          <ac:spMkLst>
            <pc:docMk/>
            <pc:sldMk cId="1507375839" sldId="2147482064"/>
            <ac:spMk id="3" creationId="{10D17512-4DA8-5316-E3F9-A41B3AB501C2}"/>
          </ac:spMkLst>
        </pc:spChg>
      </pc:sldChg>
      <pc:sldChg chg="add del">
        <pc:chgData name="Fernando Monrroy" userId="b98b761b-33af-413d-9fff-50a6768f6576" providerId="ADAL" clId="{B838F824-AFE3-4109-9EDE-E62B414B9900}" dt="2025-08-11T15:39:29.291" v="1957" actId="47"/>
        <pc:sldMkLst>
          <pc:docMk/>
          <pc:sldMk cId="1814982317" sldId="2147482067"/>
        </pc:sldMkLst>
      </pc:sldChg>
      <pc:sldChg chg="add del">
        <pc:chgData name="Fernando Monrroy" userId="b98b761b-33af-413d-9fff-50a6768f6576" providerId="ADAL" clId="{B838F824-AFE3-4109-9EDE-E62B414B9900}" dt="2025-08-08T20:47:09.846" v="63" actId="47"/>
        <pc:sldMkLst>
          <pc:docMk/>
          <pc:sldMk cId="26550116" sldId="2147482068"/>
        </pc:sldMkLst>
      </pc:sldChg>
      <pc:sldChg chg="modSp add del mod">
        <pc:chgData name="Fernando Monrroy" userId="b98b761b-33af-413d-9fff-50a6768f6576" providerId="ADAL" clId="{B838F824-AFE3-4109-9EDE-E62B414B9900}" dt="2025-08-11T15:39:40.364" v="1959" actId="47"/>
        <pc:sldMkLst>
          <pc:docMk/>
          <pc:sldMk cId="2394070033" sldId="2147482112"/>
        </pc:sldMkLst>
      </pc:sldChg>
      <pc:sldChg chg="add del">
        <pc:chgData name="Fernando Monrroy" userId="b98b761b-33af-413d-9fff-50a6768f6576" providerId="ADAL" clId="{B838F824-AFE3-4109-9EDE-E62B414B9900}" dt="2025-08-08T20:50:53.798" v="253" actId="47"/>
        <pc:sldMkLst>
          <pc:docMk/>
          <pc:sldMk cId="2340340285" sldId="2147482116"/>
        </pc:sldMkLst>
      </pc:sldChg>
      <pc:sldChg chg="new del">
        <pc:chgData name="Fernando Monrroy" userId="b98b761b-33af-413d-9fff-50a6768f6576" providerId="ADAL" clId="{B838F824-AFE3-4109-9EDE-E62B414B9900}" dt="2025-08-08T20:44:08.299" v="45" actId="47"/>
        <pc:sldMkLst>
          <pc:docMk/>
          <pc:sldMk cId="3965369773" sldId="2147482117"/>
        </pc:sldMkLst>
      </pc:sldChg>
      <pc:sldChg chg="addSp delSp modSp new mod">
        <pc:chgData name="Fernando Monrroy" userId="b98b761b-33af-413d-9fff-50a6768f6576" providerId="ADAL" clId="{B838F824-AFE3-4109-9EDE-E62B414B9900}" dt="2025-08-11T15:43:29.310" v="2179"/>
        <pc:sldMkLst>
          <pc:docMk/>
          <pc:sldMk cId="3503798241" sldId="2147482118"/>
        </pc:sldMkLst>
        <pc:spChg chg="mod">
          <ac:chgData name="Fernando Monrroy" userId="b98b761b-33af-413d-9fff-50a6768f6576" providerId="ADAL" clId="{B838F824-AFE3-4109-9EDE-E62B414B9900}" dt="2025-08-11T15:43:29.310" v="2176"/>
          <ac:spMkLst>
            <pc:docMk/>
            <pc:sldMk cId="3503798241" sldId="2147482118"/>
            <ac:spMk id="4" creationId="{B74FD53B-3908-A49A-AFCA-B13A7C21D484}"/>
          </ac:spMkLst>
        </pc:spChg>
        <pc:spChg chg="mod">
          <ac:chgData name="Fernando Monrroy" userId="b98b761b-33af-413d-9fff-50a6768f6576" providerId="ADAL" clId="{B838F824-AFE3-4109-9EDE-E62B414B9900}" dt="2025-08-11T15:43:29.310" v="2177"/>
          <ac:spMkLst>
            <pc:docMk/>
            <pc:sldMk cId="3503798241" sldId="2147482118"/>
            <ac:spMk id="5" creationId="{0B5D1112-0D16-F8B1-1BC0-C3A70CB84539}"/>
          </ac:spMkLst>
        </pc:spChg>
        <pc:spChg chg="mod">
          <ac:chgData name="Fernando Monrroy" userId="b98b761b-33af-413d-9fff-50a6768f6576" providerId="ADAL" clId="{B838F824-AFE3-4109-9EDE-E62B414B9900}" dt="2025-08-11T15:43:29.310" v="2178"/>
          <ac:spMkLst>
            <pc:docMk/>
            <pc:sldMk cId="3503798241" sldId="2147482118"/>
            <ac:spMk id="6" creationId="{BA30FE8B-5E53-5ED7-12EE-7CEEAB5D2524}"/>
          </ac:spMkLst>
        </pc:spChg>
        <pc:spChg chg="mod">
          <ac:chgData name="Fernando Monrroy" userId="b98b761b-33af-413d-9fff-50a6768f6576" providerId="ADAL" clId="{B838F824-AFE3-4109-9EDE-E62B414B9900}" dt="2025-08-11T15:43:29.310" v="2179"/>
          <ac:spMkLst>
            <pc:docMk/>
            <pc:sldMk cId="3503798241" sldId="2147482118"/>
            <ac:spMk id="8" creationId="{6B8DB876-366E-12C0-073B-76B1B8832E57}"/>
          </ac:spMkLst>
        </pc:spChg>
        <pc:spChg chg="add mod">
          <ac:chgData name="Fernando Monrroy" userId="b98b761b-33af-413d-9fff-50a6768f6576" providerId="ADAL" clId="{B838F824-AFE3-4109-9EDE-E62B414B9900}" dt="2025-08-11T15:43:29.290" v="2072"/>
          <ac:spMkLst>
            <pc:docMk/>
            <pc:sldMk cId="3503798241" sldId="2147482118"/>
            <ac:spMk id="15" creationId="{CAE963EC-0165-9AB9-15A6-29BA57CE0B3E}"/>
          </ac:spMkLst>
        </pc:spChg>
        <pc:spChg chg="add mod">
          <ac:chgData name="Fernando Monrroy" userId="b98b761b-33af-413d-9fff-50a6768f6576" providerId="ADAL" clId="{B838F824-AFE3-4109-9EDE-E62B414B9900}" dt="2025-08-11T15:43:29.290" v="2072"/>
          <ac:spMkLst>
            <pc:docMk/>
            <pc:sldMk cId="3503798241" sldId="2147482118"/>
            <ac:spMk id="16" creationId="{41DFF0AD-BD7E-122C-5472-FC8E9690FC1A}"/>
          </ac:spMkLst>
        </pc:spChg>
        <pc:picChg chg="add mod">
          <ac:chgData name="Fernando Monrroy" userId="b98b761b-33af-413d-9fff-50a6768f6576" providerId="ADAL" clId="{B838F824-AFE3-4109-9EDE-E62B414B9900}" dt="2025-08-11T15:43:29.310" v="2175"/>
          <ac:picMkLst>
            <pc:docMk/>
            <pc:sldMk cId="3503798241" sldId="2147482118"/>
            <ac:picMk id="10" creationId="{F1CD888E-8280-12F7-D8D8-1CF8D2C045C4}"/>
          </ac:picMkLst>
        </pc:picChg>
      </pc:sldChg>
      <pc:sldChg chg="addSp delSp modSp new mod">
        <pc:chgData name="Fernando Monrroy" userId="b98b761b-33af-413d-9fff-50a6768f6576" providerId="ADAL" clId="{B838F824-AFE3-4109-9EDE-E62B414B9900}" dt="2025-08-11T15:03:42.089" v="873" actId="1076"/>
        <pc:sldMkLst>
          <pc:docMk/>
          <pc:sldMk cId="3319406193" sldId="2147482119"/>
        </pc:sldMkLst>
        <pc:spChg chg="mod">
          <ac:chgData name="Fernando Monrroy" userId="b98b761b-33af-413d-9fff-50a6768f6576" providerId="ADAL" clId="{B838F824-AFE3-4109-9EDE-E62B414B9900}" dt="2025-08-11T14:52:21.019" v="266" actId="20577"/>
          <ac:spMkLst>
            <pc:docMk/>
            <pc:sldMk cId="3319406193" sldId="2147482119"/>
            <ac:spMk id="2" creationId="{8E5AE5F8-8E77-F8D2-2307-B5FBA3446BF6}"/>
          </ac:spMkLst>
        </pc:spChg>
        <pc:spChg chg="mod">
          <ac:chgData name="Fernando Monrroy" userId="b98b761b-33af-413d-9fff-50a6768f6576" providerId="ADAL" clId="{B838F824-AFE3-4109-9EDE-E62B414B9900}" dt="2025-08-11T14:53:14.320" v="347" actId="20577"/>
          <ac:spMkLst>
            <pc:docMk/>
            <pc:sldMk cId="3319406193" sldId="2147482119"/>
            <ac:spMk id="3" creationId="{88C38183-5FB4-86F6-DC0E-72D5AFFAC108}"/>
          </ac:spMkLst>
        </pc:spChg>
        <pc:spChg chg="mod">
          <ac:chgData name="Fernando Monrroy" userId="b98b761b-33af-413d-9fff-50a6768f6576" providerId="ADAL" clId="{B838F824-AFE3-4109-9EDE-E62B414B9900}" dt="2025-08-11T15:02:43.853" v="861" actId="14100"/>
          <ac:spMkLst>
            <pc:docMk/>
            <pc:sldMk cId="3319406193" sldId="2147482119"/>
            <ac:spMk id="4" creationId="{7F7355D0-FAB2-3B4A-8718-225A16D33E3A}"/>
          </ac:spMkLst>
        </pc:spChg>
        <pc:spChg chg="mod topLvl">
          <ac:chgData name="Fernando Monrroy" userId="b98b761b-33af-413d-9fff-50a6768f6576" providerId="ADAL" clId="{B838F824-AFE3-4109-9EDE-E62B414B9900}" dt="2025-08-11T15:03:19.491" v="868" actId="164"/>
          <ac:spMkLst>
            <pc:docMk/>
            <pc:sldMk cId="3319406193" sldId="2147482119"/>
            <ac:spMk id="8" creationId="{3DA3081C-EC66-7255-35F4-F851F38FBA39}"/>
          </ac:spMkLst>
        </pc:spChg>
        <pc:spChg chg="mod topLvl">
          <ac:chgData name="Fernando Monrroy" userId="b98b761b-33af-413d-9fff-50a6768f6576" providerId="ADAL" clId="{B838F824-AFE3-4109-9EDE-E62B414B9900}" dt="2025-08-11T15:03:19.491" v="868" actId="164"/>
          <ac:spMkLst>
            <pc:docMk/>
            <pc:sldMk cId="3319406193" sldId="2147482119"/>
            <ac:spMk id="9" creationId="{59A12D96-60D5-12C0-BF1C-36F6800FAED0}"/>
          </ac:spMkLst>
        </pc:spChg>
        <pc:spChg chg="mod topLvl">
          <ac:chgData name="Fernando Monrroy" userId="b98b761b-33af-413d-9fff-50a6768f6576" providerId="ADAL" clId="{B838F824-AFE3-4109-9EDE-E62B414B9900}" dt="2025-08-11T15:03:19.491" v="868" actId="164"/>
          <ac:spMkLst>
            <pc:docMk/>
            <pc:sldMk cId="3319406193" sldId="2147482119"/>
            <ac:spMk id="10" creationId="{D6A8EAC7-3E09-53B5-58A2-B77FF21CA2C9}"/>
          </ac:spMkLst>
        </pc:spChg>
        <pc:spChg chg="mod topLvl">
          <ac:chgData name="Fernando Monrroy" userId="b98b761b-33af-413d-9fff-50a6768f6576" providerId="ADAL" clId="{B838F824-AFE3-4109-9EDE-E62B414B9900}" dt="2025-08-11T15:03:18.342" v="867" actId="164"/>
          <ac:spMkLst>
            <pc:docMk/>
            <pc:sldMk cId="3319406193" sldId="2147482119"/>
            <ac:spMk id="23" creationId="{C1CC94DB-C81E-9E36-64C0-25D78B2547D4}"/>
          </ac:spMkLst>
        </pc:spChg>
        <pc:spChg chg="mod topLvl">
          <ac:chgData name="Fernando Monrroy" userId="b98b761b-33af-413d-9fff-50a6768f6576" providerId="ADAL" clId="{B838F824-AFE3-4109-9EDE-E62B414B9900}" dt="2025-08-11T15:03:18.342" v="867" actId="164"/>
          <ac:spMkLst>
            <pc:docMk/>
            <pc:sldMk cId="3319406193" sldId="2147482119"/>
            <ac:spMk id="24" creationId="{48A207F8-E305-0833-689E-04C3FCDDA418}"/>
          </ac:spMkLst>
        </pc:spChg>
        <pc:spChg chg="mod topLvl">
          <ac:chgData name="Fernando Monrroy" userId="b98b761b-33af-413d-9fff-50a6768f6576" providerId="ADAL" clId="{B838F824-AFE3-4109-9EDE-E62B414B9900}" dt="2025-08-11T15:03:18.342" v="867" actId="164"/>
          <ac:spMkLst>
            <pc:docMk/>
            <pc:sldMk cId="3319406193" sldId="2147482119"/>
            <ac:spMk id="25" creationId="{79FD216B-070B-4856-D062-2D13CC8A6DCB}"/>
          </ac:spMkLst>
        </pc:spChg>
        <pc:spChg chg="add mod">
          <ac:chgData name="Fernando Monrroy" userId="b98b761b-33af-413d-9fff-50a6768f6576" providerId="ADAL" clId="{B838F824-AFE3-4109-9EDE-E62B414B9900}" dt="2025-08-11T15:03:19.491" v="868" actId="164"/>
          <ac:spMkLst>
            <pc:docMk/>
            <pc:sldMk cId="3319406193" sldId="2147482119"/>
            <ac:spMk id="28" creationId="{AF3D8430-30F6-AEE9-2535-CB64508F9BEF}"/>
          </ac:spMkLst>
        </pc:spChg>
        <pc:spChg chg="add mod">
          <ac:chgData name="Fernando Monrroy" userId="b98b761b-33af-413d-9fff-50a6768f6576" providerId="ADAL" clId="{B838F824-AFE3-4109-9EDE-E62B414B9900}" dt="2025-08-11T15:03:27.305" v="871" actId="9"/>
          <ac:spMkLst>
            <pc:docMk/>
            <pc:sldMk cId="3319406193" sldId="2147482119"/>
            <ac:spMk id="30" creationId="{DC4593D8-19DA-AF5F-0913-4585E4B5784A}"/>
          </ac:spMkLst>
        </pc:spChg>
        <pc:grpChg chg="mod">
          <ac:chgData name="Fernando Monrroy" userId="b98b761b-33af-413d-9fff-50a6768f6576" providerId="ADAL" clId="{B838F824-AFE3-4109-9EDE-E62B414B9900}" dt="2025-08-11T15:03:19.491" v="868" actId="164"/>
          <ac:grpSpMkLst>
            <pc:docMk/>
            <pc:sldMk cId="3319406193" sldId="2147482119"/>
            <ac:grpSpMk id="12" creationId="{1281B54A-F258-376B-B302-E248C0DCC402}"/>
          </ac:grpSpMkLst>
        </pc:grpChg>
        <pc:grpChg chg="mod">
          <ac:chgData name="Fernando Monrroy" userId="b98b761b-33af-413d-9fff-50a6768f6576" providerId="ADAL" clId="{B838F824-AFE3-4109-9EDE-E62B414B9900}" dt="2025-08-11T14:55:12.679" v="488" actId="165"/>
          <ac:grpSpMkLst>
            <pc:docMk/>
            <pc:sldMk cId="3319406193" sldId="2147482119"/>
            <ac:grpSpMk id="15" creationId="{3789BE0C-8F5B-1E54-CA95-B4B979C5EC42}"/>
          </ac:grpSpMkLst>
        </pc:grpChg>
        <pc:grpChg chg="add mod">
          <ac:chgData name="Fernando Monrroy" userId="b98b761b-33af-413d-9fff-50a6768f6576" providerId="ADAL" clId="{B838F824-AFE3-4109-9EDE-E62B414B9900}" dt="2025-08-11T14:57:35.124" v="508" actId="207"/>
          <ac:grpSpMkLst>
            <pc:docMk/>
            <pc:sldMk cId="3319406193" sldId="2147482119"/>
            <ac:grpSpMk id="26" creationId="{BF1CD8B9-EE57-B2E9-981B-3CC004C4DEAA}"/>
          </ac:grpSpMkLst>
        </pc:grpChg>
        <pc:grpChg chg="add mod">
          <ac:chgData name="Fernando Monrroy" userId="b98b761b-33af-413d-9fff-50a6768f6576" providerId="ADAL" clId="{B838F824-AFE3-4109-9EDE-E62B414B9900}" dt="2025-08-11T15:03:19.491" v="868" actId="164"/>
          <ac:grpSpMkLst>
            <pc:docMk/>
            <pc:sldMk cId="3319406193" sldId="2147482119"/>
            <ac:grpSpMk id="27" creationId="{0D71076C-5955-E6E1-D5B4-64A4C94F3033}"/>
          </ac:grpSpMkLst>
        </pc:grpChg>
        <pc:grpChg chg="add mod">
          <ac:chgData name="Fernando Monrroy" userId="b98b761b-33af-413d-9fff-50a6768f6576" providerId="ADAL" clId="{B838F824-AFE3-4109-9EDE-E62B414B9900}" dt="2025-08-11T15:03:42.089" v="873" actId="1076"/>
          <ac:grpSpMkLst>
            <pc:docMk/>
            <pc:sldMk cId="3319406193" sldId="2147482119"/>
            <ac:grpSpMk id="31" creationId="{2EFAE740-53C4-DEB2-80C1-7FCFD2A425DB}"/>
          </ac:grpSpMkLst>
        </pc:grpChg>
        <pc:picChg chg="mod topLvl">
          <ac:chgData name="Fernando Monrroy" userId="b98b761b-33af-413d-9fff-50a6768f6576" providerId="ADAL" clId="{B838F824-AFE3-4109-9EDE-E62B414B9900}" dt="2025-08-11T15:03:19.491" v="868" actId="164"/>
          <ac:picMkLst>
            <pc:docMk/>
            <pc:sldMk cId="3319406193" sldId="2147482119"/>
            <ac:picMk id="11" creationId="{6F90FE9B-501E-227B-37D2-5121C8D35327}"/>
          </ac:picMkLst>
        </pc:picChg>
        <pc:picChg chg="mod">
          <ac:chgData name="Fernando Monrroy" userId="b98b761b-33af-413d-9fff-50a6768f6576" providerId="ADAL" clId="{B838F824-AFE3-4109-9EDE-E62B414B9900}" dt="2025-08-11T15:03:18.342" v="867" actId="164"/>
          <ac:picMkLst>
            <pc:docMk/>
            <pc:sldMk cId="3319406193" sldId="2147482119"/>
            <ac:picMk id="16" creationId="{11399F01-FE7A-7EE2-E2A6-BB9ADF1A99A1}"/>
          </ac:picMkLst>
        </pc:picChg>
        <pc:picChg chg="mod">
          <ac:chgData name="Fernando Monrroy" userId="b98b761b-33af-413d-9fff-50a6768f6576" providerId="ADAL" clId="{B838F824-AFE3-4109-9EDE-E62B414B9900}" dt="2025-08-11T15:03:18.342" v="867" actId="164"/>
          <ac:picMkLst>
            <pc:docMk/>
            <pc:sldMk cId="3319406193" sldId="2147482119"/>
            <ac:picMk id="17" creationId="{B0B65CB2-560C-52A4-2FBD-B3131049852A}"/>
          </ac:picMkLst>
        </pc:picChg>
        <pc:picChg chg="mod">
          <ac:chgData name="Fernando Monrroy" userId="b98b761b-33af-413d-9fff-50a6768f6576" providerId="ADAL" clId="{B838F824-AFE3-4109-9EDE-E62B414B9900}" dt="2025-08-11T15:03:18.342" v="867" actId="164"/>
          <ac:picMkLst>
            <pc:docMk/>
            <pc:sldMk cId="3319406193" sldId="2147482119"/>
            <ac:picMk id="18" creationId="{FE0CE547-EF7A-BE04-77E8-258DDE7A2F7B}"/>
          </ac:picMkLst>
        </pc:picChg>
        <pc:picChg chg="mod">
          <ac:chgData name="Fernando Monrroy" userId="b98b761b-33af-413d-9fff-50a6768f6576" providerId="ADAL" clId="{B838F824-AFE3-4109-9EDE-E62B414B9900}" dt="2025-08-11T14:55:12.679" v="488" actId="165"/>
          <ac:picMkLst>
            <pc:docMk/>
            <pc:sldMk cId="3319406193" sldId="2147482119"/>
            <ac:picMk id="19" creationId="{B05B218E-6E79-1B2E-D1CD-FE5E018C8D03}"/>
          </ac:picMkLst>
        </pc:picChg>
        <pc:cxnChg chg="mod">
          <ac:chgData name="Fernando Monrroy" userId="b98b761b-33af-413d-9fff-50a6768f6576" providerId="ADAL" clId="{B838F824-AFE3-4109-9EDE-E62B414B9900}" dt="2025-08-11T15:03:19.491" v="868" actId="164"/>
          <ac:cxnSpMkLst>
            <pc:docMk/>
            <pc:sldMk cId="3319406193" sldId="2147482119"/>
            <ac:cxnSpMk id="13" creationId="{2CB2FF91-307B-5842-A14E-FFF3B538FF9D}"/>
          </ac:cxnSpMkLst>
        </pc:cxnChg>
      </pc:sldChg>
      <pc:sldChg chg="addSp delSp modSp new mod">
        <pc:chgData name="Fernando Monrroy" userId="b98b761b-33af-413d-9fff-50a6768f6576" providerId="ADAL" clId="{B838F824-AFE3-4109-9EDE-E62B414B9900}" dt="2025-08-11T15:19:14.409" v="1206" actId="20577"/>
        <pc:sldMkLst>
          <pc:docMk/>
          <pc:sldMk cId="3932684776" sldId="2147482120"/>
        </pc:sldMkLst>
        <pc:spChg chg="add del mod">
          <ac:chgData name="Fernando Monrroy" userId="b98b761b-33af-413d-9fff-50a6768f6576" providerId="ADAL" clId="{B838F824-AFE3-4109-9EDE-E62B414B9900}" dt="2025-08-11T15:05:27.273" v="887" actId="478"/>
          <ac:spMkLst>
            <pc:docMk/>
            <pc:sldMk cId="3932684776" sldId="2147482120"/>
            <ac:spMk id="2" creationId="{7F81C025-D177-1BE4-0AE0-314D31FE7C71}"/>
          </ac:spMkLst>
        </pc:spChg>
        <pc:spChg chg="add mod">
          <ac:chgData name="Fernando Monrroy" userId="b98b761b-33af-413d-9fff-50a6768f6576" providerId="ADAL" clId="{B838F824-AFE3-4109-9EDE-E62B414B9900}" dt="2025-08-11T15:10:31.792" v="1035" actId="404"/>
          <ac:spMkLst>
            <pc:docMk/>
            <pc:sldMk cId="3932684776" sldId="2147482120"/>
            <ac:spMk id="165" creationId="{85BC1789-0180-5FF9-F1CF-A82AEA60A0FE}"/>
          </ac:spMkLst>
        </pc:spChg>
        <pc:spChg chg="add mod">
          <ac:chgData name="Fernando Monrroy" userId="b98b761b-33af-413d-9fff-50a6768f6576" providerId="ADAL" clId="{B838F824-AFE3-4109-9EDE-E62B414B9900}" dt="2025-08-11T15:10:24.476" v="1034" actId="113"/>
          <ac:spMkLst>
            <pc:docMk/>
            <pc:sldMk cId="3932684776" sldId="2147482120"/>
            <ac:spMk id="166" creationId="{6D19759C-B251-A141-C334-C96C382BB2A6}"/>
          </ac:spMkLst>
        </pc:spChg>
        <pc:spChg chg="add mod">
          <ac:chgData name="Fernando Monrroy" userId="b98b761b-33af-413d-9fff-50a6768f6576" providerId="ADAL" clId="{B838F824-AFE3-4109-9EDE-E62B414B9900}" dt="2025-08-11T15:17:47.700" v="1180" actId="1076"/>
          <ac:spMkLst>
            <pc:docMk/>
            <pc:sldMk cId="3932684776" sldId="2147482120"/>
            <ac:spMk id="167" creationId="{B7215349-1B07-6AEF-F6D9-32FC66A72D64}"/>
          </ac:spMkLst>
        </pc:spChg>
        <pc:spChg chg="add mod">
          <ac:chgData name="Fernando Monrroy" userId="b98b761b-33af-413d-9fff-50a6768f6576" providerId="ADAL" clId="{B838F824-AFE3-4109-9EDE-E62B414B9900}" dt="2025-08-11T15:18:44.784" v="1190" actId="1076"/>
          <ac:spMkLst>
            <pc:docMk/>
            <pc:sldMk cId="3932684776" sldId="2147482120"/>
            <ac:spMk id="168" creationId="{FEDAED1A-4636-AA8B-AEA9-5B26C505DEAD}"/>
          </ac:spMkLst>
        </pc:spChg>
        <pc:spChg chg="add mod">
          <ac:chgData name="Fernando Monrroy" userId="b98b761b-33af-413d-9fff-50a6768f6576" providerId="ADAL" clId="{B838F824-AFE3-4109-9EDE-E62B414B9900}" dt="2025-08-11T15:16:40.511" v="1161" actId="14100"/>
          <ac:spMkLst>
            <pc:docMk/>
            <pc:sldMk cId="3932684776" sldId="2147482120"/>
            <ac:spMk id="169" creationId="{EB30EC48-85A9-6249-538A-69C40A4A8AA5}"/>
          </ac:spMkLst>
        </pc:spChg>
        <pc:spChg chg="add mod">
          <ac:chgData name="Fernando Monrroy" userId="b98b761b-33af-413d-9fff-50a6768f6576" providerId="ADAL" clId="{B838F824-AFE3-4109-9EDE-E62B414B9900}" dt="2025-08-11T15:18:30.757" v="1187" actId="14100"/>
          <ac:spMkLst>
            <pc:docMk/>
            <pc:sldMk cId="3932684776" sldId="2147482120"/>
            <ac:spMk id="170" creationId="{2731C763-6B1D-A929-4E3B-D3C9D4F216EC}"/>
          </ac:spMkLst>
        </pc:spChg>
        <pc:spChg chg="add mod">
          <ac:chgData name="Fernando Monrroy" userId="b98b761b-33af-413d-9fff-50a6768f6576" providerId="ADAL" clId="{B838F824-AFE3-4109-9EDE-E62B414B9900}" dt="2025-08-11T15:17:43.019" v="1179" actId="1076"/>
          <ac:spMkLst>
            <pc:docMk/>
            <pc:sldMk cId="3932684776" sldId="2147482120"/>
            <ac:spMk id="171" creationId="{3D134825-6818-8418-8879-3642287521B5}"/>
          </ac:spMkLst>
        </pc:spChg>
        <pc:spChg chg="add mod">
          <ac:chgData name="Fernando Monrroy" userId="b98b761b-33af-413d-9fff-50a6768f6576" providerId="ADAL" clId="{B838F824-AFE3-4109-9EDE-E62B414B9900}" dt="2025-08-11T15:18:37.806" v="1189" actId="14100"/>
          <ac:spMkLst>
            <pc:docMk/>
            <pc:sldMk cId="3932684776" sldId="2147482120"/>
            <ac:spMk id="172" creationId="{1A925A77-9C8C-40E5-DBDA-A67D8AF36C6B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74" creationId="{3CAAC72E-BB22-ECC7-177E-79AFD0C78729}"/>
          </ac:spMkLst>
        </pc:spChg>
        <pc:spChg chg="mod">
          <ac:chgData name="Fernando Monrroy" userId="b98b761b-33af-413d-9fff-50a6768f6576" providerId="ADAL" clId="{B838F824-AFE3-4109-9EDE-E62B414B9900}" dt="2025-08-11T15:19:14.409" v="1206" actId="20577"/>
          <ac:spMkLst>
            <pc:docMk/>
            <pc:sldMk cId="3932684776" sldId="2147482120"/>
            <ac:spMk id="176" creationId="{92136B72-94FB-4E53-9422-7E1439E4365B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79" creationId="{D3984530-E5A7-9910-C190-1A3AED46CEF4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84" creationId="{46EE89CF-6FE3-E408-BDD9-59B36E1EF034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88" creationId="{B3AEC923-C88A-3204-7370-A7F17E858BC9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89" creationId="{F2B42C6E-8B6C-8F5D-A12E-7CB688065110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93" creationId="{0581B8A5-6F62-ECFC-6EBF-51EED6398D33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94" creationId="{9F22A0BC-297F-4320-1444-46A1A6B7837B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95" creationId="{BD34CE1F-F126-4B63-1D75-2600E0DB6390}"/>
          </ac:spMkLst>
        </pc:spChg>
        <pc:spChg chg="mod">
          <ac:chgData name="Fernando Monrroy" userId="b98b761b-33af-413d-9fff-50a6768f6576" providerId="ADAL" clId="{B838F824-AFE3-4109-9EDE-E62B414B9900}" dt="2025-08-11T15:19:07.805" v="1191" actId="14100"/>
          <ac:spMkLst>
            <pc:docMk/>
            <pc:sldMk cId="3932684776" sldId="2147482120"/>
            <ac:spMk id="197" creationId="{F5502B27-8F9B-A425-DC05-9DB25CB966E1}"/>
          </ac:spMkLst>
        </pc:spChg>
        <pc:spChg chg="mod">
          <ac:chgData name="Fernando Monrroy" userId="b98b761b-33af-413d-9fff-50a6768f6576" providerId="ADAL" clId="{B838F824-AFE3-4109-9EDE-E62B414B9900}" dt="2025-08-11T15:11:53.014" v="1097"/>
          <ac:spMkLst>
            <pc:docMk/>
            <pc:sldMk cId="3932684776" sldId="2147482120"/>
            <ac:spMk id="200" creationId="{6D86A31C-8522-6B74-F7C9-55BCAEF82F98}"/>
          </ac:spMkLst>
        </pc:spChg>
        <pc:spChg chg="mod">
          <ac:chgData name="Fernando Monrroy" userId="b98b761b-33af-413d-9fff-50a6768f6576" providerId="ADAL" clId="{B838F824-AFE3-4109-9EDE-E62B414B9900}" dt="2025-08-11T15:11:53.014" v="1097"/>
          <ac:spMkLst>
            <pc:docMk/>
            <pc:sldMk cId="3932684776" sldId="2147482120"/>
            <ac:spMk id="201" creationId="{4E9ED5EC-CE50-F9F9-88BF-51CEC0EBEC54}"/>
          </ac:spMkLst>
        </pc:spChg>
        <pc:spChg chg="mod">
          <ac:chgData name="Fernando Monrroy" userId="b98b761b-33af-413d-9fff-50a6768f6576" providerId="ADAL" clId="{B838F824-AFE3-4109-9EDE-E62B414B9900}" dt="2025-08-11T15:11:53.014" v="1097"/>
          <ac:spMkLst>
            <pc:docMk/>
            <pc:sldMk cId="3932684776" sldId="2147482120"/>
            <ac:spMk id="202" creationId="{CDC72BC2-239E-B1B6-31A8-81D735DD26F3}"/>
          </ac:spMkLst>
        </pc:spChg>
        <pc:spChg chg="mod">
          <ac:chgData name="Fernando Monrroy" userId="b98b761b-33af-413d-9fff-50a6768f6576" providerId="ADAL" clId="{B838F824-AFE3-4109-9EDE-E62B414B9900}" dt="2025-08-11T15:11:53.014" v="1097"/>
          <ac:spMkLst>
            <pc:docMk/>
            <pc:sldMk cId="3932684776" sldId="2147482120"/>
            <ac:spMk id="203" creationId="{A3544688-EECC-89DD-95DA-E593E5F4D722}"/>
          </ac:spMkLst>
        </pc:spChg>
        <pc:spChg chg="add del mod">
          <ac:chgData name="Fernando Monrroy" userId="b98b761b-33af-413d-9fff-50a6768f6576" providerId="ADAL" clId="{B838F824-AFE3-4109-9EDE-E62B414B9900}" dt="2025-08-11T15:12:06.125" v="1104" actId="20577"/>
          <ac:spMkLst>
            <pc:docMk/>
            <pc:sldMk cId="3932684776" sldId="2147482120"/>
            <ac:spMk id="204" creationId="{6051D5E0-6D03-B454-CF61-A5D2D345372A}"/>
          </ac:spMkLst>
        </pc:spChg>
        <pc:spChg chg="mod">
          <ac:chgData name="Fernando Monrroy" userId="b98b761b-33af-413d-9fff-50a6768f6576" providerId="ADAL" clId="{B838F824-AFE3-4109-9EDE-E62B414B9900}" dt="2025-08-11T15:16:13.790" v="1157"/>
          <ac:spMkLst>
            <pc:docMk/>
            <pc:sldMk cId="3932684776" sldId="2147482120"/>
            <ac:spMk id="219" creationId="{9B70DF7B-F2FA-3553-2CBC-1EF5F9F93FED}"/>
          </ac:spMkLst>
        </pc:spChg>
        <pc:spChg chg="mod">
          <ac:chgData name="Fernando Monrroy" userId="b98b761b-33af-413d-9fff-50a6768f6576" providerId="ADAL" clId="{B838F824-AFE3-4109-9EDE-E62B414B9900}" dt="2025-08-11T15:16:13.790" v="1157"/>
          <ac:spMkLst>
            <pc:docMk/>
            <pc:sldMk cId="3932684776" sldId="2147482120"/>
            <ac:spMk id="220" creationId="{8CF0A0FA-E2FB-F412-7D37-E627CFF13CE0}"/>
          </ac:spMkLst>
        </pc:spChg>
        <pc:grpChg chg="add mod">
          <ac:chgData name="Fernando Monrroy" userId="b98b761b-33af-413d-9fff-50a6768f6576" providerId="ADAL" clId="{B838F824-AFE3-4109-9EDE-E62B414B9900}" dt="2025-08-11T15:12:16.924" v="1107" actId="1076"/>
          <ac:grpSpMkLst>
            <pc:docMk/>
            <pc:sldMk cId="3932684776" sldId="2147482120"/>
            <ac:grpSpMk id="198" creationId="{7D70BF79-8B25-BCA7-CBC1-90B89263CE7D}"/>
          </ac:grpSpMkLst>
        </pc:grpChg>
        <pc:grpChg chg="add mod">
          <ac:chgData name="Fernando Monrroy" userId="b98b761b-33af-413d-9fff-50a6768f6576" providerId="ADAL" clId="{B838F824-AFE3-4109-9EDE-E62B414B9900}" dt="2025-08-11T15:16:18.429" v="1158" actId="14100"/>
          <ac:grpSpMkLst>
            <pc:docMk/>
            <pc:sldMk cId="3932684776" sldId="2147482120"/>
            <ac:grpSpMk id="218" creationId="{FD86B67E-274B-AD57-1DAE-9CD09CD9F765}"/>
          </ac:grpSpMkLst>
        </pc:grpChg>
        <pc:graphicFrameChg chg="add mod">
          <ac:chgData name="Fernando Monrroy" userId="b98b761b-33af-413d-9fff-50a6768f6576" providerId="ADAL" clId="{B838F824-AFE3-4109-9EDE-E62B414B9900}" dt="2025-08-11T15:12:47.658" v="1115" actId="1076"/>
          <ac:graphicFrameMkLst>
            <pc:docMk/>
            <pc:sldMk cId="3932684776" sldId="2147482120"/>
            <ac:graphicFrameMk id="208" creationId="{6C8D9979-3688-7898-4CD0-CAE7DF655404}"/>
          </ac:graphicFrameMkLst>
        </pc:graphicFrameChg>
        <pc:graphicFrameChg chg="add mod">
          <ac:chgData name="Fernando Monrroy" userId="b98b761b-33af-413d-9fff-50a6768f6576" providerId="ADAL" clId="{B838F824-AFE3-4109-9EDE-E62B414B9900}" dt="2025-08-11T15:15:37.177" v="1151" actId="207"/>
          <ac:graphicFrameMkLst>
            <pc:docMk/>
            <pc:sldMk cId="3932684776" sldId="2147482120"/>
            <ac:graphicFrameMk id="216" creationId="{21DFB0B2-3209-FB09-21BB-1656F7FD7874}"/>
          </ac:graphicFrameMkLst>
        </pc:graphicFrameChg>
        <pc:cxnChg chg="mod">
          <ac:chgData name="Fernando Monrroy" userId="b98b761b-33af-413d-9fff-50a6768f6576" providerId="ADAL" clId="{B838F824-AFE3-4109-9EDE-E62B414B9900}" dt="2025-08-11T15:12:57.866" v="1118" actId="14100"/>
          <ac:cxnSpMkLst>
            <pc:docMk/>
            <pc:sldMk cId="3932684776" sldId="2147482120"/>
            <ac:cxnSpMk id="206" creationId="{14AB50F1-4F8D-12F1-282C-EB22F4EE7465}"/>
          </ac:cxnSpMkLst>
        </pc:cxnChg>
        <pc:cxnChg chg="add mod">
          <ac:chgData name="Fernando Monrroy" userId="b98b761b-33af-413d-9fff-50a6768f6576" providerId="ADAL" clId="{B838F824-AFE3-4109-9EDE-E62B414B9900}" dt="2025-08-11T15:12:54.632" v="1117" actId="14100"/>
          <ac:cxnSpMkLst>
            <pc:docMk/>
            <pc:sldMk cId="3932684776" sldId="2147482120"/>
            <ac:cxnSpMk id="207" creationId="{83778E38-707C-DCC4-A6F7-440396A924F2}"/>
          </ac:cxnSpMkLst>
        </pc:cxnChg>
      </pc:sldChg>
      <pc:sldChg chg="addSp delSp modSp new mod">
        <pc:chgData name="Fernando Monrroy" userId="b98b761b-33af-413d-9fff-50a6768f6576" providerId="ADAL" clId="{B838F824-AFE3-4109-9EDE-E62B414B9900}" dt="2025-08-11T15:39:19.320" v="1956" actId="2084"/>
        <pc:sldMkLst>
          <pc:docMk/>
          <pc:sldMk cId="3106810788" sldId="2147482121"/>
        </pc:sldMkLst>
        <pc:spChg chg="mod">
          <ac:chgData name="Fernando Monrroy" userId="b98b761b-33af-413d-9fff-50a6768f6576" providerId="ADAL" clId="{B838F824-AFE3-4109-9EDE-E62B414B9900}" dt="2025-08-11T15:19:40.202" v="1215" actId="20577"/>
          <ac:spMkLst>
            <pc:docMk/>
            <pc:sldMk cId="3106810788" sldId="2147482121"/>
            <ac:spMk id="2" creationId="{00095476-A436-E981-338D-AB9EDAC5F4AB}"/>
          </ac:spMkLst>
        </pc:spChg>
        <pc:spChg chg="mod">
          <ac:chgData name="Fernando Monrroy" userId="b98b761b-33af-413d-9fff-50a6768f6576" providerId="ADAL" clId="{B838F824-AFE3-4109-9EDE-E62B414B9900}" dt="2025-08-11T15:19:47.734" v="1222" actId="20577"/>
          <ac:spMkLst>
            <pc:docMk/>
            <pc:sldMk cId="3106810788" sldId="2147482121"/>
            <ac:spMk id="5" creationId="{740C2AB2-BF72-C000-EFCF-1BBAF0E10698}"/>
          </ac:spMkLst>
        </pc:spChg>
        <pc:spChg chg="mod">
          <ac:chgData name="Fernando Monrroy" userId="b98b761b-33af-413d-9fff-50a6768f6576" providerId="ADAL" clId="{B838F824-AFE3-4109-9EDE-E62B414B9900}" dt="2025-08-11T15:28:11.640" v="1507" actId="21"/>
          <ac:spMkLst>
            <pc:docMk/>
            <pc:sldMk cId="3106810788" sldId="2147482121"/>
            <ac:spMk id="9" creationId="{7C5F8541-93A6-5E3B-FAB2-F8B1CDF979F2}"/>
          </ac:spMkLst>
        </pc:spChg>
        <pc:spChg chg="mod">
          <ac:chgData name="Fernando Monrroy" userId="b98b761b-33af-413d-9fff-50a6768f6576" providerId="ADAL" clId="{B838F824-AFE3-4109-9EDE-E62B414B9900}" dt="2025-08-11T15:28:14.764" v="1509" actId="21"/>
          <ac:spMkLst>
            <pc:docMk/>
            <pc:sldMk cId="3106810788" sldId="2147482121"/>
            <ac:spMk id="10" creationId="{5E57A290-CEEC-C438-A7CC-315655E19EDC}"/>
          </ac:spMkLst>
        </pc:spChg>
        <pc:spChg chg="add mod">
          <ac:chgData name="Fernando Monrroy" userId="b98b761b-33af-413d-9fff-50a6768f6576" providerId="ADAL" clId="{B838F824-AFE3-4109-9EDE-E62B414B9900}" dt="2025-08-11T15:28:17.965" v="1511" actId="21"/>
          <ac:spMkLst>
            <pc:docMk/>
            <pc:sldMk cId="3106810788" sldId="2147482121"/>
            <ac:spMk id="11" creationId="{CE8FA8D6-A57E-4AEA-4601-463842811E78}"/>
          </ac:spMkLst>
        </pc:spChg>
        <pc:spChg chg="mod">
          <ac:chgData name="Fernando Monrroy" userId="b98b761b-33af-413d-9fff-50a6768f6576" providerId="ADAL" clId="{B838F824-AFE3-4109-9EDE-E62B414B9900}" dt="2025-08-11T15:28:20.803" v="1513" actId="21"/>
          <ac:spMkLst>
            <pc:docMk/>
            <pc:sldMk cId="3106810788" sldId="2147482121"/>
            <ac:spMk id="12" creationId="{7EAFD483-F2C9-3CEF-9339-7E7CE18F33DD}"/>
          </ac:spMkLst>
        </pc:spChg>
        <pc:spChg chg="add mod">
          <ac:chgData name="Fernando Monrroy" userId="b98b761b-33af-413d-9fff-50a6768f6576" providerId="ADAL" clId="{B838F824-AFE3-4109-9EDE-E62B414B9900}" dt="2025-08-11T15:20:57.193" v="1232" actId="164"/>
          <ac:spMkLst>
            <pc:docMk/>
            <pc:sldMk cId="3106810788" sldId="2147482121"/>
            <ac:spMk id="14" creationId="{3DAC2398-29C1-A8F4-56B7-03C3CFFEB267}"/>
          </ac:spMkLst>
        </pc:spChg>
        <pc:spChg chg="add mod">
          <ac:chgData name="Fernando Monrroy" userId="b98b761b-33af-413d-9fff-50a6768f6576" providerId="ADAL" clId="{B838F824-AFE3-4109-9EDE-E62B414B9900}" dt="2025-08-11T15:28:07.819" v="1505" actId="21"/>
          <ac:spMkLst>
            <pc:docMk/>
            <pc:sldMk cId="3106810788" sldId="2147482121"/>
            <ac:spMk id="15" creationId="{998F80AF-766D-EF6F-910C-5BBA52C0F5B9}"/>
          </ac:spMkLst>
        </pc:spChg>
        <pc:spChg chg="add mod">
          <ac:chgData name="Fernando Monrroy" userId="b98b761b-33af-413d-9fff-50a6768f6576" providerId="ADAL" clId="{B838F824-AFE3-4109-9EDE-E62B414B9900}" dt="2025-08-11T15:21:06.289" v="1233" actId="164"/>
          <ac:spMkLst>
            <pc:docMk/>
            <pc:sldMk cId="3106810788" sldId="2147482121"/>
            <ac:spMk id="19" creationId="{0E003B78-FB13-3508-301A-2F6E57BAE478}"/>
          </ac:spMkLst>
        </pc:spChg>
        <pc:spChg chg="mod">
          <ac:chgData name="Fernando Monrroy" userId="b98b761b-33af-413d-9fff-50a6768f6576" providerId="ADAL" clId="{B838F824-AFE3-4109-9EDE-E62B414B9900}" dt="2025-08-11T15:21:10.538" v="1234" actId="164"/>
          <ac:spMkLst>
            <pc:docMk/>
            <pc:sldMk cId="3106810788" sldId="2147482121"/>
            <ac:spMk id="20" creationId="{DC78CBF6-F836-E1E6-2BCE-DBAEB6AFABBC}"/>
          </ac:spMkLst>
        </pc:spChg>
        <pc:spChg chg="mod">
          <ac:chgData name="Fernando Monrroy" userId="b98b761b-33af-413d-9fff-50a6768f6576" providerId="ADAL" clId="{B838F824-AFE3-4109-9EDE-E62B414B9900}" dt="2025-08-11T15:21:20.295" v="1235" actId="164"/>
          <ac:spMkLst>
            <pc:docMk/>
            <pc:sldMk cId="3106810788" sldId="2147482121"/>
            <ac:spMk id="21" creationId="{2ED1EDDC-7E6A-B1D1-F9A9-D4A94A60A5E9}"/>
          </ac:spMkLst>
        </pc:spChg>
        <pc:spChg chg="add mod">
          <ac:chgData name="Fernando Monrroy" userId="b98b761b-33af-413d-9fff-50a6768f6576" providerId="ADAL" clId="{B838F824-AFE3-4109-9EDE-E62B414B9900}" dt="2025-08-11T15:21:26.576" v="1237" actId="164"/>
          <ac:spMkLst>
            <pc:docMk/>
            <pc:sldMk cId="3106810788" sldId="2147482121"/>
            <ac:spMk id="22" creationId="{51BC4D1A-F60A-CC2B-2D3C-E48CDA522E1A}"/>
          </ac:spMkLst>
        </pc:spChg>
        <pc:spChg chg="mod">
          <ac:chgData name="Fernando Monrroy" userId="b98b761b-33af-413d-9fff-50a6768f6576" providerId="ADAL" clId="{B838F824-AFE3-4109-9EDE-E62B414B9900}" dt="2025-08-11T15:21:56.050" v="1245" actId="208"/>
          <ac:spMkLst>
            <pc:docMk/>
            <pc:sldMk cId="3106810788" sldId="2147482121"/>
            <ac:spMk id="23" creationId="{0F664BC3-9227-B40E-B7A0-B7991C5AC55D}"/>
          </ac:spMkLst>
        </pc:spChg>
        <pc:grpChg chg="add mod">
          <ac:chgData name="Fernando Monrroy" userId="b98b761b-33af-413d-9fff-50a6768f6576" providerId="ADAL" clId="{B838F824-AFE3-4109-9EDE-E62B414B9900}" dt="2025-08-11T15:36:43.365" v="1773" actId="1035"/>
          <ac:grpSpMkLst>
            <pc:docMk/>
            <pc:sldMk cId="3106810788" sldId="2147482121"/>
            <ac:grpSpMk id="41" creationId="{A129B2B1-A31B-7283-C23F-BC776F72CD37}"/>
          </ac:grpSpMkLst>
        </pc:grpChg>
        <pc:grpChg chg="add mod">
          <ac:chgData name="Fernando Monrroy" userId="b98b761b-33af-413d-9fff-50a6768f6576" providerId="ADAL" clId="{B838F824-AFE3-4109-9EDE-E62B414B9900}" dt="2025-08-11T15:36:43.365" v="1773" actId="1035"/>
          <ac:grpSpMkLst>
            <pc:docMk/>
            <pc:sldMk cId="3106810788" sldId="2147482121"/>
            <ac:grpSpMk id="42" creationId="{B463A3DC-8044-41C3-B263-D58B537420C8}"/>
          </ac:grpSpMkLst>
        </pc:grpChg>
        <pc:grpChg chg="add mod">
          <ac:chgData name="Fernando Monrroy" userId="b98b761b-33af-413d-9fff-50a6768f6576" providerId="ADAL" clId="{B838F824-AFE3-4109-9EDE-E62B414B9900}" dt="2025-08-11T15:36:43.365" v="1773" actId="1035"/>
          <ac:grpSpMkLst>
            <pc:docMk/>
            <pc:sldMk cId="3106810788" sldId="2147482121"/>
            <ac:grpSpMk id="43" creationId="{C4293399-5F48-D560-F09A-4808081166FC}"/>
          </ac:grpSpMkLst>
        </pc:grpChg>
        <pc:grpChg chg="add mod">
          <ac:chgData name="Fernando Monrroy" userId="b98b761b-33af-413d-9fff-50a6768f6576" providerId="ADAL" clId="{B838F824-AFE3-4109-9EDE-E62B414B9900}" dt="2025-08-11T15:36:43.365" v="1773" actId="1035"/>
          <ac:grpSpMkLst>
            <pc:docMk/>
            <pc:sldMk cId="3106810788" sldId="2147482121"/>
            <ac:grpSpMk id="44" creationId="{FB29E5E4-D032-6CCD-F781-D814E2962C22}"/>
          </ac:grpSpMkLst>
        </pc:grpChg>
        <pc:grpChg chg="add mod">
          <ac:chgData name="Fernando Monrroy" userId="b98b761b-33af-413d-9fff-50a6768f6576" providerId="ADAL" clId="{B838F824-AFE3-4109-9EDE-E62B414B9900}" dt="2025-08-11T15:36:43.365" v="1773" actId="1035"/>
          <ac:grpSpMkLst>
            <pc:docMk/>
            <pc:sldMk cId="3106810788" sldId="2147482121"/>
            <ac:grpSpMk id="45" creationId="{AAAD72E6-7624-997B-80D7-AB77BBB89B84}"/>
          </ac:grpSpMkLst>
        </pc:grpChg>
        <pc:grpChg chg="add mod">
          <ac:chgData name="Fernando Monrroy" userId="b98b761b-33af-413d-9fff-50a6768f6576" providerId="ADAL" clId="{B838F824-AFE3-4109-9EDE-E62B414B9900}" dt="2025-08-11T15:36:43.365" v="1773" actId="1035"/>
          <ac:grpSpMkLst>
            <pc:docMk/>
            <pc:sldMk cId="3106810788" sldId="2147482121"/>
            <ac:grpSpMk id="46" creationId="{60D369D0-1DB5-1F3A-544A-94D29E785138}"/>
          </ac:grpSpMkLst>
        </pc:grpChg>
        <pc:graphicFrameChg chg="add mod modGraphic">
          <ac:chgData name="Fernando Monrroy" userId="b98b761b-33af-413d-9fff-50a6768f6576" providerId="ADAL" clId="{B838F824-AFE3-4109-9EDE-E62B414B9900}" dt="2025-08-11T15:39:19.320" v="1956" actId="2084"/>
          <ac:graphicFrameMkLst>
            <pc:docMk/>
            <pc:sldMk cId="3106810788" sldId="2147482121"/>
            <ac:graphicFrameMk id="49" creationId="{78BBA6D8-5321-8691-3195-EB6993CCDAD7}"/>
          </ac:graphicFrameMkLst>
        </pc:graphicFrameChg>
        <pc:picChg chg="mod">
          <ac:chgData name="Fernando Monrroy" userId="b98b761b-33af-413d-9fff-50a6768f6576" providerId="ADAL" clId="{B838F824-AFE3-4109-9EDE-E62B414B9900}" dt="2025-08-11T15:20:57.193" v="1232" actId="164"/>
          <ac:picMkLst>
            <pc:docMk/>
            <pc:sldMk cId="3106810788" sldId="2147482121"/>
            <ac:picMk id="24" creationId="{E82F3F8F-9D20-D3F5-B8A6-741A252CAE8D}"/>
          </ac:picMkLst>
        </pc:picChg>
        <pc:picChg chg="mod">
          <ac:chgData name="Fernando Monrroy" userId="b98b761b-33af-413d-9fff-50a6768f6576" providerId="ADAL" clId="{B838F824-AFE3-4109-9EDE-E62B414B9900}" dt="2025-08-11T15:21:06.289" v="1233" actId="164"/>
          <ac:picMkLst>
            <pc:docMk/>
            <pc:sldMk cId="3106810788" sldId="2147482121"/>
            <ac:picMk id="25" creationId="{CE3F989E-8951-3E1C-CE0A-2CDC5C033066}"/>
          </ac:picMkLst>
        </pc:picChg>
        <pc:picChg chg="mod">
          <ac:chgData name="Fernando Monrroy" userId="b98b761b-33af-413d-9fff-50a6768f6576" providerId="ADAL" clId="{B838F824-AFE3-4109-9EDE-E62B414B9900}" dt="2025-08-11T15:21:10.538" v="1234" actId="164"/>
          <ac:picMkLst>
            <pc:docMk/>
            <pc:sldMk cId="3106810788" sldId="2147482121"/>
            <ac:picMk id="26" creationId="{936AA124-140E-93A7-CFCF-560E25B3A85A}"/>
          </ac:picMkLst>
        </pc:picChg>
        <pc:picChg chg="mod">
          <ac:chgData name="Fernando Monrroy" userId="b98b761b-33af-413d-9fff-50a6768f6576" providerId="ADAL" clId="{B838F824-AFE3-4109-9EDE-E62B414B9900}" dt="2025-08-11T15:21:20.295" v="1235" actId="164"/>
          <ac:picMkLst>
            <pc:docMk/>
            <pc:sldMk cId="3106810788" sldId="2147482121"/>
            <ac:picMk id="27" creationId="{0E016AF0-20EA-4326-B518-A139F75E4B6A}"/>
          </ac:picMkLst>
        </pc:picChg>
        <pc:picChg chg="mod">
          <ac:chgData name="Fernando Monrroy" userId="b98b761b-33af-413d-9fff-50a6768f6576" providerId="ADAL" clId="{B838F824-AFE3-4109-9EDE-E62B414B9900}" dt="2025-08-11T15:21:26.576" v="1237" actId="164"/>
          <ac:picMkLst>
            <pc:docMk/>
            <pc:sldMk cId="3106810788" sldId="2147482121"/>
            <ac:picMk id="28" creationId="{7BA4D6EF-8A60-CDE6-9926-7F39883DAD70}"/>
          </ac:picMkLst>
        </pc:picChg>
        <pc:picChg chg="mod">
          <ac:chgData name="Fernando Monrroy" userId="b98b761b-33af-413d-9fff-50a6768f6576" providerId="ADAL" clId="{B838F824-AFE3-4109-9EDE-E62B414B9900}" dt="2025-08-11T15:21:56.050" v="1245" actId="208"/>
          <ac:picMkLst>
            <pc:docMk/>
            <pc:sldMk cId="3106810788" sldId="2147482121"/>
            <ac:picMk id="29" creationId="{842CDA09-3916-2F9D-4BA5-91CE0C762C50}"/>
          </ac:picMkLst>
        </pc:picChg>
        <pc:cxnChg chg="mod">
          <ac:chgData name="Fernando Monrroy" userId="b98b761b-33af-413d-9fff-50a6768f6576" providerId="ADAL" clId="{B838F824-AFE3-4109-9EDE-E62B414B9900}" dt="2025-08-11T15:36:43.365" v="1773" actId="1035"/>
          <ac:cxnSpMkLst>
            <pc:docMk/>
            <pc:sldMk cId="3106810788" sldId="2147482121"/>
            <ac:cxnSpMk id="7" creationId="{22F0FD51-7AA7-5130-62C9-7C353894F148}"/>
          </ac:cxnSpMkLst>
        </pc:cxnChg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556096226" sldId="2147482122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283181246" sldId="2147482123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743154195" sldId="2147482124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960406828" sldId="2147482125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147111534" sldId="2147482126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1332135627" sldId="2147482127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3004717342" sldId="2147482128"/>
        </pc:sldMkLst>
      </pc:sldChg>
      <pc:sldMasterChg chg="delSldLayout modSldLayout">
        <pc:chgData name="Fernando Monrroy" userId="b98b761b-33af-413d-9fff-50a6768f6576" providerId="ADAL" clId="{B838F824-AFE3-4109-9EDE-E62B414B9900}" dt="2025-08-11T15:43:29.310" v="2165"/>
        <pc:sldMasterMkLst>
          <pc:docMk/>
          <pc:sldMasterMk cId="3680662798" sldId="2147483648"/>
        </pc:sldMasterMkLst>
        <pc:sldLayoutChg chg="modSp mod">
          <pc:chgData name="Fernando Monrroy" userId="b98b761b-33af-413d-9fff-50a6768f6576" providerId="ADAL" clId="{B838F824-AFE3-4109-9EDE-E62B414B9900}" dt="2025-08-11T15:43:25.215" v="2056"/>
          <pc:sldLayoutMkLst>
            <pc:docMk/>
            <pc:sldMasterMk cId="3680662798" sldId="2147483648"/>
            <pc:sldLayoutMk cId="1060461077" sldId="2147483863"/>
          </pc:sldLayoutMkLst>
          <pc:spChg chg="mod">
            <ac:chgData name="Fernando Monrroy" userId="b98b761b-33af-413d-9fff-50a6768f6576" providerId="ADAL" clId="{B838F824-AFE3-4109-9EDE-E62B414B9900}" dt="2025-08-11T15:43:25.215" v="2050"/>
            <ac:spMkLst>
              <pc:docMk/>
              <pc:sldMasterMk cId="3680662798" sldId="2147483648"/>
              <pc:sldLayoutMk cId="1060461077" sldId="2147483863"/>
              <ac:spMk id="2" creationId="{00000000-0000-0000-0000-000000000000}"/>
            </ac:spMkLst>
          </pc:spChg>
          <pc:spChg chg="mod">
            <ac:chgData name="Fernando Monrroy" userId="b98b761b-33af-413d-9fff-50a6768f6576" providerId="ADAL" clId="{B838F824-AFE3-4109-9EDE-E62B414B9900}" dt="2025-08-11T15:43:25.215" v="2047"/>
            <ac:spMkLst>
              <pc:docMk/>
              <pc:sldMasterMk cId="3680662798" sldId="2147483648"/>
              <pc:sldLayoutMk cId="1060461077" sldId="2147483863"/>
              <ac:spMk id="3" creationId="{00000000-0000-0000-0000-000000000000}"/>
            </ac:spMkLst>
          </pc:spChg>
          <pc:spChg chg="mod">
            <ac:chgData name="Fernando Monrroy" userId="b98b761b-33af-413d-9fff-50a6768f6576" providerId="ADAL" clId="{B838F824-AFE3-4109-9EDE-E62B414B9900}" dt="2025-08-11T15:43:25.215" v="2044"/>
            <ac:spMkLst>
              <pc:docMk/>
              <pc:sldMasterMk cId="3680662798" sldId="2147483648"/>
              <pc:sldLayoutMk cId="1060461077" sldId="2147483863"/>
              <ac:spMk id="4" creationId="{9950AE92-B676-F52E-7F87-1418597EB913}"/>
            </ac:spMkLst>
          </pc:spChg>
          <pc:spChg chg="mod">
            <ac:chgData name="Fernando Monrroy" userId="b98b761b-33af-413d-9fff-50a6768f6576" providerId="ADAL" clId="{B838F824-AFE3-4109-9EDE-E62B414B9900}" dt="2025-08-11T15:43:25.215" v="2038"/>
            <ac:spMkLst>
              <pc:docMk/>
              <pc:sldMasterMk cId="3680662798" sldId="2147483648"/>
              <pc:sldLayoutMk cId="1060461077" sldId="2147483863"/>
              <ac:spMk id="7" creationId="{59C51B2C-A001-27DE-ABA0-3328CCE12A7B}"/>
            </ac:spMkLst>
          </pc:spChg>
          <pc:spChg chg="mod">
            <ac:chgData name="Fernando Monrroy" userId="b98b761b-33af-413d-9fff-50a6768f6576" providerId="ADAL" clId="{B838F824-AFE3-4109-9EDE-E62B414B9900}" dt="2025-08-11T15:43:25.215" v="2056"/>
            <ac:spMkLst>
              <pc:docMk/>
              <pc:sldMasterMk cId="3680662798" sldId="2147483648"/>
              <pc:sldLayoutMk cId="1060461077" sldId="2147483863"/>
              <ac:spMk id="8" creationId="{34A62E9B-33C3-F47A-DB13-8F29BB3125B1}"/>
            </ac:spMkLst>
          </pc:spChg>
          <pc:spChg chg="mod">
            <ac:chgData name="Fernando Monrroy" userId="b98b761b-33af-413d-9fff-50a6768f6576" providerId="ADAL" clId="{B838F824-AFE3-4109-9EDE-E62B414B9900}" dt="2025-08-11T15:43:25.215" v="2041"/>
            <ac:spMkLst>
              <pc:docMk/>
              <pc:sldMasterMk cId="3680662798" sldId="2147483648"/>
              <pc:sldLayoutMk cId="1060461077" sldId="2147483863"/>
              <ac:spMk id="11" creationId="{4E5D019C-AA62-A8CE-6450-8FB165C5A145}"/>
            </ac:spMkLst>
          </pc:spChg>
          <pc:spChg chg="mod">
            <ac:chgData name="Fernando Monrroy" userId="b98b761b-33af-413d-9fff-50a6768f6576" providerId="ADAL" clId="{B838F824-AFE3-4109-9EDE-E62B414B9900}" dt="2025-08-11T15:43:25.215" v="2053"/>
            <ac:spMkLst>
              <pc:docMk/>
              <pc:sldMasterMk cId="3680662798" sldId="2147483648"/>
              <pc:sldLayoutMk cId="1060461077" sldId="2147483863"/>
              <ac:spMk id="13" creationId="{413DB59D-2F78-ADDF-7991-8E63A4119DF7}"/>
            </ac:spMkLst>
          </pc:spChg>
        </pc:sldLayoutChg>
        <pc:sldLayoutChg chg="modSp mod">
          <pc:chgData name="Fernando Monrroy" userId="b98b761b-33af-413d-9fff-50a6768f6576" providerId="ADAL" clId="{B838F824-AFE3-4109-9EDE-E62B414B9900}" dt="2025-08-11T15:43:29.310" v="2165"/>
          <pc:sldLayoutMkLst>
            <pc:docMk/>
            <pc:sldMasterMk cId="3680662798" sldId="2147483648"/>
            <pc:sldLayoutMk cId="1092033911" sldId="2147483865"/>
          </pc:sldLayoutMkLst>
          <pc:spChg chg="mod">
            <ac:chgData name="Fernando Monrroy" userId="b98b761b-33af-413d-9fff-50a6768f6576" providerId="ADAL" clId="{B838F824-AFE3-4109-9EDE-E62B414B9900}" dt="2025-08-11T15:43:29.310" v="2159"/>
            <ac:spMkLst>
              <pc:docMk/>
              <pc:sldMasterMk cId="3680662798" sldId="2147483648"/>
              <pc:sldLayoutMk cId="1092033911" sldId="2147483865"/>
              <ac:spMk id="2" creationId="{00000000-0000-0000-0000-000000000000}"/>
            </ac:spMkLst>
          </pc:spChg>
          <pc:spChg chg="mod">
            <ac:chgData name="Fernando Monrroy" userId="b98b761b-33af-413d-9fff-50a6768f6576" providerId="ADAL" clId="{B838F824-AFE3-4109-9EDE-E62B414B9900}" dt="2025-08-11T15:43:29.310" v="2156"/>
            <ac:spMkLst>
              <pc:docMk/>
              <pc:sldMasterMk cId="3680662798" sldId="2147483648"/>
              <pc:sldLayoutMk cId="1092033911" sldId="2147483865"/>
              <ac:spMk id="3" creationId="{00000000-0000-0000-0000-000000000000}"/>
            </ac:spMkLst>
          </pc:spChg>
          <pc:spChg chg="mod">
            <ac:chgData name="Fernando Monrroy" userId="b98b761b-33af-413d-9fff-50a6768f6576" providerId="ADAL" clId="{B838F824-AFE3-4109-9EDE-E62B414B9900}" dt="2025-08-11T15:43:29.310" v="2150"/>
            <ac:spMkLst>
              <pc:docMk/>
              <pc:sldMasterMk cId="3680662798" sldId="2147483648"/>
              <pc:sldLayoutMk cId="1092033911" sldId="2147483865"/>
              <ac:spMk id="4" creationId="{D6E4C6C4-422B-CEDC-43DB-1AFEEB8913B6}"/>
            </ac:spMkLst>
          </pc:spChg>
          <pc:spChg chg="mod">
            <ac:chgData name="Fernando Monrroy" userId="b98b761b-33af-413d-9fff-50a6768f6576" providerId="ADAL" clId="{B838F824-AFE3-4109-9EDE-E62B414B9900}" dt="2025-08-11T15:43:29.310" v="2165"/>
            <ac:spMkLst>
              <pc:docMk/>
              <pc:sldMasterMk cId="3680662798" sldId="2147483648"/>
              <pc:sldLayoutMk cId="1092033911" sldId="2147483865"/>
              <ac:spMk id="5" creationId="{3205D716-6C88-8C97-0D4B-269A16E2122B}"/>
            </ac:spMkLst>
          </pc:spChg>
          <pc:spChg chg="mod">
            <ac:chgData name="Fernando Monrroy" userId="b98b761b-33af-413d-9fff-50a6768f6576" providerId="ADAL" clId="{B838F824-AFE3-4109-9EDE-E62B414B9900}" dt="2025-08-11T15:43:29.310" v="2147"/>
            <ac:spMkLst>
              <pc:docMk/>
              <pc:sldMasterMk cId="3680662798" sldId="2147483648"/>
              <pc:sldLayoutMk cId="1092033911" sldId="2147483865"/>
              <ac:spMk id="6" creationId="{BC30B4D4-F26B-B72E-FA60-D63ED90D4BF8}"/>
            </ac:spMkLst>
          </pc:spChg>
          <pc:spChg chg="mod">
            <ac:chgData name="Fernando Monrroy" userId="b98b761b-33af-413d-9fff-50a6768f6576" providerId="ADAL" clId="{B838F824-AFE3-4109-9EDE-E62B414B9900}" dt="2025-08-11T15:43:29.310" v="2153"/>
            <ac:spMkLst>
              <pc:docMk/>
              <pc:sldMasterMk cId="3680662798" sldId="2147483648"/>
              <pc:sldLayoutMk cId="1092033911" sldId="2147483865"/>
              <ac:spMk id="7" creationId="{CAB7A737-652E-4890-72A0-3C24634AB3A7}"/>
            </ac:spMkLst>
          </pc:spChg>
          <pc:spChg chg="mod">
            <ac:chgData name="Fernando Monrroy" userId="b98b761b-33af-413d-9fff-50a6768f6576" providerId="ADAL" clId="{B838F824-AFE3-4109-9EDE-E62B414B9900}" dt="2025-08-11T15:43:29.310" v="2162"/>
            <ac:spMkLst>
              <pc:docMk/>
              <pc:sldMasterMk cId="3680662798" sldId="2147483648"/>
              <pc:sldLayoutMk cId="1092033911" sldId="2147483865"/>
              <ac:spMk id="13" creationId="{61544F70-E3D0-9F87-1D9D-CDA395FD9AE3}"/>
            </ac:spMkLst>
          </pc:spChg>
        </pc:sldLayoutChg>
        <pc:sldLayoutChg chg="del">
          <pc:chgData name="Fernando Monrroy" userId="b98b761b-33af-413d-9fff-50a6768f6576" providerId="ADAL" clId="{B838F824-AFE3-4109-9EDE-E62B414B9900}" dt="2025-08-11T15:03:52.756" v="874" actId="47"/>
          <pc:sldLayoutMkLst>
            <pc:docMk/>
            <pc:sldMasterMk cId="3680662798" sldId="2147483648"/>
            <pc:sldLayoutMk cId="716937288" sldId="2147483877"/>
          </pc:sldLayoutMkLst>
        </pc:sldLayoutChg>
        <pc:sldLayoutChg chg="del">
          <pc:chgData name="Fernando Monrroy" userId="b98b761b-33af-413d-9fff-50a6768f6576" providerId="ADAL" clId="{B838F824-AFE3-4109-9EDE-E62B414B9900}" dt="2025-08-11T15:16:23.825" v="1159" actId="47"/>
          <pc:sldLayoutMkLst>
            <pc:docMk/>
            <pc:sldMasterMk cId="3680662798" sldId="2147483648"/>
            <pc:sldLayoutMk cId="69010627" sldId="2147483878"/>
          </pc:sldLayoutMkLst>
        </pc:sldLayoutChg>
      </pc:sldMasterChg>
    </pc:docChg>
  </pc:docChgLst>
  <pc:docChgLst>
    <pc:chgData name="Fernando Monrroy" userId="b98b761b-33af-413d-9fff-50a6768f6576" providerId="ADAL" clId="{12403686-6B30-460B-9F7C-8C431AE6B48B}"/>
    <pc:docChg chg="addSld delSld">
      <pc:chgData name="Fernando Monrroy" userId="b98b761b-33af-413d-9fff-50a6768f6576" providerId="ADAL" clId="{12403686-6B30-460B-9F7C-8C431AE6B48B}" dt="2025-07-21T20:04:11.341" v="2" actId="47"/>
      <pc:docMkLst>
        <pc:docMk/>
      </pc:docMkLst>
      <pc:sldChg chg="del">
        <pc:chgData name="Fernando Monrroy" userId="b98b761b-33af-413d-9fff-50a6768f6576" providerId="ADAL" clId="{12403686-6B30-460B-9F7C-8C431AE6B48B}" dt="2025-07-21T19:55:15.133" v="0" actId="47"/>
        <pc:sldMkLst>
          <pc:docMk/>
          <pc:sldMk cId="4113864422" sldId="256"/>
        </pc:sldMkLst>
      </pc:sldChg>
      <pc:sldChg chg="new del">
        <pc:chgData name="Fernando Monrroy" userId="b98b761b-33af-413d-9fff-50a6768f6576" providerId="ADAL" clId="{12403686-6B30-460B-9F7C-8C431AE6B48B}" dt="2025-07-21T20:04:11.341" v="2" actId="47"/>
        <pc:sldMkLst>
          <pc:docMk/>
          <pc:sldMk cId="4146001086" sldId="256"/>
        </pc:sldMkLst>
      </pc:sldChg>
    </pc:docChg>
  </pc:docChgLst>
  <pc:docChgLst>
    <pc:chgData name="Fernando Monrroy" userId="b98b761b-33af-413d-9fff-50a6768f6576" providerId="ADAL" clId="{E89312FB-3583-4FB0-BE3D-94453A07EC6C}"/>
    <pc:docChg chg="custSel modSld">
      <pc:chgData name="Fernando Monrroy" userId="b98b761b-33af-413d-9fff-50a6768f6576" providerId="ADAL" clId="{E89312FB-3583-4FB0-BE3D-94453A07EC6C}" dt="2025-09-10T18:10:37.160" v="3" actId="20577"/>
      <pc:docMkLst>
        <pc:docMk/>
      </pc:docMkLst>
      <pc:sldChg chg="modSp mod">
        <pc:chgData name="Fernando Monrroy" userId="b98b761b-33af-413d-9fff-50a6768f6576" providerId="ADAL" clId="{E89312FB-3583-4FB0-BE3D-94453A07EC6C}" dt="2025-09-10T18:10:37.160" v="3" actId="20577"/>
        <pc:sldMkLst>
          <pc:docMk/>
          <pc:sldMk cId="1507375839" sldId="2147482064"/>
        </pc:sldMkLst>
        <pc:spChg chg="mod">
          <ac:chgData name="Fernando Monrroy" userId="b98b761b-33af-413d-9fff-50a6768f6576" providerId="ADAL" clId="{E89312FB-3583-4FB0-BE3D-94453A07EC6C}" dt="2025-09-10T18:10:37.160" v="3" actId="20577"/>
          <ac:spMkLst>
            <pc:docMk/>
            <pc:sldMk cId="1507375839" sldId="2147482064"/>
            <ac:spMk id="3" creationId="{10D17512-4DA8-5316-E3F9-A41B3AB501C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dPt>
            <c:idx val="0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14-42F2-A89D-AE29494B5C41}"/>
              </c:ext>
            </c:extLst>
          </c:dPt>
          <c:dPt>
            <c:idx val="1"/>
            <c:bubble3D val="0"/>
            <c:spPr>
              <a:solidFill>
                <a:srgbClr val="FEDB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14-42F2-A89D-AE29494B5C41}"/>
              </c:ext>
            </c:extLst>
          </c:dPt>
          <c:dPt>
            <c:idx val="2"/>
            <c:bubble3D val="0"/>
            <c:spPr>
              <a:solidFill>
                <a:srgbClr val="FF5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14-42F2-A89D-AE29494B5C41}"/>
              </c:ext>
            </c:extLst>
          </c:dPt>
          <c:dPt>
            <c:idx val="3"/>
            <c:bubble3D val="0"/>
            <c:spPr>
              <a:solidFill>
                <a:srgbClr val="BB00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A14-42F2-A89D-AE29494B5C41}"/>
              </c:ext>
            </c:extLst>
          </c:dPt>
          <c:dPt>
            <c:idx val="4"/>
            <c:bubble3D val="0"/>
            <c:spPr>
              <a:solidFill>
                <a:srgbClr val="FA002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A14-42F2-A89D-AE29494B5C41}"/>
              </c:ext>
            </c:extLst>
          </c:dPt>
          <c:dPt>
            <c:idx val="5"/>
            <c:bubble3D val="0"/>
            <c:spPr>
              <a:solidFill>
                <a:srgbClr val="FF637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A14-42F2-A89D-AE29494B5C41}"/>
              </c:ext>
            </c:extLst>
          </c:dPt>
          <c:dPt>
            <c:idx val="6"/>
            <c:bubble3D val="0"/>
            <c:spPr>
              <a:solidFill>
                <a:schemeClr val="tx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8A14-42F2-A89D-AE29494B5C41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A14-42F2-A89D-AE29494B5C41}"/>
                </c:ext>
              </c:extLst>
            </c:dLbl>
            <c:dLbl>
              <c:idx val="2"/>
              <c:layout>
                <c:manualLayout>
                  <c:x val="1.5965386515163198E-2"/>
                  <c:y val="-4.152165175899163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14-42F2-A89D-AE29494B5C4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6"/>
                <c:pt idx="0">
                  <c:v>Base</c:v>
                </c:pt>
                <c:pt idx="1">
                  <c:v>TV</c:v>
                </c:pt>
                <c:pt idx="2">
                  <c:v>Digital</c:v>
                </c:pt>
                <c:pt idx="5">
                  <c:v>Trade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</c:v>
                </c:pt>
                <c:pt idx="1">
                  <c:v>5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  <c:pt idx="5">
                  <c:v>20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A14-42F2-A89D-AE29494B5C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bg1"/>
          </a:solidFill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TV</c:v>
                </c:pt>
                <c:pt idx="1">
                  <c:v>Facebook</c:v>
                </c:pt>
                <c:pt idx="2">
                  <c:v>Instagram</c:v>
                </c:pt>
                <c:pt idx="3">
                  <c:v>TikTok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2.2999999999999998</c:v>
                </c:pt>
                <c:pt idx="1">
                  <c:v>4.5</c:v>
                </c:pt>
                <c:pt idx="2">
                  <c:v>3.7</c:v>
                </c:pt>
                <c:pt idx="3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2F-40F5-97CC-6A08F5D5E5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36986800"/>
        <c:axId val="1236988720"/>
      </c:barChart>
      <c:catAx>
        <c:axId val="12369868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6988720"/>
        <c:crosses val="autoZero"/>
        <c:auto val="1"/>
        <c:lblAlgn val="ctr"/>
        <c:lblOffset val="100"/>
        <c:noMultiLvlLbl val="0"/>
      </c:catAx>
      <c:valAx>
        <c:axId val="12369887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36986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7181839213613498E-2"/>
          <c:y val="0.17569689486429679"/>
          <c:w val="0.90563632157277296"/>
          <c:h val="0.615938005075813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BD-42D4-BE58-3E995447FC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TikTok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BD-42D4-BE58-3E995447FC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BD-42D4-BE58-3E995447FC1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EBD-42D4-BE58-3E995447FC1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91306992"/>
        <c:axId val="391307472"/>
      </c:barChart>
      <c:catAx>
        <c:axId val="3913069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1307472"/>
        <c:crosses val="autoZero"/>
        <c:auto val="1"/>
        <c:lblAlgn val="ctr"/>
        <c:lblOffset val="100"/>
        <c:noMultiLvlLbl val="0"/>
      </c:catAx>
      <c:valAx>
        <c:axId val="391307472"/>
        <c:scaling>
          <c:orientation val="minMax"/>
          <c:max val="100"/>
        </c:scaling>
        <c:delete val="1"/>
        <c:axPos val="l"/>
        <c:numFmt formatCode="General" sourceLinked="1"/>
        <c:majorTickMark val="out"/>
        <c:minorTickMark val="none"/>
        <c:tickLblPos val="nextTo"/>
        <c:crossAx val="391306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966896378915911E-2"/>
          <c:y val="0.14466508162445971"/>
          <c:w val="0.94611169244084548"/>
          <c:h val="0.7867126772087730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  <c:pt idx="65">
                  <c:v>6500000</c:v>
                </c:pt>
                <c:pt idx="66">
                  <c:v>6600000</c:v>
                </c:pt>
                <c:pt idx="67">
                  <c:v>6700000</c:v>
                </c:pt>
                <c:pt idx="68">
                  <c:v>6800000</c:v>
                </c:pt>
                <c:pt idx="69">
                  <c:v>6900000</c:v>
                </c:pt>
                <c:pt idx="70">
                  <c:v>7000000</c:v>
                </c:pt>
                <c:pt idx="71">
                  <c:v>7100000</c:v>
                </c:pt>
                <c:pt idx="72">
                  <c:v>7200000</c:v>
                </c:pt>
                <c:pt idx="73">
                  <c:v>7300000</c:v>
                </c:pt>
                <c:pt idx="74">
                  <c:v>7400000</c:v>
                </c:pt>
                <c:pt idx="75">
                  <c:v>7500000</c:v>
                </c:pt>
                <c:pt idx="76">
                  <c:v>7600000</c:v>
                </c:pt>
                <c:pt idx="77">
                  <c:v>7700000</c:v>
                </c:pt>
                <c:pt idx="78">
                  <c:v>7800000</c:v>
                </c:pt>
                <c:pt idx="79">
                  <c:v>7900000</c:v>
                </c:pt>
                <c:pt idx="80">
                  <c:v>8000000</c:v>
                </c:pt>
                <c:pt idx="81">
                  <c:v>8100000</c:v>
                </c:pt>
                <c:pt idx="82">
                  <c:v>8200000</c:v>
                </c:pt>
                <c:pt idx="83">
                  <c:v>8300000</c:v>
                </c:pt>
                <c:pt idx="84">
                  <c:v>8400000</c:v>
                </c:pt>
                <c:pt idx="85">
                  <c:v>8500000</c:v>
                </c:pt>
                <c:pt idx="86">
                  <c:v>8600000</c:v>
                </c:pt>
                <c:pt idx="87">
                  <c:v>8700000</c:v>
                </c:pt>
                <c:pt idx="88">
                  <c:v>8800000</c:v>
                </c:pt>
                <c:pt idx="89">
                  <c:v>8900000</c:v>
                </c:pt>
                <c:pt idx="90">
                  <c:v>9000000</c:v>
                </c:pt>
                <c:pt idx="91">
                  <c:v>9100000</c:v>
                </c:pt>
                <c:pt idx="92">
                  <c:v>9200000</c:v>
                </c:pt>
                <c:pt idx="93">
                  <c:v>9300000</c:v>
                </c:pt>
                <c:pt idx="94">
                  <c:v>9400000</c:v>
                </c:pt>
                <c:pt idx="95">
                  <c:v>9500000</c:v>
                </c:pt>
                <c:pt idx="96">
                  <c:v>9600000</c:v>
                </c:pt>
                <c:pt idx="97">
                  <c:v>9700000</c:v>
                </c:pt>
                <c:pt idx="98">
                  <c:v>9800000</c:v>
                </c:pt>
                <c:pt idx="99">
                  <c:v>9900000</c:v>
                </c:pt>
                <c:pt idx="100">
                  <c:v>10000000</c:v>
                </c:pt>
                <c:pt idx="101">
                  <c:v>10100000</c:v>
                </c:pt>
                <c:pt idx="102">
                  <c:v>10200000</c:v>
                </c:pt>
                <c:pt idx="103">
                  <c:v>10300000</c:v>
                </c:pt>
                <c:pt idx="104">
                  <c:v>10400000</c:v>
                </c:pt>
                <c:pt idx="105">
                  <c:v>10500000</c:v>
                </c:pt>
                <c:pt idx="106">
                  <c:v>10600000</c:v>
                </c:pt>
                <c:pt idx="107">
                  <c:v>10700000</c:v>
                </c:pt>
                <c:pt idx="108">
                  <c:v>10800000</c:v>
                </c:pt>
                <c:pt idx="109">
                  <c:v>10900000</c:v>
                </c:pt>
                <c:pt idx="110">
                  <c:v>11000000</c:v>
                </c:pt>
                <c:pt idx="111">
                  <c:v>11100000</c:v>
                </c:pt>
                <c:pt idx="112">
                  <c:v>11200000</c:v>
                </c:pt>
                <c:pt idx="113">
                  <c:v>11300000</c:v>
                </c:pt>
                <c:pt idx="114">
                  <c:v>11400000</c:v>
                </c:pt>
                <c:pt idx="115">
                  <c:v>11500000</c:v>
                </c:pt>
                <c:pt idx="116">
                  <c:v>11600000</c:v>
                </c:pt>
                <c:pt idx="117">
                  <c:v>11700000</c:v>
                </c:pt>
                <c:pt idx="118">
                  <c:v>11800000</c:v>
                </c:pt>
                <c:pt idx="119">
                  <c:v>11900000</c:v>
                </c:pt>
                <c:pt idx="120">
                  <c:v>12000000</c:v>
                </c:pt>
                <c:pt idx="121">
                  <c:v>12100000</c:v>
                </c:pt>
                <c:pt idx="122">
                  <c:v>12200000</c:v>
                </c:pt>
                <c:pt idx="123">
                  <c:v>12300000</c:v>
                </c:pt>
                <c:pt idx="124">
                  <c:v>12400000</c:v>
                </c:pt>
                <c:pt idx="125">
                  <c:v>12500000</c:v>
                </c:pt>
                <c:pt idx="126">
                  <c:v>12600000</c:v>
                </c:pt>
                <c:pt idx="127">
                  <c:v>12700000</c:v>
                </c:pt>
                <c:pt idx="128">
                  <c:v>12800000</c:v>
                </c:pt>
                <c:pt idx="129">
                  <c:v>12900000</c:v>
                </c:pt>
                <c:pt idx="130">
                  <c:v>13000000</c:v>
                </c:pt>
                <c:pt idx="131">
                  <c:v>13100000</c:v>
                </c:pt>
                <c:pt idx="132">
                  <c:v>13200000</c:v>
                </c:pt>
                <c:pt idx="133">
                  <c:v>13300000</c:v>
                </c:pt>
                <c:pt idx="134">
                  <c:v>13400000</c:v>
                </c:pt>
                <c:pt idx="135">
                  <c:v>13500000</c:v>
                </c:pt>
                <c:pt idx="136">
                  <c:v>13600000</c:v>
                </c:pt>
                <c:pt idx="137">
                  <c:v>13700000</c:v>
                </c:pt>
                <c:pt idx="138">
                  <c:v>13800000</c:v>
                </c:pt>
                <c:pt idx="139">
                  <c:v>13900000</c:v>
                </c:pt>
                <c:pt idx="140">
                  <c:v>14000000</c:v>
                </c:pt>
                <c:pt idx="141">
                  <c:v>14100000</c:v>
                </c:pt>
                <c:pt idx="142">
                  <c:v>14200000</c:v>
                </c:pt>
                <c:pt idx="143">
                  <c:v>14300000</c:v>
                </c:pt>
                <c:pt idx="144">
                  <c:v>14400000</c:v>
                </c:pt>
                <c:pt idx="145">
                  <c:v>14500000</c:v>
                </c:pt>
                <c:pt idx="146">
                  <c:v>14600000</c:v>
                </c:pt>
                <c:pt idx="147">
                  <c:v>14700000</c:v>
                </c:pt>
                <c:pt idx="148">
                  <c:v>14800000</c:v>
                </c:pt>
                <c:pt idx="149">
                  <c:v>14900000</c:v>
                </c:pt>
                <c:pt idx="150">
                  <c:v>15000000</c:v>
                </c:pt>
                <c:pt idx="151">
                  <c:v>15100000</c:v>
                </c:pt>
                <c:pt idx="152">
                  <c:v>15200000</c:v>
                </c:pt>
                <c:pt idx="153">
                  <c:v>15300000</c:v>
                </c:pt>
                <c:pt idx="154">
                  <c:v>15400000</c:v>
                </c:pt>
                <c:pt idx="155">
                  <c:v>15500000</c:v>
                </c:pt>
                <c:pt idx="156">
                  <c:v>15600000</c:v>
                </c:pt>
                <c:pt idx="157">
                  <c:v>15700000</c:v>
                </c:pt>
                <c:pt idx="158">
                  <c:v>15800000</c:v>
                </c:pt>
                <c:pt idx="159">
                  <c:v>15900000</c:v>
                </c:pt>
                <c:pt idx="160">
                  <c:v>16000000</c:v>
                </c:pt>
                <c:pt idx="161">
                  <c:v>16100000</c:v>
                </c:pt>
                <c:pt idx="162">
                  <c:v>16200000</c:v>
                </c:pt>
                <c:pt idx="163">
                  <c:v>16300000</c:v>
                </c:pt>
                <c:pt idx="164">
                  <c:v>16400000</c:v>
                </c:pt>
                <c:pt idx="165">
                  <c:v>16500000</c:v>
                </c:pt>
                <c:pt idx="166">
                  <c:v>16600000</c:v>
                </c:pt>
                <c:pt idx="167">
                  <c:v>16700000</c:v>
                </c:pt>
                <c:pt idx="168">
                  <c:v>16800000</c:v>
                </c:pt>
                <c:pt idx="169">
                  <c:v>16900000</c:v>
                </c:pt>
                <c:pt idx="170">
                  <c:v>17000000</c:v>
                </c:pt>
                <c:pt idx="171">
                  <c:v>17100000</c:v>
                </c:pt>
                <c:pt idx="172">
                  <c:v>17200000</c:v>
                </c:pt>
                <c:pt idx="173">
                  <c:v>17300000</c:v>
                </c:pt>
                <c:pt idx="174">
                  <c:v>17400000</c:v>
                </c:pt>
                <c:pt idx="175">
                  <c:v>17500000</c:v>
                </c:pt>
                <c:pt idx="176">
                  <c:v>17600000</c:v>
                </c:pt>
                <c:pt idx="177">
                  <c:v>17700000</c:v>
                </c:pt>
                <c:pt idx="178">
                  <c:v>17800000</c:v>
                </c:pt>
                <c:pt idx="179">
                  <c:v>17900000</c:v>
                </c:pt>
                <c:pt idx="180">
                  <c:v>18000000</c:v>
                </c:pt>
                <c:pt idx="181">
                  <c:v>18100000</c:v>
                </c:pt>
                <c:pt idx="182">
                  <c:v>18200000</c:v>
                </c:pt>
                <c:pt idx="183">
                  <c:v>18300000</c:v>
                </c:pt>
                <c:pt idx="184">
                  <c:v>18400000</c:v>
                </c:pt>
                <c:pt idx="185">
                  <c:v>18500000</c:v>
                </c:pt>
                <c:pt idx="186">
                  <c:v>18600000</c:v>
                </c:pt>
                <c:pt idx="187">
                  <c:v>18700000</c:v>
                </c:pt>
                <c:pt idx="188">
                  <c:v>18800000</c:v>
                </c:pt>
                <c:pt idx="189">
                  <c:v>18900000</c:v>
                </c:pt>
                <c:pt idx="190">
                  <c:v>19000000</c:v>
                </c:pt>
                <c:pt idx="191">
                  <c:v>19100000</c:v>
                </c:pt>
                <c:pt idx="192">
                  <c:v>19200000</c:v>
                </c:pt>
                <c:pt idx="193">
                  <c:v>19300000</c:v>
                </c:pt>
                <c:pt idx="194">
                  <c:v>19400000</c:v>
                </c:pt>
                <c:pt idx="195">
                  <c:v>19500000</c:v>
                </c:pt>
                <c:pt idx="196">
                  <c:v>19600000</c:v>
                </c:pt>
                <c:pt idx="197">
                  <c:v>19700000</c:v>
                </c:pt>
                <c:pt idx="198">
                  <c:v>19800000</c:v>
                </c:pt>
                <c:pt idx="199">
                  <c:v>19900000</c:v>
                </c:pt>
                <c:pt idx="200">
                  <c:v>20000000</c:v>
                </c:pt>
                <c:pt idx="201">
                  <c:v>20100000</c:v>
                </c:pt>
                <c:pt idx="202">
                  <c:v>20200000</c:v>
                </c:pt>
                <c:pt idx="203">
                  <c:v>20300000</c:v>
                </c:pt>
                <c:pt idx="204">
                  <c:v>20400000</c:v>
                </c:pt>
                <c:pt idx="205">
                  <c:v>20500000</c:v>
                </c:pt>
                <c:pt idx="206">
                  <c:v>20600000</c:v>
                </c:pt>
                <c:pt idx="207">
                  <c:v>20700000</c:v>
                </c:pt>
                <c:pt idx="208">
                  <c:v>20800000</c:v>
                </c:pt>
                <c:pt idx="209">
                  <c:v>20900000</c:v>
                </c:pt>
                <c:pt idx="210">
                  <c:v>21000000</c:v>
                </c:pt>
                <c:pt idx="211">
                  <c:v>21100000</c:v>
                </c:pt>
                <c:pt idx="212">
                  <c:v>21200000</c:v>
                </c:pt>
                <c:pt idx="213">
                  <c:v>21300000</c:v>
                </c:pt>
                <c:pt idx="214">
                  <c:v>21400000</c:v>
                </c:pt>
                <c:pt idx="215">
                  <c:v>21500000</c:v>
                </c:pt>
                <c:pt idx="216">
                  <c:v>21600000</c:v>
                </c:pt>
                <c:pt idx="217">
                  <c:v>21700000</c:v>
                </c:pt>
                <c:pt idx="218">
                  <c:v>21800000</c:v>
                </c:pt>
                <c:pt idx="219">
                  <c:v>21900000</c:v>
                </c:pt>
                <c:pt idx="220">
                  <c:v>22000000</c:v>
                </c:pt>
                <c:pt idx="221">
                  <c:v>22100000</c:v>
                </c:pt>
                <c:pt idx="222">
                  <c:v>22200000</c:v>
                </c:pt>
                <c:pt idx="223">
                  <c:v>22300000</c:v>
                </c:pt>
                <c:pt idx="224">
                  <c:v>22400000</c:v>
                </c:pt>
                <c:pt idx="225">
                  <c:v>22500000</c:v>
                </c:pt>
                <c:pt idx="226">
                  <c:v>22600000</c:v>
                </c:pt>
                <c:pt idx="227">
                  <c:v>22700000</c:v>
                </c:pt>
                <c:pt idx="228">
                  <c:v>22800000</c:v>
                </c:pt>
                <c:pt idx="229">
                  <c:v>22900000</c:v>
                </c:pt>
                <c:pt idx="230">
                  <c:v>23000000</c:v>
                </c:pt>
                <c:pt idx="231">
                  <c:v>23100000</c:v>
                </c:pt>
                <c:pt idx="232">
                  <c:v>23200000</c:v>
                </c:pt>
                <c:pt idx="233">
                  <c:v>23300000</c:v>
                </c:pt>
                <c:pt idx="234">
                  <c:v>23400000</c:v>
                </c:pt>
                <c:pt idx="235">
                  <c:v>23500000</c:v>
                </c:pt>
                <c:pt idx="236">
                  <c:v>23600000</c:v>
                </c:pt>
                <c:pt idx="237">
                  <c:v>23700000</c:v>
                </c:pt>
                <c:pt idx="238">
                  <c:v>23800000</c:v>
                </c:pt>
                <c:pt idx="239">
                  <c:v>23900000</c:v>
                </c:pt>
                <c:pt idx="240">
                  <c:v>24000000</c:v>
                </c:pt>
                <c:pt idx="241">
                  <c:v>24100000</c:v>
                </c:pt>
                <c:pt idx="242">
                  <c:v>24200000</c:v>
                </c:pt>
                <c:pt idx="243">
                  <c:v>24300000</c:v>
                </c:pt>
                <c:pt idx="244">
                  <c:v>24400000</c:v>
                </c:pt>
                <c:pt idx="245">
                  <c:v>24500000</c:v>
                </c:pt>
                <c:pt idx="246">
                  <c:v>24600000</c:v>
                </c:pt>
                <c:pt idx="247">
                  <c:v>24700000</c:v>
                </c:pt>
                <c:pt idx="248">
                  <c:v>24800000</c:v>
                </c:pt>
                <c:pt idx="249">
                  <c:v>24900000</c:v>
                </c:pt>
                <c:pt idx="250">
                  <c:v>25000000</c:v>
                </c:pt>
                <c:pt idx="251">
                  <c:v>25100000</c:v>
                </c:pt>
                <c:pt idx="252">
                  <c:v>25200000</c:v>
                </c:pt>
                <c:pt idx="253">
                  <c:v>25300000</c:v>
                </c:pt>
                <c:pt idx="254">
                  <c:v>25400000</c:v>
                </c:pt>
                <c:pt idx="255">
                  <c:v>25500000</c:v>
                </c:pt>
                <c:pt idx="256">
                  <c:v>25600000</c:v>
                </c:pt>
                <c:pt idx="257">
                  <c:v>25700000</c:v>
                </c:pt>
                <c:pt idx="258">
                  <c:v>25800000</c:v>
                </c:pt>
                <c:pt idx="259">
                  <c:v>25900000</c:v>
                </c:pt>
                <c:pt idx="260">
                  <c:v>26000000</c:v>
                </c:pt>
                <c:pt idx="261">
                  <c:v>26100000</c:v>
                </c:pt>
                <c:pt idx="262">
                  <c:v>26200000</c:v>
                </c:pt>
                <c:pt idx="263">
                  <c:v>26300000</c:v>
                </c:pt>
                <c:pt idx="264">
                  <c:v>26400000</c:v>
                </c:pt>
                <c:pt idx="265">
                  <c:v>26500000</c:v>
                </c:pt>
                <c:pt idx="266">
                  <c:v>26600000</c:v>
                </c:pt>
                <c:pt idx="267">
                  <c:v>26700000</c:v>
                </c:pt>
                <c:pt idx="268">
                  <c:v>26800000</c:v>
                </c:pt>
                <c:pt idx="269">
                  <c:v>26900000</c:v>
                </c:pt>
                <c:pt idx="270">
                  <c:v>27000000</c:v>
                </c:pt>
              </c:numCache>
            </c:numRef>
          </c:cat>
          <c:val>
            <c:numRef>
              <c:f>Sheet1!$B$2:$B$1057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10959.647574496639</c:v>
                </c:pt>
                <c:pt idx="2">
                  <c:v>43773.737050670519</c:v>
                </c:pt>
                <c:pt idx="3">
                  <c:v>98248.665742665558</c:v>
                </c:pt>
                <c:pt idx="4">
                  <c:v>174064.92642091846</c:v>
                </c:pt>
                <c:pt idx="5">
                  <c:v>270781.7623794945</c:v>
                </c:pt>
                <c:pt idx="6">
                  <c:v>387843.50700521428</c:v>
                </c:pt>
                <c:pt idx="7">
                  <c:v>524587.43958050967</c:v>
                </c:pt>
                <c:pt idx="8">
                  <c:v>680252.95354262984</c:v>
                </c:pt>
                <c:pt idx="9">
                  <c:v>853991.80624924134</c:v>
                </c:pt>
                <c:pt idx="10">
                  <c:v>1044879.2012237972</c:v>
                </c:pt>
                <c:pt idx="11">
                  <c:v>1251925.4451226133</c:v>
                </c:pt>
                <c:pt idx="12">
                  <c:v>1474087.9220386196</c:v>
                </c:pt>
                <c:pt idx="13">
                  <c:v>1710283.1365545548</c:v>
                </c:pt>
                <c:pt idx="14">
                  <c:v>1959398.5931410119</c:v>
                </c:pt>
                <c:pt idx="15">
                  <c:v>2220304.3017580598</c:v>
                </c:pt>
                <c:pt idx="16">
                  <c:v>2491863.726397553</c:v>
                </c:pt>
                <c:pt idx="17">
                  <c:v>2772944.0232715295</c:v>
                </c:pt>
                <c:pt idx="18">
                  <c:v>3062425.4469199679</c:v>
                </c:pt>
                <c:pt idx="19">
                  <c:v>3359209.8342990354</c:v>
                </c:pt>
                <c:pt idx="20">
                  <c:v>3662228.1077114246</c:v>
                </c:pt>
                <c:pt idx="21">
                  <c:v>3970446.766257517</c:v>
                </c:pt>
                <c:pt idx="22">
                  <c:v>4282873.3615534157</c:v>
                </c:pt>
                <c:pt idx="23">
                  <c:v>4598560.9762498448</c:v>
                </c:pt>
                <c:pt idx="24">
                  <c:v>4916611.7430834966</c:v>
                </c:pt>
                <c:pt idx="25">
                  <c:v>5236179.4576903246</c:v>
                </c:pt>
                <c:pt idx="26">
                  <c:v>5556471.3502672222</c:v>
                </c:pt>
                <c:pt idx="27">
                  <c:v>5876749.0895790448</c:v>
                </c:pt>
                <c:pt idx="28">
                  <c:v>6196329.0980660357</c:v>
                </c:pt>
                <c:pt idx="29">
                  <c:v>6514582.2592775393</c:v>
                </c:pt>
                <c:pt idx="30">
                  <c:v>6830933.0989391804</c:v>
                </c:pt>
                <c:pt idx="31">
                  <c:v>7144858.5190688195</c:v>
                </c:pt>
                <c:pt idx="32">
                  <c:v>7455886.1610955223</c:v>
                </c:pt>
                <c:pt idx="33">
                  <c:v>7763592.4692881266</c:v>
                </c:pt>
                <c:pt idx="34">
                  <c:v>8067600.520314727</c:v>
                </c:pt>
                <c:pt idx="35">
                  <c:v>8367577.6787358848</c:v>
                </c:pt>
                <c:pt idx="36">
                  <c:v>8663233.1319484524</c:v>
                </c:pt>
                <c:pt idx="37">
                  <c:v>8954315.3517578207</c:v>
                </c:pt>
                <c:pt idx="38">
                  <c:v>9240609.5235407688</c:v>
                </c:pt>
                <c:pt idx="39">
                  <c:v>9521934.9780019224</c:v>
                </c:pt>
                <c:pt idx="40">
                  <c:v>9798142.6549236644</c:v>
                </c:pt>
                <c:pt idx="41">
                  <c:v>10069112.62312731</c:v>
                </c:pt>
                <c:pt idx="42">
                  <c:v>10334751.676145794</c:v>
                </c:pt>
                <c:pt idx="43">
                  <c:v>10594991.018870998</c:v>
                </c:pt>
                <c:pt idx="44">
                  <c:v>10849784.056685776</c:v>
                </c:pt>
                <c:pt idx="45">
                  <c:v>11099104.29530818</c:v>
                </c:pt>
                <c:pt idx="46">
                  <c:v>11342943.356742602</c:v>
                </c:pt>
                <c:pt idx="47">
                  <c:v>11581309.114319226</c:v>
                </c:pt>
                <c:pt idx="48">
                  <c:v>11814223.947777798</c:v>
                </c:pt>
                <c:pt idx="49">
                  <c:v>12041723.117676321</c:v>
                </c:pt>
                <c:pt idx="50">
                  <c:v>12263853.257045936</c:v>
                </c:pt>
                <c:pt idx="51">
                  <c:v>12480670.977130949</c:v>
                </c:pt>
                <c:pt idx="52">
                  <c:v>12692241.583215509</c:v>
                </c:pt>
                <c:pt idx="53">
                  <c:v>12898637.895911435</c:v>
                </c:pt>
                <c:pt idx="54">
                  <c:v>13099939.172835154</c:v>
                </c:pt>
                <c:pt idx="55">
                  <c:v>13296230.125307985</c:v>
                </c:pt>
                <c:pt idx="56">
                  <c:v>13487600.024548121</c:v>
                </c:pt>
                <c:pt idx="57">
                  <c:v>13674141.891761415</c:v>
                </c:pt>
                <c:pt idx="58">
                  <c:v>13855951.766563602</c:v>
                </c:pt>
                <c:pt idx="59">
                  <c:v>14033128.048258753</c:v>
                </c:pt>
                <c:pt idx="60">
                  <c:v>14205770.904646872</c:v>
                </c:pt>
                <c:pt idx="61">
                  <c:v>14373981.743219512</c:v>
                </c:pt>
                <c:pt idx="62">
                  <c:v>14537862.739821455</c:v>
                </c:pt>
                <c:pt idx="63">
                  <c:v>14697516.420093363</c:v>
                </c:pt>
                <c:pt idx="64">
                  <c:v>14853045.289263543</c:v>
                </c:pt>
                <c:pt idx="65">
                  <c:v>15004551.506114861</c:v>
                </c:pt>
                <c:pt idx="66">
                  <c:v>15152136.597214947</c:v>
                </c:pt>
                <c:pt idx="67">
                  <c:v>15295901.207756339</c:v>
                </c:pt>
                <c:pt idx="68">
                  <c:v>15435944.885607988</c:v>
                </c:pt>
                <c:pt idx="69">
                  <c:v>15572365.895426473</c:v>
                </c:pt>
                <c:pt idx="70">
                  <c:v>15705261.059912249</c:v>
                </c:pt>
                <c:pt idx="71">
                  <c:v>15834725.625524119</c:v>
                </c:pt>
                <c:pt idx="72">
                  <c:v>15960853.150180005</c:v>
                </c:pt>
                <c:pt idx="73">
                  <c:v>16083735.410676174</c:v>
                </c:pt>
                <c:pt idx="74">
                  <c:v>16203462.327748328</c:v>
                </c:pt>
                <c:pt idx="75">
                  <c:v>16320121.906877397</c:v>
                </c:pt>
                <c:pt idx="76">
                  <c:v>16433800.193109799</c:v>
                </c:pt>
                <c:pt idx="77">
                  <c:v>16544581.238317464</c:v>
                </c:pt>
                <c:pt idx="78">
                  <c:v>16652547.07946714</c:v>
                </c:pt>
                <c:pt idx="79">
                  <c:v>16757777.726601267</c:v>
                </c:pt>
                <c:pt idx="80">
                  <c:v>16860351.15935564</c:v>
                </c:pt>
                <c:pt idx="81">
                  <c:v>16960343.330952086</c:v>
                </c:pt>
                <c:pt idx="82">
                  <c:v>17057828.178707808</c:v>
                </c:pt>
                <c:pt idx="83">
                  <c:v>17152877.640198134</c:v>
                </c:pt>
                <c:pt idx="84">
                  <c:v>17245561.674296152</c:v>
                </c:pt>
                <c:pt idx="85">
                  <c:v>17335948.286392208</c:v>
                </c:pt>
                <c:pt idx="86">
                  <c:v>17424103.557168052</c:v>
                </c:pt>
                <c:pt idx="87">
                  <c:v>17510091.674366791</c:v>
                </c:pt>
                <c:pt idx="88">
                  <c:v>17593974.967058897</c:v>
                </c:pt>
                <c:pt idx="89">
                  <c:v>17675813.941959411</c:v>
                </c:pt>
                <c:pt idx="90">
                  <c:v>17755667.321400158</c:v>
                </c:pt>
                <c:pt idx="91">
                  <c:v>17833592.082605485</c:v>
                </c:pt>
                <c:pt idx="92">
                  <c:v>17909643.497960173</c:v>
                </c:pt>
                <c:pt idx="93">
                  <c:v>17983875.175994899</c:v>
                </c:pt>
                <c:pt idx="94">
                  <c:v>18056339.10284657</c:v>
                </c:pt>
                <c:pt idx="95">
                  <c:v>18127085.683981117</c:v>
                </c:pt>
                <c:pt idx="96">
                  <c:v>18196163.78599279</c:v>
                </c:pt>
                <c:pt idx="97">
                  <c:v>18263620.778317153</c:v>
                </c:pt>
                <c:pt idx="98">
                  <c:v>18329502.574717354</c:v>
                </c:pt>
                <c:pt idx="99">
                  <c:v>18393853.674421772</c:v>
                </c:pt>
                <c:pt idx="100">
                  <c:v>18456717.202808648</c:v>
                </c:pt>
                <c:pt idx="101">
                  <c:v>18518134.951548211</c:v>
                </c:pt>
                <c:pt idx="102">
                  <c:v>18578147.418127205</c:v>
                </c:pt>
                <c:pt idx="103">
                  <c:v>18636793.844692301</c:v>
                </c:pt>
                <c:pt idx="104">
                  <c:v>18694112.256159991</c:v>
                </c:pt>
                <c:pt idx="105">
                  <c:v>18750139.497550156</c:v>
                </c:pt>
                <c:pt idx="106">
                  <c:v>18804911.270509209</c:v>
                </c:pt>
                <c:pt idx="107">
                  <c:v>18858462.168996025</c:v>
                </c:pt>
                <c:pt idx="108">
                  <c:v>18910825.714110512</c:v>
                </c:pt>
                <c:pt idx="109">
                  <c:v>18962034.388050996</c:v>
                </c:pt>
                <c:pt idx="110">
                  <c:v>19012119.667191084</c:v>
                </c:pt>
                <c:pt idx="111">
                  <c:v>19061112.054271806</c:v>
                </c:pt>
                <c:pt idx="112">
                  <c:v>19109041.109708317</c:v>
                </c:pt>
                <c:pt idx="113">
                  <c:v>19155935.482014045</c:v>
                </c:pt>
                <c:pt idx="114">
                  <c:v>19201822.937348235</c:v>
                </c:pt>
                <c:pt idx="115">
                  <c:v>19246730.388195008</c:v>
                </c:pt>
                <c:pt idx="116">
                  <c:v>19290683.921184726</c:v>
                </c:pt>
                <c:pt idx="117">
                  <c:v>19333708.824070014</c:v>
                </c:pt>
                <c:pt idx="118">
                  <c:v>19375829.611870028</c:v>
                </c:pt>
                <c:pt idx="119">
                  <c:v>19417070.052198771</c:v>
                </c:pt>
                <c:pt idx="120">
                  <c:v>19457453.189793255</c:v>
                </c:pt>
                <c:pt idx="121">
                  <c:v>19497001.37025886</c:v>
                </c:pt>
                <c:pt idx="122">
                  <c:v>19535736.263049807</c:v>
                </c:pt>
                <c:pt idx="123">
                  <c:v>19573678.883702818</c:v>
                </c:pt>
                <c:pt idx="124">
                  <c:v>19610849.615342971</c:v>
                </c:pt>
                <c:pt idx="125">
                  <c:v>19647268.229480557</c:v>
                </c:pt>
                <c:pt idx="126">
                  <c:v>19682953.906118162</c:v>
                </c:pt>
                <c:pt idx="127">
                  <c:v>19717925.253186986</c:v>
                </c:pt>
                <c:pt idx="128">
                  <c:v>19752200.325331863</c:v>
                </c:pt>
                <c:pt idx="129">
                  <c:v>19785796.64206367</c:v>
                </c:pt>
                <c:pt idx="130">
                  <c:v>19818731.20529836</c:v>
                </c:pt>
                <c:pt idx="131">
                  <c:v>19851020.516301032</c:v>
                </c:pt>
                <c:pt idx="132">
                  <c:v>19882680.592053648</c:v>
                </c:pt>
                <c:pt idx="133">
                  <c:v>19913726.981064457</c:v>
                </c:pt>
                <c:pt idx="134">
                  <c:v>19944174.77863707</c:v>
                </c:pt>
                <c:pt idx="135">
                  <c:v>19974038.641616333</c:v>
                </c:pt>
                <c:pt idx="136">
                  <c:v>20003332.802628465</c:v>
                </c:pt>
                <c:pt idx="137">
                  <c:v>20032071.083832063</c:v>
                </c:pt>
                <c:pt idx="138">
                  <c:v>20060266.910196029</c:v>
                </c:pt>
                <c:pt idx="139">
                  <c:v>20087933.322320715</c:v>
                </c:pt>
                <c:pt idx="140">
                  <c:v>20115082.988817506</c:v>
                </c:pt>
                <c:pt idx="141">
                  <c:v>20141728.218261924</c:v>
                </c:pt>
                <c:pt idx="142">
                  <c:v>20167880.970735006</c:v>
                </c:pt>
                <c:pt idx="143">
                  <c:v>20193552.868967131</c:v>
                </c:pt>
                <c:pt idx="144">
                  <c:v>20218755.209097948</c:v>
                </c:pt>
                <c:pt idx="145">
                  <c:v>20243498.971066043</c:v>
                </c:pt>
                <c:pt idx="146">
                  <c:v>20267794.828641061</c:v>
                </c:pt>
                <c:pt idx="147">
                  <c:v>20291653.159111071</c:v>
                </c:pt>
                <c:pt idx="148">
                  <c:v>20315084.052637015</c:v>
                </c:pt>
                <c:pt idx="149">
                  <c:v>20338097.321286406</c:v>
                </c:pt>
                <c:pt idx="150">
                  <c:v>20360702.50775725</c:v>
                </c:pt>
                <c:pt idx="151">
                  <c:v>20382908.893803515</c:v>
                </c:pt>
                <c:pt idx="152">
                  <c:v>20404725.508372519</c:v>
                </c:pt>
                <c:pt idx="153">
                  <c:v>20426161.135464631</c:v>
                </c:pt>
                <c:pt idx="154">
                  <c:v>20447224.321725156</c:v>
                </c:pt>
                <c:pt idx="155">
                  <c:v>20467923.383778024</c:v>
                </c:pt>
                <c:pt idx="156">
                  <c:v>20488266.415310401</c:v>
                </c:pt>
                <c:pt idx="157">
                  <c:v>20508261.293917239</c:v>
                </c:pt>
                <c:pt idx="158">
                  <c:v>20527915.687714253</c:v>
                </c:pt>
                <c:pt idx="159">
                  <c:v>20547237.061727781</c:v>
                </c:pt>
                <c:pt idx="160">
                  <c:v>20566232.684069313</c:v>
                </c:pt>
                <c:pt idx="161">
                  <c:v>20584909.631902475</c:v>
                </c:pt>
                <c:pt idx="162">
                  <c:v>20603274.797209982</c:v>
                </c:pt>
                <c:pt idx="163">
                  <c:v>20621334.89236759</c:v>
                </c:pt>
                <c:pt idx="164">
                  <c:v>20639096.455532022</c:v>
                </c:pt>
                <c:pt idx="165">
                  <c:v>20656565.855849434</c:v>
                </c:pt>
                <c:pt idx="166">
                  <c:v>20673749.298490908</c:v>
                </c:pt>
                <c:pt idx="167">
                  <c:v>20690652.829521153</c:v>
                </c:pt>
                <c:pt idx="168">
                  <c:v>20707282.34060619</c:v>
                </c:pt>
                <c:pt idx="169">
                  <c:v>20723643.573566008</c:v>
                </c:pt>
                <c:pt idx="170">
                  <c:v>20739742.124777444</c:v>
                </c:pt>
                <c:pt idx="171">
                  <c:v>20755583.449432813</c:v>
                </c:pt>
                <c:pt idx="172">
                  <c:v>20771172.865659207</c:v>
                </c:pt>
                <c:pt idx="173">
                  <c:v>20786515.558503561</c:v>
                </c:pt>
                <c:pt idx="174">
                  <c:v>20801616.583788134</c:v>
                </c:pt>
                <c:pt idx="175">
                  <c:v>20816480.871841002</c:v>
                </c:pt>
                <c:pt idx="176">
                  <c:v>20831113.231105909</c:v>
                </c:pt>
                <c:pt idx="177">
                  <c:v>20845518.351635806</c:v>
                </c:pt>
                <c:pt idx="178">
                  <c:v>20859700.808474131</c:v>
                </c:pt>
                <c:pt idx="179">
                  <c:v>20873665.064927671</c:v>
                </c:pt>
                <c:pt idx="180">
                  <c:v>20887415.475734912</c:v>
                </c:pt>
                <c:pt idx="181">
                  <c:v>20900956.290133424</c:v>
                </c:pt>
                <c:pt idx="182">
                  <c:v>20914291.654829945</c:v>
                </c:pt>
                <c:pt idx="183">
                  <c:v>20927425.616876233</c:v>
                </c:pt>
                <c:pt idx="184">
                  <c:v>20940362.126454372</c:v>
                </c:pt>
                <c:pt idx="185">
                  <c:v>20953105.039574265</c:v>
                </c:pt>
                <c:pt idx="186">
                  <c:v>20965658.120686613</c:v>
                </c:pt>
                <c:pt idx="187">
                  <c:v>20978025.045214131</c:v>
                </c:pt>
                <c:pt idx="188">
                  <c:v>20990209.402003888</c:v>
                </c:pt>
                <c:pt idx="189">
                  <c:v>21002214.695703436</c:v>
                </c:pt>
                <c:pt idx="190">
                  <c:v>21014044.349063322</c:v>
                </c:pt>
                <c:pt idx="191">
                  <c:v>21025701.705168515</c:v>
                </c:pt>
                <c:pt idx="192">
                  <c:v>21037190.029601175</c:v>
                </c:pt>
                <c:pt idx="193">
                  <c:v>21048512.512537003</c:v>
                </c:pt>
                <c:pt idx="194">
                  <c:v>21059672.270777535</c:v>
                </c:pt>
                <c:pt idx="195">
                  <c:v>21070672.349720474</c:v>
                </c:pt>
                <c:pt idx="196">
                  <c:v>21081515.72527013</c:v>
                </c:pt>
                <c:pt idx="197">
                  <c:v>21092205.305690005</c:v>
                </c:pt>
                <c:pt idx="198">
                  <c:v>21102743.933399457</c:v>
                </c:pt>
                <c:pt idx="199">
                  <c:v>21113134.386716295</c:v>
                </c:pt>
                <c:pt idx="200">
                  <c:v>21123379.381547119</c:v>
                </c:pt>
                <c:pt idx="201">
                  <c:v>21133481.5730271</c:v>
                </c:pt>
                <c:pt idx="202">
                  <c:v>21143443.557110917</c:v>
                </c:pt>
                <c:pt idx="203">
                  <c:v>21153267.872116432</c:v>
                </c:pt>
                <c:pt idx="204">
                  <c:v>21162957.000222683</c:v>
                </c:pt>
                <c:pt idx="205">
                  <c:v>21172513.368923668</c:v>
                </c:pt>
                <c:pt idx="206">
                  <c:v>21181939.352439374</c:v>
                </c:pt>
                <c:pt idx="207">
                  <c:v>21191237.273085412</c:v>
                </c:pt>
                <c:pt idx="208">
                  <c:v>21200409.402602721</c:v>
                </c:pt>
                <c:pt idx="209">
                  <c:v>21209457.963448476</c:v>
                </c:pt>
                <c:pt idx="210">
                  <c:v>21218385.130049538</c:v>
                </c:pt>
                <c:pt idx="211">
                  <c:v>21227193.030019682</c:v>
                </c:pt>
                <c:pt idx="212">
                  <c:v>21235883.745341685</c:v>
                </c:pt>
                <c:pt idx="213">
                  <c:v>21244459.313515481</c:v>
                </c:pt>
                <c:pt idx="214">
                  <c:v>21252921.72867341</c:v>
                </c:pt>
                <c:pt idx="215">
                  <c:v>21261272.942663625</c:v>
                </c:pt>
                <c:pt idx="216">
                  <c:v>21269514.866102677</c:v>
                </c:pt>
                <c:pt idx="217">
                  <c:v>21277649.369398251</c:v>
                </c:pt>
                <c:pt idx="218">
                  <c:v>21285678.283742998</c:v>
                </c:pt>
                <c:pt idx="219">
                  <c:v>21293603.402080361</c:v>
                </c:pt>
                <c:pt idx="220">
                  <c:v>21301426.480043251</c:v>
                </c:pt>
                <c:pt idx="221">
                  <c:v>21309149.236866537</c:v>
                </c:pt>
                <c:pt idx="222">
                  <c:v>21316773.356273964</c:v>
                </c:pt>
                <c:pt idx="223">
                  <c:v>21324300.487340517</c:v>
                </c:pt>
                <c:pt idx="224">
                  <c:v>21331732.245330818</c:v>
                </c:pt>
                <c:pt idx="225">
                  <c:v>21339070.212514404</c:v>
                </c:pt>
                <c:pt idx="226">
                  <c:v>21346315.938958537</c:v>
                </c:pt>
                <c:pt idx="227">
                  <c:v>21353470.943299271</c:v>
                </c:pt>
                <c:pt idx="228">
                  <c:v>21360536.713491436</c:v>
                </c:pt>
                <c:pt idx="229">
                  <c:v>21367514.70753815</c:v>
                </c:pt>
                <c:pt idx="230">
                  <c:v>21374406.354200561</c:v>
                </c:pt>
                <c:pt idx="231">
                  <c:v>21381213.053688314</c:v>
                </c:pt>
                <c:pt idx="232">
                  <c:v>21387936.178331397</c:v>
                </c:pt>
                <c:pt idx="233">
                  <c:v>21394577.07323394</c:v>
                </c:pt>
                <c:pt idx="234">
                  <c:v>21401137.056910437</c:v>
                </c:pt>
                <c:pt idx="235">
                  <c:v>21407617.421904996</c:v>
                </c:pt>
                <c:pt idx="236">
                  <c:v>21414019.435394067</c:v>
                </c:pt>
                <c:pt idx="237">
                  <c:v>21420344.339773174</c:v>
                </c:pt>
                <c:pt idx="238">
                  <c:v>21426593.353228129</c:v>
                </c:pt>
                <c:pt idx="239">
                  <c:v>21432767.670291152</c:v>
                </c:pt>
                <c:pt idx="240">
                  <c:v>21438868.462382372</c:v>
                </c:pt>
                <c:pt idx="241">
                  <c:v>21444896.878337149</c:v>
                </c:pt>
                <c:pt idx="242">
                  <c:v>21450854.044919599</c:v>
                </c:pt>
                <c:pt idx="243">
                  <c:v>21456741.067322742</c:v>
                </c:pt>
                <c:pt idx="244">
                  <c:v>21462559.029655691</c:v>
                </c:pt>
                <c:pt idx="245">
                  <c:v>21468308.995418221</c:v>
                </c:pt>
                <c:pt idx="246">
                  <c:v>21473992.007963061</c:v>
                </c:pt>
                <c:pt idx="247">
                  <c:v>21479609.090946391</c:v>
                </c:pt>
                <c:pt idx="248">
                  <c:v>21485161.248766668</c:v>
                </c:pt>
                <c:pt idx="249">
                  <c:v>21490649.466992363</c:v>
                </c:pt>
                <c:pt idx="250">
                  <c:v>21496074.71277871</c:v>
                </c:pt>
                <c:pt idx="251">
                  <c:v>21501437.935273938</c:v>
                </c:pt>
                <c:pt idx="252">
                  <c:v>21506740.066015214</c:v>
                </c:pt>
                <c:pt idx="253">
                  <c:v>21511982.019314546</c:v>
                </c:pt>
                <c:pt idx="254">
                  <c:v>21517164.692635059</c:v>
                </c:pt>
                <c:pt idx="255">
                  <c:v>21522288.9669578</c:v>
                </c:pt>
                <c:pt idx="256">
                  <c:v>21527355.707139354</c:v>
                </c:pt>
                <c:pt idx="257">
                  <c:v>21532365.762260638</c:v>
                </c:pt>
                <c:pt idx="258">
                  <c:v>21537319.96596691</c:v>
                </c:pt>
                <c:pt idx="259">
                  <c:v>21542219.136799492</c:v>
                </c:pt>
                <c:pt idx="260">
                  <c:v>21547064.078519206</c:v>
                </c:pt>
                <c:pt idx="261">
                  <c:v>21551855.580421932</c:v>
                </c:pt>
                <c:pt idx="262">
                  <c:v>21556594.417646367</c:v>
                </c:pt>
                <c:pt idx="263">
                  <c:v>21561281.3514743</c:v>
                </c:pt>
                <c:pt idx="264">
                  <c:v>21565917.129623562</c:v>
                </c:pt>
                <c:pt idx="265">
                  <c:v>21570502.486533858</c:v>
                </c:pt>
                <c:pt idx="266">
                  <c:v>21575038.143645667</c:v>
                </c:pt>
                <c:pt idx="267">
                  <c:v>21579524.80967243</c:v>
                </c:pt>
                <c:pt idx="268">
                  <c:v>21583963.180866182</c:v>
                </c:pt>
                <c:pt idx="269">
                  <c:v>21588353.941276789</c:v>
                </c:pt>
                <c:pt idx="270">
                  <c:v>21592697.763005015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9-B7D0-4086-949C-25D748E47B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3956064"/>
        <c:axId val="55707153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  <c:pt idx="65">
                  <c:v>6500000</c:v>
                </c:pt>
                <c:pt idx="66">
                  <c:v>6600000</c:v>
                </c:pt>
                <c:pt idx="67">
                  <c:v>6700000</c:v>
                </c:pt>
                <c:pt idx="68">
                  <c:v>6800000</c:v>
                </c:pt>
                <c:pt idx="69">
                  <c:v>6900000</c:v>
                </c:pt>
                <c:pt idx="70">
                  <c:v>7000000</c:v>
                </c:pt>
                <c:pt idx="71">
                  <c:v>7100000</c:v>
                </c:pt>
                <c:pt idx="72">
                  <c:v>7200000</c:v>
                </c:pt>
                <c:pt idx="73">
                  <c:v>7300000</c:v>
                </c:pt>
                <c:pt idx="74">
                  <c:v>7400000</c:v>
                </c:pt>
                <c:pt idx="75">
                  <c:v>7500000</c:v>
                </c:pt>
                <c:pt idx="76">
                  <c:v>7600000</c:v>
                </c:pt>
                <c:pt idx="77">
                  <c:v>7700000</c:v>
                </c:pt>
                <c:pt idx="78">
                  <c:v>7800000</c:v>
                </c:pt>
                <c:pt idx="79">
                  <c:v>7900000</c:v>
                </c:pt>
                <c:pt idx="80">
                  <c:v>8000000</c:v>
                </c:pt>
                <c:pt idx="81">
                  <c:v>8100000</c:v>
                </c:pt>
                <c:pt idx="82">
                  <c:v>8200000</c:v>
                </c:pt>
                <c:pt idx="83">
                  <c:v>8300000</c:v>
                </c:pt>
                <c:pt idx="84">
                  <c:v>8400000</c:v>
                </c:pt>
                <c:pt idx="85">
                  <c:v>8500000</c:v>
                </c:pt>
                <c:pt idx="86">
                  <c:v>8600000</c:v>
                </c:pt>
                <c:pt idx="87">
                  <c:v>8700000</c:v>
                </c:pt>
                <c:pt idx="88">
                  <c:v>8800000</c:v>
                </c:pt>
                <c:pt idx="89">
                  <c:v>8900000</c:v>
                </c:pt>
                <c:pt idx="90">
                  <c:v>9000000</c:v>
                </c:pt>
                <c:pt idx="91">
                  <c:v>9100000</c:v>
                </c:pt>
                <c:pt idx="92">
                  <c:v>9200000</c:v>
                </c:pt>
                <c:pt idx="93">
                  <c:v>9300000</c:v>
                </c:pt>
                <c:pt idx="94">
                  <c:v>9400000</c:v>
                </c:pt>
                <c:pt idx="95">
                  <c:v>9500000</c:v>
                </c:pt>
                <c:pt idx="96">
                  <c:v>9600000</c:v>
                </c:pt>
                <c:pt idx="97">
                  <c:v>9700000</c:v>
                </c:pt>
                <c:pt idx="98">
                  <c:v>9800000</c:v>
                </c:pt>
                <c:pt idx="99">
                  <c:v>9900000</c:v>
                </c:pt>
                <c:pt idx="100">
                  <c:v>10000000</c:v>
                </c:pt>
                <c:pt idx="101">
                  <c:v>10100000</c:v>
                </c:pt>
                <c:pt idx="102">
                  <c:v>10200000</c:v>
                </c:pt>
                <c:pt idx="103">
                  <c:v>10300000</c:v>
                </c:pt>
                <c:pt idx="104">
                  <c:v>10400000</c:v>
                </c:pt>
                <c:pt idx="105">
                  <c:v>10500000</c:v>
                </c:pt>
                <c:pt idx="106">
                  <c:v>10600000</c:v>
                </c:pt>
                <c:pt idx="107">
                  <c:v>10700000</c:v>
                </c:pt>
                <c:pt idx="108">
                  <c:v>10800000</c:v>
                </c:pt>
                <c:pt idx="109">
                  <c:v>10900000</c:v>
                </c:pt>
                <c:pt idx="110">
                  <c:v>11000000</c:v>
                </c:pt>
                <c:pt idx="111">
                  <c:v>11100000</c:v>
                </c:pt>
                <c:pt idx="112">
                  <c:v>11200000</c:v>
                </c:pt>
                <c:pt idx="113">
                  <c:v>11300000</c:v>
                </c:pt>
                <c:pt idx="114">
                  <c:v>11400000</c:v>
                </c:pt>
                <c:pt idx="115">
                  <c:v>11500000</c:v>
                </c:pt>
                <c:pt idx="116">
                  <c:v>11600000</c:v>
                </c:pt>
                <c:pt idx="117">
                  <c:v>11700000</c:v>
                </c:pt>
                <c:pt idx="118">
                  <c:v>11800000</c:v>
                </c:pt>
                <c:pt idx="119">
                  <c:v>11900000</c:v>
                </c:pt>
                <c:pt idx="120">
                  <c:v>12000000</c:v>
                </c:pt>
                <c:pt idx="121">
                  <c:v>12100000</c:v>
                </c:pt>
                <c:pt idx="122">
                  <c:v>12200000</c:v>
                </c:pt>
                <c:pt idx="123">
                  <c:v>12300000</c:v>
                </c:pt>
                <c:pt idx="124">
                  <c:v>12400000</c:v>
                </c:pt>
                <c:pt idx="125">
                  <c:v>12500000</c:v>
                </c:pt>
                <c:pt idx="126">
                  <c:v>12600000</c:v>
                </c:pt>
                <c:pt idx="127">
                  <c:v>12700000</c:v>
                </c:pt>
                <c:pt idx="128">
                  <c:v>12800000</c:v>
                </c:pt>
                <c:pt idx="129">
                  <c:v>12900000</c:v>
                </c:pt>
                <c:pt idx="130">
                  <c:v>13000000</c:v>
                </c:pt>
                <c:pt idx="131">
                  <c:v>13100000</c:v>
                </c:pt>
                <c:pt idx="132">
                  <c:v>13200000</c:v>
                </c:pt>
                <c:pt idx="133">
                  <c:v>13300000</c:v>
                </c:pt>
                <c:pt idx="134">
                  <c:v>13400000</c:v>
                </c:pt>
                <c:pt idx="135">
                  <c:v>13500000</c:v>
                </c:pt>
                <c:pt idx="136">
                  <c:v>13600000</c:v>
                </c:pt>
                <c:pt idx="137">
                  <c:v>13700000</c:v>
                </c:pt>
                <c:pt idx="138">
                  <c:v>13800000</c:v>
                </c:pt>
                <c:pt idx="139">
                  <c:v>13900000</c:v>
                </c:pt>
                <c:pt idx="140">
                  <c:v>14000000</c:v>
                </c:pt>
                <c:pt idx="141">
                  <c:v>14100000</c:v>
                </c:pt>
                <c:pt idx="142">
                  <c:v>14200000</c:v>
                </c:pt>
                <c:pt idx="143">
                  <c:v>14300000</c:v>
                </c:pt>
                <c:pt idx="144">
                  <c:v>14400000</c:v>
                </c:pt>
                <c:pt idx="145">
                  <c:v>14500000</c:v>
                </c:pt>
                <c:pt idx="146">
                  <c:v>14600000</c:v>
                </c:pt>
                <c:pt idx="147">
                  <c:v>14700000</c:v>
                </c:pt>
                <c:pt idx="148">
                  <c:v>14800000</c:v>
                </c:pt>
                <c:pt idx="149">
                  <c:v>14900000</c:v>
                </c:pt>
                <c:pt idx="150">
                  <c:v>15000000</c:v>
                </c:pt>
                <c:pt idx="151">
                  <c:v>15100000</c:v>
                </c:pt>
                <c:pt idx="152">
                  <c:v>15200000</c:v>
                </c:pt>
                <c:pt idx="153">
                  <c:v>15300000</c:v>
                </c:pt>
                <c:pt idx="154">
                  <c:v>15400000</c:v>
                </c:pt>
                <c:pt idx="155">
                  <c:v>15500000</c:v>
                </c:pt>
                <c:pt idx="156">
                  <c:v>15600000</c:v>
                </c:pt>
                <c:pt idx="157">
                  <c:v>15700000</c:v>
                </c:pt>
                <c:pt idx="158">
                  <c:v>15800000</c:v>
                </c:pt>
                <c:pt idx="159">
                  <c:v>15900000</c:v>
                </c:pt>
                <c:pt idx="160">
                  <c:v>16000000</c:v>
                </c:pt>
                <c:pt idx="161">
                  <c:v>16100000</c:v>
                </c:pt>
                <c:pt idx="162">
                  <c:v>16200000</c:v>
                </c:pt>
                <c:pt idx="163">
                  <c:v>16300000</c:v>
                </c:pt>
                <c:pt idx="164">
                  <c:v>16400000</c:v>
                </c:pt>
                <c:pt idx="165">
                  <c:v>16500000</c:v>
                </c:pt>
                <c:pt idx="166">
                  <c:v>16600000</c:v>
                </c:pt>
                <c:pt idx="167">
                  <c:v>16700000</c:v>
                </c:pt>
                <c:pt idx="168">
                  <c:v>16800000</c:v>
                </c:pt>
                <c:pt idx="169">
                  <c:v>16900000</c:v>
                </c:pt>
                <c:pt idx="170">
                  <c:v>17000000</c:v>
                </c:pt>
                <c:pt idx="171">
                  <c:v>17100000</c:v>
                </c:pt>
                <c:pt idx="172">
                  <c:v>17200000</c:v>
                </c:pt>
                <c:pt idx="173">
                  <c:v>17300000</c:v>
                </c:pt>
                <c:pt idx="174">
                  <c:v>17400000</c:v>
                </c:pt>
                <c:pt idx="175">
                  <c:v>17500000</c:v>
                </c:pt>
                <c:pt idx="176">
                  <c:v>17600000</c:v>
                </c:pt>
                <c:pt idx="177">
                  <c:v>17700000</c:v>
                </c:pt>
                <c:pt idx="178">
                  <c:v>17800000</c:v>
                </c:pt>
                <c:pt idx="179">
                  <c:v>17900000</c:v>
                </c:pt>
                <c:pt idx="180">
                  <c:v>18000000</c:v>
                </c:pt>
                <c:pt idx="181">
                  <c:v>18100000</c:v>
                </c:pt>
                <c:pt idx="182">
                  <c:v>18200000</c:v>
                </c:pt>
                <c:pt idx="183">
                  <c:v>18300000</c:v>
                </c:pt>
                <c:pt idx="184">
                  <c:v>18400000</c:v>
                </c:pt>
                <c:pt idx="185">
                  <c:v>18500000</c:v>
                </c:pt>
                <c:pt idx="186">
                  <c:v>18600000</c:v>
                </c:pt>
                <c:pt idx="187">
                  <c:v>18700000</c:v>
                </c:pt>
                <c:pt idx="188">
                  <c:v>18800000</c:v>
                </c:pt>
                <c:pt idx="189">
                  <c:v>18900000</c:v>
                </c:pt>
                <c:pt idx="190">
                  <c:v>19000000</c:v>
                </c:pt>
                <c:pt idx="191">
                  <c:v>19100000</c:v>
                </c:pt>
                <c:pt idx="192">
                  <c:v>19200000</c:v>
                </c:pt>
                <c:pt idx="193">
                  <c:v>19300000</c:v>
                </c:pt>
                <c:pt idx="194">
                  <c:v>19400000</c:v>
                </c:pt>
                <c:pt idx="195">
                  <c:v>19500000</c:v>
                </c:pt>
                <c:pt idx="196">
                  <c:v>19600000</c:v>
                </c:pt>
                <c:pt idx="197">
                  <c:v>19700000</c:v>
                </c:pt>
                <c:pt idx="198">
                  <c:v>19800000</c:v>
                </c:pt>
                <c:pt idx="199">
                  <c:v>19900000</c:v>
                </c:pt>
                <c:pt idx="200">
                  <c:v>20000000</c:v>
                </c:pt>
                <c:pt idx="201">
                  <c:v>20100000</c:v>
                </c:pt>
                <c:pt idx="202">
                  <c:v>20200000</c:v>
                </c:pt>
                <c:pt idx="203">
                  <c:v>20300000</c:v>
                </c:pt>
                <c:pt idx="204">
                  <c:v>20400000</c:v>
                </c:pt>
                <c:pt idx="205">
                  <c:v>20500000</c:v>
                </c:pt>
                <c:pt idx="206">
                  <c:v>20600000</c:v>
                </c:pt>
                <c:pt idx="207">
                  <c:v>20700000</c:v>
                </c:pt>
                <c:pt idx="208">
                  <c:v>20800000</c:v>
                </c:pt>
                <c:pt idx="209">
                  <c:v>20900000</c:v>
                </c:pt>
                <c:pt idx="210">
                  <c:v>21000000</c:v>
                </c:pt>
                <c:pt idx="211">
                  <c:v>21100000</c:v>
                </c:pt>
                <c:pt idx="212">
                  <c:v>21200000</c:v>
                </c:pt>
                <c:pt idx="213">
                  <c:v>21300000</c:v>
                </c:pt>
                <c:pt idx="214">
                  <c:v>21400000</c:v>
                </c:pt>
                <c:pt idx="215">
                  <c:v>21500000</c:v>
                </c:pt>
                <c:pt idx="216">
                  <c:v>21600000</c:v>
                </c:pt>
                <c:pt idx="217">
                  <c:v>21700000</c:v>
                </c:pt>
                <c:pt idx="218">
                  <c:v>21800000</c:v>
                </c:pt>
                <c:pt idx="219">
                  <c:v>21900000</c:v>
                </c:pt>
                <c:pt idx="220">
                  <c:v>22000000</c:v>
                </c:pt>
                <c:pt idx="221">
                  <c:v>22100000</c:v>
                </c:pt>
                <c:pt idx="222">
                  <c:v>22200000</c:v>
                </c:pt>
                <c:pt idx="223">
                  <c:v>22300000</c:v>
                </c:pt>
                <c:pt idx="224">
                  <c:v>22400000</c:v>
                </c:pt>
                <c:pt idx="225">
                  <c:v>22500000</c:v>
                </c:pt>
                <c:pt idx="226">
                  <c:v>22600000</c:v>
                </c:pt>
                <c:pt idx="227">
                  <c:v>22700000</c:v>
                </c:pt>
                <c:pt idx="228">
                  <c:v>22800000</c:v>
                </c:pt>
                <c:pt idx="229">
                  <c:v>22900000</c:v>
                </c:pt>
                <c:pt idx="230">
                  <c:v>23000000</c:v>
                </c:pt>
                <c:pt idx="231">
                  <c:v>23100000</c:v>
                </c:pt>
                <c:pt idx="232">
                  <c:v>23200000</c:v>
                </c:pt>
                <c:pt idx="233">
                  <c:v>23300000</c:v>
                </c:pt>
                <c:pt idx="234">
                  <c:v>23400000</c:v>
                </c:pt>
                <c:pt idx="235">
                  <c:v>23500000</c:v>
                </c:pt>
                <c:pt idx="236">
                  <c:v>23600000</c:v>
                </c:pt>
                <c:pt idx="237">
                  <c:v>23700000</c:v>
                </c:pt>
                <c:pt idx="238">
                  <c:v>23800000</c:v>
                </c:pt>
                <c:pt idx="239">
                  <c:v>23900000</c:v>
                </c:pt>
                <c:pt idx="240">
                  <c:v>24000000</c:v>
                </c:pt>
                <c:pt idx="241">
                  <c:v>24100000</c:v>
                </c:pt>
                <c:pt idx="242">
                  <c:v>24200000</c:v>
                </c:pt>
                <c:pt idx="243">
                  <c:v>24300000</c:v>
                </c:pt>
                <c:pt idx="244">
                  <c:v>24400000</c:v>
                </c:pt>
                <c:pt idx="245">
                  <c:v>24500000</c:v>
                </c:pt>
                <c:pt idx="246">
                  <c:v>24600000</c:v>
                </c:pt>
                <c:pt idx="247">
                  <c:v>24700000</c:v>
                </c:pt>
                <c:pt idx="248">
                  <c:v>24800000</c:v>
                </c:pt>
                <c:pt idx="249">
                  <c:v>24900000</c:v>
                </c:pt>
                <c:pt idx="250">
                  <c:v>25000000</c:v>
                </c:pt>
                <c:pt idx="251">
                  <c:v>25100000</c:v>
                </c:pt>
                <c:pt idx="252">
                  <c:v>25200000</c:v>
                </c:pt>
                <c:pt idx="253">
                  <c:v>25300000</c:v>
                </c:pt>
                <c:pt idx="254">
                  <c:v>25400000</c:v>
                </c:pt>
                <c:pt idx="255">
                  <c:v>25500000</c:v>
                </c:pt>
                <c:pt idx="256">
                  <c:v>25600000</c:v>
                </c:pt>
                <c:pt idx="257">
                  <c:v>25700000</c:v>
                </c:pt>
                <c:pt idx="258">
                  <c:v>25800000</c:v>
                </c:pt>
                <c:pt idx="259">
                  <c:v>25900000</c:v>
                </c:pt>
                <c:pt idx="260">
                  <c:v>26000000</c:v>
                </c:pt>
                <c:pt idx="261">
                  <c:v>26100000</c:v>
                </c:pt>
                <c:pt idx="262">
                  <c:v>26200000</c:v>
                </c:pt>
                <c:pt idx="263">
                  <c:v>26300000</c:v>
                </c:pt>
                <c:pt idx="264">
                  <c:v>26400000</c:v>
                </c:pt>
                <c:pt idx="265">
                  <c:v>26500000</c:v>
                </c:pt>
                <c:pt idx="266">
                  <c:v>26600000</c:v>
                </c:pt>
                <c:pt idx="267">
                  <c:v>26700000</c:v>
                </c:pt>
                <c:pt idx="268">
                  <c:v>26800000</c:v>
                </c:pt>
                <c:pt idx="269">
                  <c:v>26900000</c:v>
                </c:pt>
                <c:pt idx="270">
                  <c:v>27000000</c:v>
                </c:pt>
              </c:numCache>
            </c:numRef>
          </c:cat>
          <c:val>
            <c:numRef>
              <c:f>Sheet1!$C$2:$C$1057</c:f>
              <c:numCache>
                <c:formatCode>General</c:formatCode>
                <c:ptCount val="271"/>
                <c:pt idx="0">
                  <c:v>0</c:v>
                </c:pt>
                <c:pt idx="1">
                  <c:v>0.10959647574496639</c:v>
                </c:pt>
                <c:pt idx="2">
                  <c:v>0.2188686852533526</c:v>
                </c:pt>
                <c:pt idx="3">
                  <c:v>0.32749555247555184</c:v>
                </c:pt>
                <c:pt idx="4">
                  <c:v>0.43516231605229616</c:v>
                </c:pt>
                <c:pt idx="5">
                  <c:v>0.54156352475898895</c:v>
                </c:pt>
                <c:pt idx="6">
                  <c:v>0.64640584500869047</c:v>
                </c:pt>
                <c:pt idx="7">
                  <c:v>0.74941062797215663</c:v>
                </c:pt>
                <c:pt idx="8">
                  <c:v>0.85031619192828733</c:v>
                </c:pt>
                <c:pt idx="9">
                  <c:v>0.94887978472137924</c:v>
                </c:pt>
                <c:pt idx="10">
                  <c:v>1.0448792012237971</c:v>
                </c:pt>
                <c:pt idx="11">
                  <c:v>1.1381140410205577</c:v>
                </c:pt>
                <c:pt idx="12">
                  <c:v>1.2284066016988497</c:v>
                </c:pt>
                <c:pt idx="13">
                  <c:v>1.3156024127342729</c:v>
                </c:pt>
                <c:pt idx="14">
                  <c:v>1.3995704236721513</c:v>
                </c:pt>
                <c:pt idx="15">
                  <c:v>1.4802028678387065</c:v>
                </c:pt>
                <c:pt idx="16">
                  <c:v>1.5574148289984706</c:v>
                </c:pt>
                <c:pt idx="17">
                  <c:v>1.6311435431008996</c:v>
                </c:pt>
                <c:pt idx="18">
                  <c:v>1.7013474705110934</c:v>
                </c:pt>
                <c:pt idx="19">
                  <c:v>1.7680051759468607</c:v>
                </c:pt>
                <c:pt idx="20">
                  <c:v>1.8311140538557122</c:v>
                </c:pt>
                <c:pt idx="21">
                  <c:v>1.8906889363131034</c:v>
                </c:pt>
                <c:pt idx="22">
                  <c:v>1.9467606188879163</c:v>
                </c:pt>
                <c:pt idx="23">
                  <c:v>1.9993743374999324</c:v>
                </c:pt>
                <c:pt idx="24">
                  <c:v>2.0485882262847901</c:v>
                </c:pt>
                <c:pt idx="25">
                  <c:v>2.0944717830761297</c:v>
                </c:pt>
                <c:pt idx="26">
                  <c:v>2.1371043654873931</c:v>
                </c:pt>
                <c:pt idx="27">
                  <c:v>2.1765737368811275</c:v>
                </c:pt>
                <c:pt idx="28">
                  <c:v>2.2129746778807271</c:v>
                </c:pt>
                <c:pt idx="29">
                  <c:v>2.2464076756129447</c:v>
                </c:pt>
                <c:pt idx="30">
                  <c:v>2.2769776996463933</c:v>
                </c:pt>
                <c:pt idx="31">
                  <c:v>2.3047930706673609</c:v>
                </c:pt>
                <c:pt idx="32">
                  <c:v>2.3299644253423506</c:v>
                </c:pt>
                <c:pt idx="33">
                  <c:v>2.3526037785721594</c:v>
                </c:pt>
                <c:pt idx="34">
                  <c:v>2.372823682445508</c:v>
                </c:pt>
                <c:pt idx="35">
                  <c:v>2.3907364796388242</c:v>
                </c:pt>
                <c:pt idx="36">
                  <c:v>2.4064536477634588</c:v>
                </c:pt>
                <c:pt idx="37">
                  <c:v>2.4200852302048164</c:v>
                </c:pt>
                <c:pt idx="38">
                  <c:v>2.4317393483002023</c:v>
                </c:pt>
                <c:pt idx="39">
                  <c:v>2.441521789231262</c:v>
                </c:pt>
                <c:pt idx="40">
                  <c:v>2.449535663730916</c:v>
                </c:pt>
                <c:pt idx="41">
                  <c:v>2.4558811275920269</c:v>
                </c:pt>
                <c:pt idx="42">
                  <c:v>2.4606551609870939</c:v>
                </c:pt>
                <c:pt idx="43">
                  <c:v>2.4639513997374416</c:v>
                </c:pt>
                <c:pt idx="44">
                  <c:v>2.4658600128831307</c:v>
                </c:pt>
                <c:pt idx="45">
                  <c:v>2.4664676211795955</c:v>
                </c:pt>
                <c:pt idx="46">
                  <c:v>2.4658572514657831</c:v>
                </c:pt>
                <c:pt idx="47">
                  <c:v>2.46410832219558</c:v>
                </c:pt>
                <c:pt idx="48">
                  <c:v>2.4612966557870415</c:v>
                </c:pt>
                <c:pt idx="49">
                  <c:v>2.4574945138114943</c:v>
                </c:pt>
                <c:pt idx="50">
                  <c:v>2.4527706514091872</c:v>
                </c:pt>
                <c:pt idx="51">
                  <c:v>2.4471903876727352</c:v>
                </c:pt>
                <c:pt idx="52">
                  <c:v>2.4408156890799053</c:v>
                </c:pt>
                <c:pt idx="53">
                  <c:v>2.4337052633795158</c:v>
                </c:pt>
                <c:pt idx="54">
                  <c:v>2.4259146616361398</c:v>
                </c:pt>
                <c:pt idx="55">
                  <c:v>2.4174963864196335</c:v>
                </c:pt>
                <c:pt idx="56">
                  <c:v>2.4085000043835931</c:v>
                </c:pt>
                <c:pt idx="57">
                  <c:v>2.3989722617125291</c:v>
                </c:pt>
                <c:pt idx="58">
                  <c:v>2.3889572011316553</c:v>
                </c:pt>
                <c:pt idx="59">
                  <c:v>2.3784962793658906</c:v>
                </c:pt>
                <c:pt idx="60">
                  <c:v>2.3676284841078119</c:v>
                </c:pt>
                <c:pt idx="61">
                  <c:v>2.3563904497081167</c:v>
                </c:pt>
                <c:pt idx="62">
                  <c:v>2.3448165709389444</c:v>
                </c:pt>
                <c:pt idx="63">
                  <c:v>2.332939114300534</c:v>
                </c:pt>
                <c:pt idx="64">
                  <c:v>2.3207883264474285</c:v>
                </c:pt>
                <c:pt idx="65">
                  <c:v>2.3083925394022864</c:v>
                </c:pt>
                <c:pt idx="66">
                  <c:v>2.2957782723052951</c:v>
                </c:pt>
                <c:pt idx="67">
                  <c:v>2.2829703295158716</c:v>
                </c:pt>
                <c:pt idx="68">
                  <c:v>2.269991894942351</c:v>
                </c:pt>
                <c:pt idx="69">
                  <c:v>2.2568646225255757</c:v>
                </c:pt>
                <c:pt idx="70">
                  <c:v>2.2436087228446069</c:v>
                </c:pt>
                <c:pt idx="71">
                  <c:v>2.2302430458484674</c:v>
                </c:pt>
                <c:pt idx="72">
                  <c:v>2.2167851597472228</c:v>
                </c:pt>
                <c:pt idx="73">
                  <c:v>2.203251426120024</c:v>
                </c:pt>
                <c:pt idx="74">
                  <c:v>2.1896570713173418</c:v>
                </c:pt>
                <c:pt idx="75">
                  <c:v>2.1760162542503196</c:v>
                </c:pt>
                <c:pt idx="76">
                  <c:v>2.162342130672342</c:v>
                </c:pt>
                <c:pt idx="77">
                  <c:v>2.1486469140672031</c:v>
                </c:pt>
                <c:pt idx="78">
                  <c:v>2.1349419332650181</c:v>
                </c:pt>
                <c:pt idx="79">
                  <c:v>2.1212376869115528</c:v>
                </c:pt>
                <c:pt idx="80">
                  <c:v>2.1075438949194552</c:v>
                </c:pt>
                <c:pt idx="81">
                  <c:v>2.0938695470311215</c:v>
                </c:pt>
                <c:pt idx="82">
                  <c:v>2.0802229486229034</c:v>
                </c:pt>
                <c:pt idx="83">
                  <c:v>2.0666117638792931</c:v>
                </c:pt>
                <c:pt idx="84">
                  <c:v>2.0530430564638276</c:v>
                </c:pt>
                <c:pt idx="85">
                  <c:v>2.0395233278108482</c:v>
                </c:pt>
                <c:pt idx="86">
                  <c:v>2.0260585531590758</c:v>
                </c:pt>
                <c:pt idx="87">
                  <c:v>2.0126542154444587</c:v>
                </c:pt>
                <c:pt idx="88">
                  <c:v>1.9993153371657837</c:v>
                </c:pt>
                <c:pt idx="89">
                  <c:v>1.986046510332518</c:v>
                </c:pt>
                <c:pt idx="90">
                  <c:v>1.9728519246000176</c:v>
                </c:pt>
                <c:pt idx="91">
                  <c:v>1.9597353936929105</c:v>
                </c:pt>
                <c:pt idx="92">
                  <c:v>1.9467003802130622</c:v>
                </c:pt>
                <c:pt idx="93">
                  <c:v>1.9337500189241827</c:v>
                </c:pt>
                <c:pt idx="94">
                  <c:v>1.9208871386006989</c:v>
                </c:pt>
                <c:pt idx="95">
                  <c:v>1.908114282524328</c:v>
                </c:pt>
                <c:pt idx="96">
                  <c:v>1.8954337277075823</c:v>
                </c:pt>
                <c:pt idx="97">
                  <c:v>1.8828475029192941</c:v>
                </c:pt>
                <c:pt idx="98">
                  <c:v>1.8703574055834036</c:v>
                </c:pt>
                <c:pt idx="99">
                  <c:v>1.8579650176183609</c:v>
                </c:pt>
                <c:pt idx="100">
                  <c:v>1.8456717202808648</c:v>
                </c:pt>
                <c:pt idx="101">
                  <c:v>1.8334787080740804</c:v>
                </c:pt>
                <c:pt idx="102">
                  <c:v>1.8213870017771769</c:v>
                </c:pt>
                <c:pt idx="103">
                  <c:v>1.8093974606497381</c:v>
                </c:pt>
                <c:pt idx="104">
                  <c:v>1.7975107938615376</c:v>
                </c:pt>
                <c:pt idx="105">
                  <c:v>1.7857275711952529</c:v>
                </c:pt>
                <c:pt idx="106">
                  <c:v>1.7740482330669065</c:v>
                </c:pt>
                <c:pt idx="107">
                  <c:v>1.7624730999061706</c:v>
                </c:pt>
                <c:pt idx="108">
                  <c:v>1.7510023809361586</c:v>
                </c:pt>
                <c:pt idx="109">
                  <c:v>1.7396361823899995</c:v>
                </c:pt>
                <c:pt idx="110">
                  <c:v>1.7283745151991894</c:v>
                </c:pt>
                <c:pt idx="111">
                  <c:v>1.7172173021866493</c:v>
                </c:pt>
                <c:pt idx="112">
                  <c:v>1.7061643847953853</c:v>
                </c:pt>
                <c:pt idx="113">
                  <c:v>1.6952155293817739</c:v>
                </c:pt>
                <c:pt idx="114">
                  <c:v>1.6843704331007223</c:v>
                </c:pt>
                <c:pt idx="115">
                  <c:v>1.6736287294082615</c:v>
                </c:pt>
                <c:pt idx="116">
                  <c:v>1.6629899932055798</c:v>
                </c:pt>
                <c:pt idx="117">
                  <c:v>1.6524537456470096</c:v>
                </c:pt>
                <c:pt idx="118">
                  <c:v>1.6420194586330532</c:v>
                </c:pt>
                <c:pt idx="119">
                  <c:v>1.6316865590083001</c:v>
                </c:pt>
                <c:pt idx="120">
                  <c:v>1.6214544324827713</c:v>
                </c:pt>
                <c:pt idx="121">
                  <c:v>1.6113224272941207</c:v>
                </c:pt>
                <c:pt idx="122">
                  <c:v>1.6012898576270334</c:v>
                </c:pt>
                <c:pt idx="123">
                  <c:v>1.5913560068051071</c:v>
                </c:pt>
                <c:pt idx="124">
                  <c:v>1.5815201302695945</c:v>
                </c:pt>
                <c:pt idx="125">
                  <c:v>1.5717814583584446</c:v>
                </c:pt>
                <c:pt idx="126">
                  <c:v>1.5621391988982669</c:v>
                </c:pt>
                <c:pt idx="127">
                  <c:v>1.5525925396210225</c:v>
                </c:pt>
                <c:pt idx="128">
                  <c:v>1.5431406504165519</c:v>
                </c:pt>
                <c:pt idx="129">
                  <c:v>1.5337826854312921</c:v>
                </c:pt>
                <c:pt idx="130">
                  <c:v>1.5245177850229508</c:v>
                </c:pt>
                <c:pt idx="131">
                  <c:v>1.5153450775802315</c:v>
                </c:pt>
                <c:pt idx="132">
                  <c:v>1.5062636812161854</c:v>
                </c:pt>
                <c:pt idx="133">
                  <c:v>1.4972727053431922</c:v>
                </c:pt>
                <c:pt idx="134">
                  <c:v>1.4883712521370949</c:v>
                </c:pt>
                <c:pt idx="135">
                  <c:v>1.4795584178975061</c:v>
                </c:pt>
                <c:pt idx="136">
                  <c:v>1.4708332943109166</c:v>
                </c:pt>
                <c:pt idx="137">
                  <c:v>1.4621949696227783</c:v>
                </c:pt>
                <c:pt idx="138">
                  <c:v>1.4536425297243498</c:v>
                </c:pt>
                <c:pt idx="139">
                  <c:v>1.4451750591597636</c:v>
                </c:pt>
                <c:pt idx="140">
                  <c:v>1.4367916420583933</c:v>
                </c:pt>
                <c:pt idx="141">
                  <c:v>1.4284913629972995</c:v>
                </c:pt>
                <c:pt idx="142">
                  <c:v>1.4202733077982399</c:v>
                </c:pt>
                <c:pt idx="143">
                  <c:v>1.4121365642634358</c:v>
                </c:pt>
                <c:pt idx="144">
                  <c:v>1.4040802228540241</c:v>
                </c:pt>
                <c:pt idx="145">
                  <c:v>1.3961033773148994</c:v>
                </c:pt>
                <c:pt idx="146">
                  <c:v>1.3882051252493877</c:v>
                </c:pt>
                <c:pt idx="147">
                  <c:v>1.3803845686470118</c:v>
                </c:pt>
                <c:pt idx="148">
                  <c:v>1.3726408143673658</c:v>
                </c:pt>
                <c:pt idx="149">
                  <c:v>1.3649729745829804</c:v>
                </c:pt>
                <c:pt idx="150">
                  <c:v>1.3573801671838166</c:v>
                </c:pt>
                <c:pt idx="151">
                  <c:v>1.3498615161459282</c:v>
                </c:pt>
                <c:pt idx="152">
                  <c:v>1.3424161518666131</c:v>
                </c:pt>
                <c:pt idx="153">
                  <c:v>1.3350432114682766</c:v>
                </c:pt>
                <c:pt idx="154">
                  <c:v>1.327741839073062</c:v>
                </c:pt>
                <c:pt idx="155">
                  <c:v>1.320511186050195</c:v>
                </c:pt>
                <c:pt idx="156">
                  <c:v>1.3133504112378462</c:v>
                </c:pt>
                <c:pt idx="157">
                  <c:v>1.3062586811412253</c:v>
                </c:pt>
                <c:pt idx="158">
                  <c:v>1.299235170108497</c:v>
                </c:pt>
                <c:pt idx="159">
                  <c:v>1.2922790604860239</c:v>
                </c:pt>
                <c:pt idx="160">
                  <c:v>1.285389542754332</c:v>
                </c:pt>
                <c:pt idx="161">
                  <c:v>1.2785658156461164</c:v>
                </c:pt>
                <c:pt idx="162">
                  <c:v>1.2718070862475297</c:v>
                </c:pt>
                <c:pt idx="163">
                  <c:v>1.2651125700839012</c:v>
                </c:pt>
                <c:pt idx="164">
                  <c:v>1.258481491190977</c:v>
                </c:pt>
                <c:pt idx="165">
                  <c:v>1.2519130821726929</c:v>
                </c:pt>
                <c:pt idx="166">
                  <c:v>1.2454065842464404</c:v>
                </c:pt>
                <c:pt idx="167">
                  <c:v>1.2389612472767157</c:v>
                </c:pt>
                <c:pt idx="168">
                  <c:v>1.2325763297979875</c:v>
                </c:pt>
                <c:pt idx="169">
                  <c:v>1.2262510990275746</c:v>
                </c:pt>
                <c:pt idx="170">
                  <c:v>1.2199848308692613</c:v>
                </c:pt>
                <c:pt idx="171">
                  <c:v>1.2137768099083517</c:v>
                </c:pt>
                <c:pt idx="172">
                  <c:v>1.2076263293987912</c:v>
                </c:pt>
                <c:pt idx="173">
                  <c:v>1.2015326912429805</c:v>
                </c:pt>
                <c:pt idx="174">
                  <c:v>1.1954952059648354</c:v>
                </c:pt>
                <c:pt idx="175">
                  <c:v>1.1895131926766287</c:v>
                </c:pt>
                <c:pt idx="176">
                  <c:v>1.1835859790401084</c:v>
                </c:pt>
                <c:pt idx="177">
                  <c:v>1.1777129012223619</c:v>
                </c:pt>
                <c:pt idx="178">
                  <c:v>1.1718933038468613</c:v>
                </c:pt>
                <c:pt idx="179">
                  <c:v>1.1661265399400933</c:v>
                </c:pt>
                <c:pt idx="180">
                  <c:v>1.1604119708741618</c:v>
                </c:pt>
                <c:pt idx="181">
                  <c:v>1.154748966305714</c:v>
                </c:pt>
                <c:pt idx="182">
                  <c:v>1.1491369041115356</c:v>
                </c:pt>
                <c:pt idx="183">
                  <c:v>1.1435751703211057</c:v>
                </c:pt>
                <c:pt idx="184">
                  <c:v>1.1380631590464332</c:v>
                </c:pt>
                <c:pt idx="185">
                  <c:v>1.1326002724094197</c:v>
                </c:pt>
                <c:pt idx="186">
                  <c:v>1.1271859204670223</c:v>
                </c:pt>
                <c:pt idx="187">
                  <c:v>1.1218195211344455</c:v>
                </c:pt>
                <c:pt idx="188">
                  <c:v>1.1165005001065897</c:v>
                </c:pt>
                <c:pt idx="189">
                  <c:v>1.1112282907779596</c:v>
                </c:pt>
                <c:pt idx="190">
                  <c:v>1.1060023341612275</c:v>
                </c:pt>
                <c:pt idx="191">
                  <c:v>1.1008220788046343</c:v>
                </c:pt>
                <c:pt idx="192">
                  <c:v>1.0956869807083947</c:v>
                </c:pt>
                <c:pt idx="193">
                  <c:v>1.0905965032402591</c:v>
                </c:pt>
                <c:pt idx="194">
                  <c:v>1.0855501170503883</c:v>
                </c:pt>
                <c:pt idx="195">
                  <c:v>1.0805472999856653</c:v>
                </c:pt>
                <c:pt idx="196">
                  <c:v>1.0755875370035781</c:v>
                </c:pt>
                <c:pt idx="197">
                  <c:v>1.070670320085787</c:v>
                </c:pt>
                <c:pt idx="198">
                  <c:v>1.0657951481514878</c:v>
                </c:pt>
                <c:pt idx="199">
                  <c:v>1.060961526970668</c:v>
                </c:pt>
                <c:pt idx="200">
                  <c:v>1.0561689690773559</c:v>
                </c:pt>
                <c:pt idx="201">
                  <c:v>1.0514169936829403</c:v>
                </c:pt>
                <c:pt idx="202">
                  <c:v>1.0467051265896494</c:v>
                </c:pt>
                <c:pt idx="203">
                  <c:v>1.0420329001042576</c:v>
                </c:pt>
                <c:pt idx="204">
                  <c:v>1.0373998529520922</c:v>
                </c:pt>
                <c:pt idx="205">
                  <c:v>1.0328055301913985</c:v>
                </c:pt>
                <c:pt idx="206">
                  <c:v>1.028249483128125</c:v>
                </c:pt>
                <c:pt idx="207">
                  <c:v>1.0237312692311793</c:v>
                </c:pt>
                <c:pt idx="208">
                  <c:v>1.0192504520482077</c:v>
                </c:pt>
                <c:pt idx="209">
                  <c:v>1.0148066011219365</c:v>
                </c:pt>
                <c:pt idx="210">
                  <c:v>1.0103992919071207</c:v>
                </c:pt>
                <c:pt idx="211">
                  <c:v>1.0060281056881366</c:v>
                </c:pt>
                <c:pt idx="212">
                  <c:v>1.0016926294972492</c:v>
                </c:pt>
                <c:pt idx="213">
                  <c:v>0.99739245603359061</c:v>
                </c:pt>
                <c:pt idx="214">
                  <c:v>0.99312718358286967</c:v>
                </c:pt>
                <c:pt idx="215">
                  <c:v>0.98889641593784305</c:v>
                </c:pt>
                <c:pt idx="216">
                  <c:v>0.98469976231956835</c:v>
                </c:pt>
                <c:pt idx="217">
                  <c:v>0.98053683729945862</c:v>
                </c:pt>
                <c:pt idx="218">
                  <c:v>0.97640726072215589</c:v>
                </c:pt>
                <c:pt idx="219">
                  <c:v>0.97231065762924018</c:v>
                </c:pt>
                <c:pt idx="220">
                  <c:v>0.96824665818378419</c:v>
                </c:pt>
                <c:pt idx="221">
                  <c:v>0.96421489759577095</c:v>
                </c:pt>
                <c:pt idx="222">
                  <c:v>0.96021501604837678</c:v>
                </c:pt>
                <c:pt idx="223">
                  <c:v>0.95624665862513536</c:v>
                </c:pt>
                <c:pt idx="224">
                  <c:v>0.95230947523798293</c:v>
                </c:pt>
                <c:pt idx="225">
                  <c:v>0.94840312055619569</c:v>
                </c:pt>
                <c:pt idx="226">
                  <c:v>0.94452725393621839</c:v>
                </c:pt>
                <c:pt idx="227">
                  <c:v>0.94068153935239085</c:v>
                </c:pt>
                <c:pt idx="228">
                  <c:v>0.93686564532857175</c:v>
                </c:pt>
                <c:pt idx="229">
                  <c:v>0.93307924487066163</c:v>
                </c:pt>
                <c:pt idx="230">
                  <c:v>0.92932201540002435</c:v>
                </c:pt>
                <c:pt idx="231">
                  <c:v>0.92559363868780575</c:v>
                </c:pt>
                <c:pt idx="232">
                  <c:v>0.92189380079014649</c:v>
                </c:pt>
                <c:pt idx="233">
                  <c:v>0.91822219198428923</c:v>
                </c:pt>
                <c:pt idx="234">
                  <c:v>0.91457850670557417</c:v>
                </c:pt>
                <c:pt idx="235">
                  <c:v>0.91096244348531896</c:v>
                </c:pt>
                <c:pt idx="236">
                  <c:v>0.90737370488957914</c:v>
                </c:pt>
                <c:pt idx="237">
                  <c:v>0.90381199745878371</c:v>
                </c:pt>
                <c:pt idx="238">
                  <c:v>0.90027703164824069</c:v>
                </c:pt>
                <c:pt idx="239">
                  <c:v>0.89676852176950428</c:v>
                </c:pt>
                <c:pt idx="240">
                  <c:v>0.8932861859325989</c:v>
                </c:pt>
                <c:pt idx="241">
                  <c:v>0.88982974598909326</c:v>
                </c:pt>
                <c:pt idx="242">
                  <c:v>0.88639892747601645</c:v>
                </c:pt>
                <c:pt idx="243">
                  <c:v>0.88299345956060671</c:v>
                </c:pt>
                <c:pt idx="244">
                  <c:v>0.87961307498588903</c:v>
                </c:pt>
                <c:pt idx="245">
                  <c:v>0.8762575100170702</c:v>
                </c:pt>
                <c:pt idx="246">
                  <c:v>0.87292650438874231</c:v>
                </c:pt>
                <c:pt idx="247">
                  <c:v>0.86961980125289029</c:v>
                </c:pt>
                <c:pt idx="248">
                  <c:v>0.86633714712768828</c:v>
                </c:pt>
                <c:pt idx="249">
                  <c:v>0.86307829184708285</c:v>
                </c:pt>
                <c:pt idx="250">
                  <c:v>0.85984298851114838</c:v>
                </c:pt>
                <c:pt idx="251">
                  <c:v>0.85663099343720872</c:v>
                </c:pt>
                <c:pt idx="252">
                  <c:v>0.8534420661117148</c:v>
                </c:pt>
                <c:pt idx="253">
                  <c:v>0.8502759691428674</c:v>
                </c:pt>
                <c:pt idx="254">
                  <c:v>0.8471324682139787</c:v>
                </c:pt>
                <c:pt idx="255">
                  <c:v>0.84401133203756074</c:v>
                </c:pt>
                <c:pt idx="256">
                  <c:v>0.84091233231013107</c:v>
                </c:pt>
                <c:pt idx="257">
                  <c:v>0.8378352436677291</c:v>
                </c:pt>
                <c:pt idx="258">
                  <c:v>0.83477984364212832</c:v>
                </c:pt>
                <c:pt idx="259">
                  <c:v>0.831745912617741</c:v>
                </c:pt>
                <c:pt idx="260">
                  <c:v>0.82873323378920027</c:v>
                </c:pt>
                <c:pt idx="261">
                  <c:v>0.82574159311961426</c:v>
                </c:pt>
                <c:pt idx="262">
                  <c:v>0.82277077929947962</c:v>
                </c:pt>
                <c:pt idx="263">
                  <c:v>0.81982058370624711</c:v>
                </c:pt>
                <c:pt idx="264">
                  <c:v>0.81689080036452888</c:v>
                </c:pt>
                <c:pt idx="265">
                  <c:v>0.813981225906938</c:v>
                </c:pt>
                <c:pt idx="266">
                  <c:v>0.8110916595355514</c:v>
                </c:pt>
                <c:pt idx="267">
                  <c:v>0.80822190298398611</c:v>
                </c:pt>
                <c:pt idx="268">
                  <c:v>0.80537176048008141</c:v>
                </c:pt>
                <c:pt idx="269">
                  <c:v>0.80254103870917426</c:v>
                </c:pt>
                <c:pt idx="270">
                  <c:v>0.79972954677796348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A-B7D0-4086-949C-25D748E47B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5937856"/>
        <c:axId val="255942656"/>
      </c:lineChart>
      <c:catAx>
        <c:axId val="303956064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7071536"/>
        <c:crosses val="autoZero"/>
        <c:auto val="1"/>
        <c:lblAlgn val="ctr"/>
        <c:lblOffset val="100"/>
        <c:noMultiLvlLbl val="0"/>
      </c:catAx>
      <c:valAx>
        <c:axId val="557071536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3956064"/>
        <c:crosses val="autoZero"/>
        <c:crossBetween val="between"/>
        <c:dispUnits>
          <c:builtInUnit val="millions"/>
        </c:dispUnits>
      </c:valAx>
      <c:valAx>
        <c:axId val="25594265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5937856"/>
        <c:crosses val="max"/>
        <c:crossBetween val="between"/>
      </c:valAx>
      <c:catAx>
        <c:axId val="255937856"/>
        <c:scaling>
          <c:orientation val="minMax"/>
        </c:scaling>
        <c:delete val="1"/>
        <c:axPos val="b"/>
        <c:numFmt formatCode="_(* #,##0_);_(* \(#,##0\);_(* &quot;-&quot;??_);_(@_)" sourceLinked="1"/>
        <c:majorTickMark val="out"/>
        <c:minorTickMark val="none"/>
        <c:tickLblPos val="nextTo"/>
        <c:crossAx val="2559426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87.7%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92F-4F4D-9CFE-E46D6F99D7E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94.0%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92F-4F4D-9CFE-E46D6F99D7E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88.2%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92F-4F4D-9CFE-E46D6F99D7E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29452.634512758203</c:v>
                </c:pt>
                <c:pt idx="1">
                  <c:v>29748.318116962429</c:v>
                </c:pt>
                <c:pt idx="2">
                  <c:v>29564.122541359648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92F-4F4D-9CFE-E46D6F99D7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Competition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-1.4%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92F-4F4D-9CFE-E46D6F99D7E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92F-4F4D-9CFE-E46D6F99D7E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92F-4F4D-9CFE-E46D6F99D7E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-475.04322420817118</c:v>
                </c:pt>
                <c:pt idx="1">
                  <c:v>1550.3191903249337</c:v>
                </c:pt>
                <c:pt idx="2">
                  <c:v>604.52841468379484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92F-4F4D-9CFE-E46D6F99D7E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Discounts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10.5%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792F-4F4D-9CFE-E46D6F99D7E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12.9%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792F-4F4D-9CFE-E46D6F99D7E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3.2%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792F-4F4D-9CFE-E46D6F99D7E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3531.783122968257</c:v>
                </c:pt>
                <c:pt idx="1">
                  <c:v>4071.3611400104924</c:v>
                </c:pt>
                <c:pt idx="2">
                  <c:v>1080.5228255051343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792F-4F4D-9CFE-E46D6F99D7E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rgbClr val="00B600"/>
            </a:solidFill>
            <a:ln w="19050">
              <a:solidFill>
                <a:srgbClr val="00B600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10.0%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792F-4F4D-9CFE-E46D6F99D7E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6.2%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792F-4F4D-9CFE-E46D6F99D7E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12.0%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792F-4F4D-9CFE-E46D6F99D7E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Sheet1!$E$2:$E$4</c:f>
              <c:numCache>
                <c:formatCode>#,##0</c:formatCode>
                <c:ptCount val="3"/>
                <c:pt idx="0">
                  <c:v>3370.9158686525466</c:v>
                </c:pt>
                <c:pt idx="1">
                  <c:v>1964.036775815443</c:v>
                </c:pt>
                <c:pt idx="2">
                  <c:v>4031.0993640518163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792F-4F4D-9CFE-E46D6F99D7E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External</c:v>
                </c:pt>
              </c:strCache>
            </c:strRef>
          </c:tx>
          <c:spPr>
            <a:solidFill>
              <a:srgbClr val="FA0028"/>
            </a:solidFill>
            <a:ln w="19050">
              <a:solidFill>
                <a:srgbClr val="FA0028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0.3%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792F-4F4D-9CFE-E46D6F99D7E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-8.5%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792F-4F4D-9CFE-E46D6F99D7E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-10.7%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792F-4F4D-9CFE-E46D6F99D7E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Sheet1!$F$2:$F$4</c:f>
              <c:numCache>
                <c:formatCode>#,##0</c:formatCode>
                <c:ptCount val="3"/>
                <c:pt idx="0">
                  <c:v>97.31847818618337</c:v>
                </c:pt>
                <c:pt idx="1">
                  <c:v>-2705.9204171201186</c:v>
                </c:pt>
                <c:pt idx="2">
                  <c:v>-3586.6630445736741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792F-4F4D-9CFE-E46D6F99D7E2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Media</c:v>
                </c:pt>
              </c:strCache>
            </c:strRef>
          </c:tx>
          <c:spPr>
            <a:solidFill>
              <a:srgbClr val="FEDB00"/>
            </a:solidFill>
            <a:ln w="19050">
              <a:solidFill>
                <a:srgbClr val="FEDB00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792F-4F4D-9CFE-E46D6F99D7E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10.2%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792F-4F4D-9CFE-E46D6F99D7E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14.0%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792F-4F4D-9CFE-E46D6F99D7E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Sheet1!$G$2:$G$4</c:f>
              <c:numCache>
                <c:formatCode>#,##0</c:formatCode>
                <c:ptCount val="3"/>
                <c:pt idx="0">
                  <c:v>1.5384667465367932E-6</c:v>
                </c:pt>
                <c:pt idx="1">
                  <c:v>3227.6887976078688</c:v>
                </c:pt>
                <c:pt idx="2">
                  <c:v>4700.9555634417738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792F-4F4D-9CFE-E46D6F99D7E2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rgbClr val="FF5000"/>
            </a:solidFill>
            <a:ln w="19050">
              <a:solidFill>
                <a:srgbClr val="FF5000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-7.2%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792F-4F4D-9CFE-E46D6F99D7E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-19.6%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792F-4F4D-9CFE-E46D6F99D7E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-8.6%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792F-4F4D-9CFE-E46D6F99D7E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Sheet1!$H$2:$H$4</c:f>
              <c:numCache>
                <c:formatCode>#,##0</c:formatCode>
                <c:ptCount val="3"/>
                <c:pt idx="0">
                  <c:v>-2409.3376490032847</c:v>
                </c:pt>
                <c:pt idx="1">
                  <c:v>-6205.798021868437</c:v>
                </c:pt>
                <c:pt idx="2">
                  <c:v>-2869.5674712896448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792F-4F4D-9CFE-E46D6F99D7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59.3%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879-453E-9FED-8EA8035F7B7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61.4%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879-453E-9FED-8EA8035F7B7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62.4%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879-453E-9FED-8EA8035F7B7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9.1168047353368676E-7</c:v>
                </c:pt>
                <c:pt idx="1">
                  <c:v>1981.3774709949389</c:v>
                </c:pt>
                <c:pt idx="2">
                  <c:v>2934.4799857919397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879-453E-9FED-8EA8035F7B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OOH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23.1%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879-453E-9FED-8EA8035F7B7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27.5%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879-453E-9FED-8EA8035F7B7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32.8%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879-453E-9FED-8EA8035F7B7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3.5579263554623669E-7</c:v>
                </c:pt>
                <c:pt idx="1">
                  <c:v>888.59393228041438</c:v>
                </c:pt>
                <c:pt idx="2">
                  <c:v>1541.0993628500967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879-453E-9FED-8EA8035F7B7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Media Search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17.6%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3879-453E-9FED-8EA8035F7B7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11.1%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3879-453E-9FED-8EA8035F7B7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4.8%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879-453E-9FED-8EA8035F7B7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2.7099363745687012E-7</c:v>
                </c:pt>
                <c:pt idx="1">
                  <c:v>357.71739433251435</c:v>
                </c:pt>
                <c:pt idx="2">
                  <c:v>225.37621479973859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3879-453E-9FED-8EA8035F7B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 Display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26.9%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D3B-479F-9208-91ECAA287B4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24.8%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D3B-479F-9208-91ECAA287B4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5.4%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D3B-479F-9208-91ECAA287B4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4.1377384210075308E-7</c:v>
                </c:pt>
                <c:pt idx="1">
                  <c:v>801.47445144127107</c:v>
                </c:pt>
                <c:pt idx="2">
                  <c:v>252.76922405659792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D3B-479F-9208-91ECAA287B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Digital YT+Meta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32.4%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D3B-479F-9208-91ECAA287B4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36.6%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ED3B-479F-9208-91ECAA287B4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57.0%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ED3B-479F-9208-91ECAA287B4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4.9790663143293373E-7</c:v>
                </c:pt>
                <c:pt idx="1">
                  <c:v>1179.9030195536679</c:v>
                </c:pt>
                <c:pt idx="2">
                  <c:v>2681.7107617353417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D3B-479F-9208-91ECAA287B4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Media OOH Retail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3.6%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ED3B-479F-9208-91ECAA287B4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7.1%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ED3B-479F-9208-91ECAA287B4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20.7%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ED3B-479F-9208-91ECAA287B4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5.5575131898152271E-8</c:v>
                </c:pt>
                <c:pt idx="1">
                  <c:v>230.13180120410101</c:v>
                </c:pt>
                <c:pt idx="2">
                  <c:v>972.20156381467962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D3B-479F-9208-91ECAA287B4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Media OOH Screen</c:v>
                </c:pt>
              </c:strCache>
            </c:strRef>
          </c:tx>
          <c:spPr>
            <a:solidFill>
              <a:srgbClr val="00B600"/>
            </a:solidFill>
            <a:ln w="19050">
              <a:solidFill>
                <a:srgbClr val="00B600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19.5%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ED3B-479F-9208-91ECAA287B4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20.4%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ED3B-479F-9208-91ECAA287B4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12.1%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ED3B-479F-9208-91ECAA287B4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Sheet1!$E$2:$E$4</c:f>
              <c:numCache>
                <c:formatCode>#,##0</c:formatCode>
                <c:ptCount val="3"/>
                <c:pt idx="0">
                  <c:v>3.0021750364808441E-7</c:v>
                </c:pt>
                <c:pt idx="1">
                  <c:v>658.46213107631343</c:v>
                </c:pt>
                <c:pt idx="2">
                  <c:v>568.89779903541717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ED3B-479F-9208-91ECAA287B4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Media Search Google</c:v>
                </c:pt>
              </c:strCache>
            </c:strRef>
          </c:tx>
          <c:spPr>
            <a:solidFill>
              <a:srgbClr val="FA0028"/>
            </a:solidFill>
            <a:ln w="19050">
              <a:solidFill>
                <a:srgbClr val="FA0028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17.6%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ED3B-479F-9208-91ECAA287B4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11.1%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ED3B-479F-9208-91ECAA287B4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4.8%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ED3B-479F-9208-91ECAA287B4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Sheet1!$F$2:$F$4</c:f>
              <c:numCache>
                <c:formatCode>#,##0</c:formatCode>
                <c:ptCount val="3"/>
                <c:pt idx="0">
                  <c:v>2.7099363745687012E-7</c:v>
                </c:pt>
                <c:pt idx="1">
                  <c:v>357.71739433251435</c:v>
                </c:pt>
                <c:pt idx="2">
                  <c:v>225.37621479973859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ED3B-479F-9208-91ECAA287B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cat>
            <c:strRef>
              <c:f>Sheet1!$A$2:$A$37</c:f>
              <c:strCache>
                <c:ptCount val="36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8.08172712396542E-8</c:v>
                </c:pt>
                <c:pt idx="1">
                  <c:v>7.9710139753453904E-8</c:v>
                </c:pt>
                <c:pt idx="2">
                  <c:v>7.8692326975690203E-8</c:v>
                </c:pt>
                <c:pt idx="3">
                  <c:v>7.7496189563164908E-8</c:v>
                </c:pt>
                <c:pt idx="4">
                  <c:v>7.6944187661282904E-8</c:v>
                </c:pt>
                <c:pt idx="5">
                  <c:v>7.6182137432659805E-8</c:v>
                </c:pt>
                <c:pt idx="6">
                  <c:v>7.5212906301293699E-8</c:v>
                </c:pt>
                <c:pt idx="7">
                  <c:v>7.4577827103917392E-8</c:v>
                </c:pt>
                <c:pt idx="8">
                  <c:v>7.3887407299937701E-8</c:v>
                </c:pt>
                <c:pt idx="9">
                  <c:v>7.32596987422393E-8</c:v>
                </c:pt>
                <c:pt idx="10">
                  <c:v>7.2719753495239699E-8</c:v>
                </c:pt>
                <c:pt idx="11">
                  <c:v>7.21806279651532E-8</c:v>
                </c:pt>
                <c:pt idx="12">
                  <c:v>7.1663605709386992E-8</c:v>
                </c:pt>
                <c:pt idx="13">
                  <c:v>7.0988544042450791E-8</c:v>
                </c:pt>
                <c:pt idx="14">
                  <c:v>7.0596215944253501E-8</c:v>
                </c:pt>
                <c:pt idx="15">
                  <c:v>7.0447466382121502E-8</c:v>
                </c:pt>
                <c:pt idx="16">
                  <c:v>6.9914575746699189E-8</c:v>
                </c:pt>
                <c:pt idx="17">
                  <c:v>6.9447146775361599E-8</c:v>
                </c:pt>
                <c:pt idx="18">
                  <c:v>6.93609448619888E-8</c:v>
                </c:pt>
                <c:pt idx="19">
                  <c:v>6.8826336465980801E-8</c:v>
                </c:pt>
                <c:pt idx="20">
                  <c:v>6.8208218803373793E-8</c:v>
                </c:pt>
                <c:pt idx="21">
                  <c:v>649.67531442957898</c:v>
                </c:pt>
                <c:pt idx="22">
                  <c:v>667.83653649548592</c:v>
                </c:pt>
                <c:pt idx="23">
                  <c:v>663.86561944042103</c:v>
                </c:pt>
                <c:pt idx="24">
                  <c:v>609.34673678824697</c:v>
                </c:pt>
                <c:pt idx="25">
                  <c:v>379.55472725768516</c:v>
                </c:pt>
                <c:pt idx="26">
                  <c:v>192.88026142784827</c:v>
                </c:pt>
                <c:pt idx="27">
                  <c:v>36.543293101780463</c:v>
                </c:pt>
                <c:pt idx="28">
                  <c:v>2.0851922591138021</c:v>
                </c:pt>
                <c:pt idx="29">
                  <c:v>5.9535921164741518E-2</c:v>
                </c:pt>
                <c:pt idx="30">
                  <c:v>1.7367421629716252E-3</c:v>
                </c:pt>
                <c:pt idx="31">
                  <c:v>212.74300397666897</c:v>
                </c:pt>
                <c:pt idx="32">
                  <c:v>375.13119070312115</c:v>
                </c:pt>
                <c:pt idx="33">
                  <c:v>375.12122713426442</c:v>
                </c:pt>
                <c:pt idx="34">
                  <c:v>375.54080362066924</c:v>
                </c:pt>
                <c:pt idx="35">
                  <c:v>375.47227685921331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06-4412-AC98-B0D0208678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OOH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cat>
            <c:strRef>
              <c:f>Sheet1!$A$2:$A$37</c:f>
              <c:strCache>
                <c:ptCount val="36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</c:strCache>
            </c:strRef>
          </c:cat>
          <c:val>
            <c:numRef>
              <c:f>Sheet1!$C$2:$C$37</c:f>
              <c:numCache>
                <c:formatCode>#,##0</c:formatCode>
                <c:ptCount val="36"/>
                <c:pt idx="0">
                  <c:v>2.4533501160184051E-8</c:v>
                </c:pt>
                <c:pt idx="1">
                  <c:v>2.6206067763583431E-8</c:v>
                </c:pt>
                <c:pt idx="2">
                  <c:v>2.7051737077486291E-8</c:v>
                </c:pt>
                <c:pt idx="3">
                  <c:v>2.940789252832254E-8</c:v>
                </c:pt>
                <c:pt idx="4">
                  <c:v>2.7925492065509401E-8</c:v>
                </c:pt>
                <c:pt idx="5">
                  <c:v>2.8039386539716091E-8</c:v>
                </c:pt>
                <c:pt idx="6">
                  <c:v>3.1310052575346902E-8</c:v>
                </c:pt>
                <c:pt idx="7">
                  <c:v>3.1670933652118121E-8</c:v>
                </c:pt>
                <c:pt idx="8">
                  <c:v>3.2328202732096778E-8</c:v>
                </c:pt>
                <c:pt idx="9">
                  <c:v>3.2837134661134502E-8</c:v>
                </c:pt>
                <c:pt idx="10">
                  <c:v>3.2693958255180959E-8</c:v>
                </c:pt>
                <c:pt idx="11">
                  <c:v>3.1788276535557606E-8</c:v>
                </c:pt>
                <c:pt idx="12">
                  <c:v>3.1239721093975917E-8</c:v>
                </c:pt>
                <c:pt idx="13">
                  <c:v>3.0569791036667962E-8</c:v>
                </c:pt>
                <c:pt idx="14">
                  <c:v>3.0833826733496711E-8</c:v>
                </c:pt>
                <c:pt idx="15">
                  <c:v>3.188211222540142E-8</c:v>
                </c:pt>
                <c:pt idx="16">
                  <c:v>3.1017557074262371E-8</c:v>
                </c:pt>
                <c:pt idx="17">
                  <c:v>3.0785038581989819E-8</c:v>
                </c:pt>
                <c:pt idx="18">
                  <c:v>3.1394896471405901E-8</c:v>
                </c:pt>
                <c:pt idx="19">
                  <c:v>3.1310891560119082E-8</c:v>
                </c:pt>
                <c:pt idx="20">
                  <c:v>3.1056700670177135E-8</c:v>
                </c:pt>
                <c:pt idx="21">
                  <c:v>297.96647330060978</c:v>
                </c:pt>
                <c:pt idx="22">
                  <c:v>293.08489503951614</c:v>
                </c:pt>
                <c:pt idx="23">
                  <c:v>297.54256366019803</c:v>
                </c:pt>
                <c:pt idx="24">
                  <c:v>307.09899134650152</c:v>
                </c:pt>
                <c:pt idx="25">
                  <c:v>298.62778758339402</c:v>
                </c:pt>
                <c:pt idx="26">
                  <c:v>239.659176173275</c:v>
                </c:pt>
                <c:pt idx="27">
                  <c:v>149.03785599576611</c:v>
                </c:pt>
                <c:pt idx="28">
                  <c:v>69.406686332545604</c:v>
                </c:pt>
                <c:pt idx="29">
                  <c:v>18.753159424266535</c:v>
                </c:pt>
                <c:pt idx="30">
                  <c:v>2.2878811160582178</c:v>
                </c:pt>
                <c:pt idx="31">
                  <c:v>0.14247488871850475</c:v>
                </c:pt>
                <c:pt idx="32">
                  <c:v>77.838101029288879</c:v>
                </c:pt>
                <c:pt idx="33">
                  <c:v>122.29204855201598</c:v>
                </c:pt>
                <c:pt idx="34">
                  <c:v>126.61589496777978</c:v>
                </c:pt>
                <c:pt idx="35">
                  <c:v>129.33930544048678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06-4412-AC98-B0D02086787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Search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cat>
            <c:strRef>
              <c:f>Sheet1!$A$2:$A$37</c:f>
              <c:strCache>
                <c:ptCount val="36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</c:strCache>
            </c:strRef>
          </c:cat>
          <c:val>
            <c:numRef>
              <c:f>Sheet1!$D$2:$D$37</c:f>
              <c:numCache>
                <c:formatCode>#,##0</c:formatCode>
                <c:ptCount val="36"/>
                <c:pt idx="0">
                  <c:v>2.4060811361772499E-8</c:v>
                </c:pt>
                <c:pt idx="1">
                  <c:v>2.36856737434794E-8</c:v>
                </c:pt>
                <c:pt idx="2">
                  <c:v>2.3657323366789001E-8</c:v>
                </c:pt>
                <c:pt idx="3">
                  <c:v>2.3005333804191E-8</c:v>
                </c:pt>
                <c:pt idx="4">
                  <c:v>2.3638541308906801E-8</c:v>
                </c:pt>
                <c:pt idx="5">
                  <c:v>2.3647194714937301E-8</c:v>
                </c:pt>
                <c:pt idx="6">
                  <c:v>2.2296514990478101E-8</c:v>
                </c:pt>
                <c:pt idx="7">
                  <c:v>2.1978654621303799E-8</c:v>
                </c:pt>
                <c:pt idx="8">
                  <c:v>2.1548682655085399E-8</c:v>
                </c:pt>
                <c:pt idx="9">
                  <c:v>2.1176056663799199E-8</c:v>
                </c:pt>
                <c:pt idx="10">
                  <c:v>2.1027382542598202E-8</c:v>
                </c:pt>
                <c:pt idx="11">
                  <c:v>2.1271467683529399E-8</c:v>
                </c:pt>
                <c:pt idx="12">
                  <c:v>2.1297926193206402E-8</c:v>
                </c:pt>
                <c:pt idx="13">
                  <c:v>2.1528569691942699E-8</c:v>
                </c:pt>
                <c:pt idx="14">
                  <c:v>2.0953867689635701E-8</c:v>
                </c:pt>
                <c:pt idx="15">
                  <c:v>1.9661458477461299E-8</c:v>
                </c:pt>
                <c:pt idx="16">
                  <c:v>1.9688279762770699E-8</c:v>
                </c:pt>
                <c:pt idx="17">
                  <c:v>1.9298008225624399E-8</c:v>
                </c:pt>
                <c:pt idx="18">
                  <c:v>1.8066884288510101E-8</c:v>
                </c:pt>
                <c:pt idx="19">
                  <c:v>1.7682826303260001E-8</c:v>
                </c:pt>
                <c:pt idx="20">
                  <c:v>1.7443190530789799E-8</c:v>
                </c:pt>
                <c:pt idx="21">
                  <c:v>30.6544768856003</c:v>
                </c:pt>
                <c:pt idx="22">
                  <c:v>174.83294440917601</c:v>
                </c:pt>
                <c:pt idx="23">
                  <c:v>152.22997286211699</c:v>
                </c:pt>
                <c:pt idx="24">
                  <c:v>25.145589633063999</c:v>
                </c:pt>
                <c:pt idx="25">
                  <c:v>0.21286900655129801</c:v>
                </c:pt>
                <c:pt idx="26">
                  <c:v>6.6468973558466901E-4</c:v>
                </c:pt>
                <c:pt idx="27">
                  <c:v>7.0487086294815101E-6</c:v>
                </c:pt>
                <c:pt idx="28">
                  <c:v>4.2544307313385302E-7</c:v>
                </c:pt>
                <c:pt idx="29">
                  <c:v>8.6703063046607296E-8</c:v>
                </c:pt>
                <c:pt idx="30">
                  <c:v>3.6148983428288498E-8</c:v>
                </c:pt>
                <c:pt idx="31">
                  <c:v>2.38804353829178E-8</c:v>
                </c:pt>
                <c:pt idx="32">
                  <c:v>73.117875237566594</c:v>
                </c:pt>
                <c:pt idx="33">
                  <c:v>77.457519627112504</c:v>
                </c:pt>
                <c:pt idx="34">
                  <c:v>48.559182793547699</c:v>
                </c:pt>
                <c:pt idx="35">
                  <c:v>0.88250619127672603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06-4412-AC98-B0D0208678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101159928"/>
        <c:crosses val="autoZero"/>
        <c:crossBetween val="midCat"/>
      </c:valAx>
    </c:plotArea>
    <c:legend>
      <c:legendPos val="t"/>
      <c:overlay val="1"/>
    </c:legend>
    <c:plotVisOnly val="1"/>
    <c:dispBlanksAs val="zero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kg</c:v>
                </c:pt>
              </c:strCache>
            </c:strRef>
          </c:tx>
          <c:spPr>
            <a:ln w="19050">
              <a:solidFill>
                <a:srgbClr val="333333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3378.921714126579</c:v>
                </c:pt>
                <c:pt idx="1">
                  <c:v>2934.4872912763553</c:v>
                </c:pt>
                <c:pt idx="2">
                  <c:v>2703.1042810969439</c:v>
                </c:pt>
                <c:pt idx="3">
                  <c:v>2294.8617526451076</c:v>
                </c:pt>
                <c:pt idx="4">
                  <c:v>2313.7008017765106</c:v>
                </c:pt>
                <c:pt idx="5">
                  <c:v>2423.8704784376828</c:v>
                </c:pt>
                <c:pt idx="6">
                  <c:v>2418.5678830835495</c:v>
                </c:pt>
                <c:pt idx="7">
                  <c:v>2525.0551683181311</c:v>
                </c:pt>
                <c:pt idx="8">
                  <c:v>3213.8702559227763</c:v>
                </c:pt>
                <c:pt idx="9">
                  <c:v>3627.6462000223319</c:v>
                </c:pt>
                <c:pt idx="10">
                  <c:v>2817.2819208656128</c:v>
                </c:pt>
                <c:pt idx="11">
                  <c:v>2916.90336332062</c:v>
                </c:pt>
                <c:pt idx="12">
                  <c:v>3687.1324564429888</c:v>
                </c:pt>
                <c:pt idx="13">
                  <c:v>2840.6742247361517</c:v>
                </c:pt>
                <c:pt idx="14">
                  <c:v>2329.6367900344453</c:v>
                </c:pt>
                <c:pt idx="15">
                  <c:v>2089.3192782937153</c:v>
                </c:pt>
                <c:pt idx="16">
                  <c:v>1906.4379504383437</c:v>
                </c:pt>
                <c:pt idx="17">
                  <c:v>1650.4221306306144</c:v>
                </c:pt>
                <c:pt idx="18">
                  <c:v>2241.3366191076711</c:v>
                </c:pt>
                <c:pt idx="19">
                  <c:v>2073.492409991572</c:v>
                </c:pt>
                <c:pt idx="20">
                  <c:v>2448.3893707859656</c:v>
                </c:pt>
                <c:pt idx="21">
                  <c:v>3982.6264454942411</c:v>
                </c:pt>
                <c:pt idx="22">
                  <c:v>3438.0702998871902</c:v>
                </c:pt>
                <c:pt idx="23">
                  <c:v>2962.4676058897103</c:v>
                </c:pt>
                <c:pt idx="24">
                  <c:v>3411.4094043231976</c:v>
                </c:pt>
                <c:pt idx="25">
                  <c:v>2510.1160222356348</c:v>
                </c:pt>
                <c:pt idx="26">
                  <c:v>2182.5203986532715</c:v>
                </c:pt>
                <c:pt idx="27">
                  <c:v>2521.7387176205948</c:v>
                </c:pt>
                <c:pt idx="28">
                  <c:v>1847.7684534398763</c:v>
                </c:pt>
                <c:pt idx="29">
                  <c:v>1747.6399660999377</c:v>
                </c:pt>
                <c:pt idx="30">
                  <c:v>2507.1481919381108</c:v>
                </c:pt>
                <c:pt idx="31">
                  <c:v>2564.6946961691738</c:v>
                </c:pt>
                <c:pt idx="32">
                  <c:v>3044.1363822225408</c:v>
                </c:pt>
                <c:pt idx="33">
                  <c:v>4020.4414056066325</c:v>
                </c:pt>
                <c:pt idx="34">
                  <c:v>3572.3241690337791</c:v>
                </c:pt>
                <c:pt idx="35">
                  <c:v>3595.0603858361028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F7-4A27-8E34-6B0FE5310C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54.4%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FAA-476B-9E3C-077EBEBF04A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87.5%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FAA-476B-9E3C-077EBEBF04A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FY'23</c:v>
                </c:pt>
                <c:pt idx="1">
                  <c:v>FY'24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118526606</c:v>
                </c:pt>
                <c:pt idx="1">
                  <c:v>274396616.33398443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FAA-476B-9E3C-077EBEBF04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OOH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42.3%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FAA-476B-9E3C-077EBEBF04A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10.3%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FAA-476B-9E3C-077EBEBF04A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FY'23</c:v>
                </c:pt>
                <c:pt idx="1">
                  <c:v>FY'24</c:v>
                </c:pt>
              </c:strCache>
            </c:strRef>
          </c:cat>
          <c:val>
            <c:numRef>
              <c:f>Sheet1!$C$2:$C$3</c:f>
              <c:numCache>
                <c:formatCode>#,##0</c:formatCode>
                <c:ptCount val="2"/>
                <c:pt idx="0">
                  <c:v>92210074.194617033</c:v>
                </c:pt>
                <c:pt idx="1">
                  <c:v>32173913.04347821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FAA-476B-9E3C-077EBEBF04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Search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3.2%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CFAA-476B-9E3C-077EBEBF04A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2.2%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CFAA-476B-9E3C-077EBEBF04A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FY'23</c:v>
                </c:pt>
                <c:pt idx="1">
                  <c:v>FY'24</c:v>
                </c:pt>
              </c:strCache>
            </c:strRef>
          </c:cat>
          <c:val>
            <c:numRef>
              <c:f>Sheet1!$D$2:$D$3</c:f>
              <c:numCache>
                <c:formatCode>#,##0</c:formatCode>
                <c:ptCount val="2"/>
                <c:pt idx="0">
                  <c:v>7012253</c:v>
                </c:pt>
                <c:pt idx="1">
                  <c:v>6869130.9873046903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FAA-476B-9E3C-077EBEBF04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59.3%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57A-49D8-9C2B-E6AE8FB8677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61.4%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57A-49D8-9C2B-E6AE8FB8677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62.4%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57A-49D8-9C2B-E6AE8FB8677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9.1168047353368676E-7</c:v>
                </c:pt>
                <c:pt idx="1">
                  <c:v>1981.3774709949389</c:v>
                </c:pt>
                <c:pt idx="2">
                  <c:v>2934.4799857919397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57A-49D8-9C2B-E6AE8FB867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OOH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23.1%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57A-49D8-9C2B-E6AE8FB8677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27.5%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57A-49D8-9C2B-E6AE8FB8677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32.8%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57A-49D8-9C2B-E6AE8FB8677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3.5579263554623669E-7</c:v>
                </c:pt>
                <c:pt idx="1">
                  <c:v>888.59393228041438</c:v>
                </c:pt>
                <c:pt idx="2">
                  <c:v>1541.0993628500967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57A-49D8-9C2B-E6AE8FB8677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Media Search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17.6%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57A-49D8-9C2B-E6AE8FB8677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11.1%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657A-49D8-9C2B-E6AE8FB8677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4.8%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657A-49D8-9C2B-E6AE8FB8677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2.7099363745687012E-7</c:v>
                </c:pt>
                <c:pt idx="1">
                  <c:v>357.71739433251435</c:v>
                </c:pt>
                <c:pt idx="2">
                  <c:v>225.37621479973859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657A-49D8-9C2B-E6AE8FB867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23' Camp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Sheet1!$B$2:$B$6</c:f>
              <c:numCache>
                <c:formatCode>#,##0.0</c:formatCode>
                <c:ptCount val="5"/>
                <c:pt idx="0">
                  <c:v>13.1</c:v>
                </c:pt>
                <c:pt idx="1">
                  <c:v>35.6</c:v>
                </c:pt>
                <c:pt idx="2">
                  <c:v>14</c:v>
                </c:pt>
                <c:pt idx="3">
                  <c:v>32.4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77-41BA-8790-E9139A2C3C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24' Camp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Sheet1!$C$2:$C$6</c:f>
              <c:numCache>
                <c:formatCode>#,##0.0</c:formatCode>
                <c:ptCount val="5"/>
                <c:pt idx="0">
                  <c:v>0</c:v>
                </c:pt>
                <c:pt idx="1">
                  <c:v>78.400000000000006</c:v>
                </c:pt>
                <c:pt idx="2">
                  <c:v>17.7</c:v>
                </c:pt>
                <c:pt idx="3">
                  <c:v>0</c:v>
                </c:pt>
                <c:pt idx="4">
                  <c:v>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77-41BA-8790-E9139A2C3C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b"/>
        <c:numFmt formatCode="#,##0.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23' Camp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Sheet1!$B$2:$B$6</c:f>
              <c:numCache>
                <c:formatCode>#,##0.0</c:formatCode>
                <c:ptCount val="5"/>
                <c:pt idx="0">
                  <c:v>18.8</c:v>
                </c:pt>
                <c:pt idx="1">
                  <c:v>38.700000000000003</c:v>
                </c:pt>
                <c:pt idx="2">
                  <c:v>13.6</c:v>
                </c:pt>
                <c:pt idx="3">
                  <c:v>22.1</c:v>
                </c:pt>
                <c:pt idx="4">
                  <c:v>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B0-4DC9-9E75-E8B6DED85A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24' Camp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Sheet1!$C$2:$C$6</c:f>
              <c:numCache>
                <c:formatCode>#,##0.0</c:formatCode>
                <c:ptCount val="5"/>
                <c:pt idx="0">
                  <c:v>0</c:v>
                </c:pt>
                <c:pt idx="1">
                  <c:v>72.400000000000006</c:v>
                </c:pt>
                <c:pt idx="2">
                  <c:v>19.2</c:v>
                </c:pt>
                <c:pt idx="3">
                  <c:v>0</c:v>
                </c:pt>
                <c:pt idx="4">
                  <c:v>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B0-4DC9-9E75-E8B6DED85A5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Campaign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Sheet1!$D$2:$D$6</c:f>
              <c:numCache>
                <c:formatCode>#,##0.0</c:formatCode>
                <c:ptCount val="5"/>
                <c:pt idx="0">
                  <c:v>26.3</c:v>
                </c:pt>
                <c:pt idx="1">
                  <c:v>32.4</c:v>
                </c:pt>
                <c:pt idx="2">
                  <c:v>4.4000000000000004</c:v>
                </c:pt>
                <c:pt idx="3">
                  <c:v>20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B0-4DC9-9E75-E8B6DED85A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b"/>
        <c:numFmt formatCode="#,##0.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23' Camp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Sheet1!$B$2:$B$6</c:f>
              <c:numCache>
                <c:formatCode>#,##0.0</c:formatCode>
                <c:ptCount val="5"/>
                <c:pt idx="0">
                  <c:v>144.23034749397718</c:v>
                </c:pt>
                <c:pt idx="1">
                  <c:v>108.71017088452007</c:v>
                </c:pt>
                <c:pt idx="2">
                  <c:v>96.832185745149161</c:v>
                </c:pt>
                <c:pt idx="3">
                  <c:v>68.289288762409171</c:v>
                </c:pt>
                <c:pt idx="4">
                  <c:v>136.89612676945561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21-4A69-A953-8FA239B1DA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24' Camp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Sheet1!$C$2:$C$6</c:f>
              <c:numCache>
                <c:formatCode>#,##0.0</c:formatCode>
                <c:ptCount val="5"/>
                <c:pt idx="0">
                  <c:v>0</c:v>
                </c:pt>
                <c:pt idx="1">
                  <c:v>92.328423417852918</c:v>
                </c:pt>
                <c:pt idx="2">
                  <c:v>108.339516128322</c:v>
                </c:pt>
                <c:pt idx="3">
                  <c:v>0</c:v>
                </c:pt>
                <c:pt idx="4">
                  <c:v>215.58884712030962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21-4A69-A953-8FA239B1DAF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Campaign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Sheet1!$D$2:$D$6</c:f>
              <c:numCache>
                <c:formatCode>#,##0.0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21-4A69-A953-8FA239B1DA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b"/>
        <c:numFmt formatCode="#,##0.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23' Camp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Sheet1!$B$2:$B$6</c:f>
              <c:numCache>
                <c:formatCode>#,##0.00</c:formatCode>
                <c:ptCount val="5"/>
                <c:pt idx="0">
                  <c:v>5.27</c:v>
                </c:pt>
                <c:pt idx="1">
                  <c:v>3.97</c:v>
                </c:pt>
                <c:pt idx="2">
                  <c:v>3.54</c:v>
                </c:pt>
                <c:pt idx="3">
                  <c:v>2.4900000000000002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2A-4216-89C6-01CF6DB54A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24' Camp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Sheet1!$C$2:$C$6</c:f>
              <c:numCache>
                <c:formatCode>#,##0.00</c:formatCode>
                <c:ptCount val="5"/>
                <c:pt idx="0">
                  <c:v>0</c:v>
                </c:pt>
                <c:pt idx="1">
                  <c:v>1.21</c:v>
                </c:pt>
                <c:pt idx="2">
                  <c:v>1.42</c:v>
                </c:pt>
                <c:pt idx="3">
                  <c:v>0</c:v>
                </c:pt>
                <c:pt idx="4">
                  <c:v>2.82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2A-4216-89C6-01CF6DB54A4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Campaign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Sheet1!$D$2:$D$6</c:f>
              <c:numCache>
                <c:formatCode>#,##0.00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12A-4216-89C6-01CF6DB54A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b"/>
        <c:numFmt formatCode="#,##0.0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Sheet1!$B$2:$B$6</c:f>
              <c:numCache>
                <c:formatCode>#,##0.00</c:formatCode>
                <c:ptCount val="5"/>
                <c:pt idx="0">
                  <c:v>5.2662043605003124</c:v>
                </c:pt>
                <c:pt idx="1">
                  <c:v>3.9692754395305037</c:v>
                </c:pt>
                <c:pt idx="2">
                  <c:v>3.5355810179211757</c:v>
                </c:pt>
                <c:pt idx="3">
                  <c:v>2.4934097192761842</c:v>
                </c:pt>
                <c:pt idx="4">
                  <c:v>4.9984139416915365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9F-4414-8A89-8F3C5FCDCD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.0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Sheet1!$B$2:$B$6</c:f>
              <c:numCache>
                <c:formatCode>#,##0.00</c:formatCode>
                <c:ptCount val="5"/>
                <c:pt idx="0">
                  <c:v>0</c:v>
                </c:pt>
                <c:pt idx="1">
                  <c:v>1.2090627596683525</c:v>
                </c:pt>
                <c:pt idx="2">
                  <c:v>1.4187318433720215</c:v>
                </c:pt>
                <c:pt idx="3">
                  <c:v>0</c:v>
                </c:pt>
                <c:pt idx="4">
                  <c:v>2.8231874519650688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21-43E6-8A84-5325426F5F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.0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Sheet1!$B$2:$B$6</c:f>
              <c:numCache>
                <c:formatCode>#,##0.00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A2-4ED3-87A0-AF0E8A3AC9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.0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0060FF"/>
            </a:solidFill>
            <a:ln>
              <a:solidFill>
                <a:srgbClr val="0060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/>
                      <a:t>23' Camp Media Digital Display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2F6-4FC0-9AE9-D2571FCFBDF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sz="900"/>
                      <a:t>23' Camp Media Digital YT+Meta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2F6-4FC0-9AE9-D2571FCFBDF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sz="900"/>
                      <a:t>23' Camp Media OOH Retail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2F6-4FC0-9AE9-D2571FCFBDF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sz="900"/>
                      <a:t>23' Camp Media OOH Screen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2F6-4FC0-9AE9-D2571FCFBDF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sz="900"/>
                      <a:t>23' Camp Media Search Google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2F6-4FC0-9AE9-D2571FCFBDF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sz="900"/>
                      <a:t>24' Camp Media Digital Display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2F6-4FC0-9AE9-D2571FCFBDF0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sz="900"/>
                      <a:t>24' Camp Media Digital YT+Meta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92F6-4FC0-9AE9-D2571FCFBDF0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sz="900"/>
                      <a:t>24' Camp Media OOH Retail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92F6-4FC0-9AE9-D2571FCFBDF0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sz="900"/>
                      <a:t>24' Camp Media OOH Screen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92F6-4FC0-9AE9-D2571FCFBDF0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sz="900"/>
                      <a:t>24' Camp Media Search Google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92F6-4FC0-9AE9-D2571FCFBDF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Sheet1!$A$2:$A$11</c:f>
              <c:numCache>
                <c:formatCode>General</c:formatCode>
                <c:ptCount val="10"/>
                <c:pt idx="0">
                  <c:v>1054.2436750272218</c:v>
                </c:pt>
                <c:pt idx="1">
                  <c:v>2147.6052788362672</c:v>
                </c:pt>
                <c:pt idx="2">
                  <c:v>746.10652475556105</c:v>
                </c:pt>
                <c:pt idx="3">
                  <c:v>1227.35894521657</c:v>
                </c:pt>
                <c:pt idx="4">
                  <c:v>383.07652508324793</c:v>
                </c:pt>
                <c:pt idx="5">
                  <c:v>1.948230800253198E-7</c:v>
                </c:pt>
                <c:pt idx="6">
                  <c:v>1714.0085020991141</c:v>
                </c:pt>
                <c:pt idx="7">
                  <c:v>456.22684020561354</c:v>
                </c:pt>
                <c:pt idx="8">
                  <c:v>9.8467267638507341E-4</c:v>
                </c:pt>
                <c:pt idx="9">
                  <c:v>200.01708387338394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5.2662043605003124</c:v>
                </c:pt>
                <c:pt idx="1">
                  <c:v>3.9692754395305037</c:v>
                </c:pt>
                <c:pt idx="2">
                  <c:v>3.5355810179211757</c:v>
                </c:pt>
                <c:pt idx="3">
                  <c:v>2.4934097192761842</c:v>
                </c:pt>
                <c:pt idx="4">
                  <c:v>4.9984139416915365</c:v>
                </c:pt>
                <c:pt idx="5">
                  <c:v>0</c:v>
                </c:pt>
                <c:pt idx="6">
                  <c:v>1.2090627596683525</c:v>
                </c:pt>
                <c:pt idx="7">
                  <c:v>1.4187318433720215</c:v>
                </c:pt>
                <c:pt idx="8">
                  <c:v>0</c:v>
                </c:pt>
                <c:pt idx="9">
                  <c:v>2.8231874519650688</c:v>
                </c:pt>
              </c:numCache>
            </c:numRef>
          </c:yVal>
          <c:bubbleSize>
            <c:numRef>
              <c:f>Sheet1!$C$2:$C$11</c:f>
              <c:numCache>
                <c:formatCode>General</c:formatCode>
                <c:ptCount val="10"/>
                <c:pt idx="0">
                  <c:v>18374818</c:v>
                </c:pt>
                <c:pt idx="1">
                  <c:v>50075894</c:v>
                </c:pt>
                <c:pt idx="2">
                  <c:v>19699999.571428571</c:v>
                </c:pt>
                <c:pt idx="3">
                  <c:v>45574922.761904821</c:v>
                </c:pt>
                <c:pt idx="4">
                  <c:v>7012253</c:v>
                </c:pt>
                <c:pt idx="5">
                  <c:v>0</c:v>
                </c:pt>
                <c:pt idx="6">
                  <c:v>137198308.16699219</c:v>
                </c:pt>
                <c:pt idx="7">
                  <c:v>30999999.999999948</c:v>
                </c:pt>
                <c:pt idx="8">
                  <c:v>0</c:v>
                </c:pt>
                <c:pt idx="9">
                  <c:v>6869130.9873046903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A-92F6-4FC0-9AE9-D2571FCFBD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  <c:max val="2254.9855427683392"/>
          <c:min val="-107.38026373724915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5723560"/>
        <c:crossesAt val="2.6582985856206265"/>
        <c:crossBetween val="midCat"/>
      </c:valAx>
      <c:valAx>
        <c:axId val="-2115723560"/>
        <c:scaling>
          <c:orientation val="minMax"/>
          <c:max val="5.5295145785253279"/>
          <c:min val="-0.26331021802501564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5720072"/>
        <c:crossesAt val="601.16668248058727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>
              <a:solidFill>
                <a:srgbClr val="0060FF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1360.0000003839621</c:v>
                </c:pt>
                <c:pt idx="2">
                  <c:v>2720.0000007679241</c:v>
                </c:pt>
                <c:pt idx="3">
                  <c:v>4080.000001151885</c:v>
                </c:pt>
                <c:pt idx="4">
                  <c:v>5440.0000015358473</c:v>
                </c:pt>
                <c:pt idx="5">
                  <c:v>6800.0000019198096</c:v>
                </c:pt>
                <c:pt idx="6">
                  <c:v>8160.000002303771</c:v>
                </c:pt>
                <c:pt idx="7">
                  <c:v>9520.0000026877333</c:v>
                </c:pt>
                <c:pt idx="8">
                  <c:v>10880.000003071689</c:v>
                </c:pt>
                <c:pt idx="9">
                  <c:v>12240.00000345566</c:v>
                </c:pt>
                <c:pt idx="10">
                  <c:v>13600.000003839619</c:v>
                </c:pt>
                <c:pt idx="11">
                  <c:v>14960.000004223581</c:v>
                </c:pt>
                <c:pt idx="12">
                  <c:v>16320.00000460754</c:v>
                </c:pt>
                <c:pt idx="13">
                  <c:v>17680.0000049915</c:v>
                </c:pt>
                <c:pt idx="14">
                  <c:v>19040.00000537547</c:v>
                </c:pt>
                <c:pt idx="15">
                  <c:v>20400.00000575943</c:v>
                </c:pt>
                <c:pt idx="16">
                  <c:v>21760.000006143389</c:v>
                </c:pt>
                <c:pt idx="17">
                  <c:v>23120.000006527349</c:v>
                </c:pt>
                <c:pt idx="18">
                  <c:v>24480.000006911308</c:v>
                </c:pt>
                <c:pt idx="19">
                  <c:v>25840.000007295279</c:v>
                </c:pt>
                <c:pt idx="20">
                  <c:v>27200.000007679238</c:v>
                </c:pt>
                <c:pt idx="21">
                  <c:v>28560.000008063202</c:v>
                </c:pt>
                <c:pt idx="22">
                  <c:v>29920.000008447161</c:v>
                </c:pt>
                <c:pt idx="23">
                  <c:v>31280.000008831121</c:v>
                </c:pt>
                <c:pt idx="24">
                  <c:v>32640.00000921508</c:v>
                </c:pt>
                <c:pt idx="25">
                  <c:v>34000.000009599047</c:v>
                </c:pt>
                <c:pt idx="26">
                  <c:v>35360.000009983007</c:v>
                </c:pt>
                <c:pt idx="27">
                  <c:v>36720.000010366974</c:v>
                </c:pt>
                <c:pt idx="28">
                  <c:v>38080.000010750933</c:v>
                </c:pt>
                <c:pt idx="29">
                  <c:v>39440.000011134893</c:v>
                </c:pt>
                <c:pt idx="30">
                  <c:v>40800.00001151886</c:v>
                </c:pt>
                <c:pt idx="31">
                  <c:v>42160.000011902819</c:v>
                </c:pt>
                <c:pt idx="32">
                  <c:v>43520.000012286779</c:v>
                </c:pt>
                <c:pt idx="33">
                  <c:v>44880.000012670753</c:v>
                </c:pt>
                <c:pt idx="34">
                  <c:v>46240.000013054712</c:v>
                </c:pt>
                <c:pt idx="35">
                  <c:v>47600.000013438657</c:v>
                </c:pt>
                <c:pt idx="36">
                  <c:v>48960.000013822617</c:v>
                </c:pt>
                <c:pt idx="37">
                  <c:v>50320.000014206591</c:v>
                </c:pt>
                <c:pt idx="38">
                  <c:v>51680.000014590551</c:v>
                </c:pt>
                <c:pt idx="39">
                  <c:v>53040.00001497451</c:v>
                </c:pt>
                <c:pt idx="40">
                  <c:v>54400.000015358477</c:v>
                </c:pt>
                <c:pt idx="41">
                  <c:v>55760.000015742437</c:v>
                </c:pt>
                <c:pt idx="42">
                  <c:v>57120.000016126403</c:v>
                </c:pt>
                <c:pt idx="43">
                  <c:v>58480.000016510363</c:v>
                </c:pt>
                <c:pt idx="44">
                  <c:v>59840.000016894322</c:v>
                </c:pt>
                <c:pt idx="45">
                  <c:v>61200.000017278282</c:v>
                </c:pt>
                <c:pt idx="46">
                  <c:v>62560.000017662249</c:v>
                </c:pt>
                <c:pt idx="47">
                  <c:v>63920.000018046208</c:v>
                </c:pt>
                <c:pt idx="48">
                  <c:v>65280.000018430168</c:v>
                </c:pt>
                <c:pt idx="49">
                  <c:v>66640.000018814128</c:v>
                </c:pt>
                <c:pt idx="50">
                  <c:v>68000.000019198094</c:v>
                </c:pt>
                <c:pt idx="51">
                  <c:v>69360.000019582061</c:v>
                </c:pt>
                <c:pt idx="52">
                  <c:v>70720.000019966013</c:v>
                </c:pt>
                <c:pt idx="53">
                  <c:v>72080.00002034998</c:v>
                </c:pt>
                <c:pt idx="54">
                  <c:v>73440.000020733947</c:v>
                </c:pt>
                <c:pt idx="55">
                  <c:v>74800.000021117899</c:v>
                </c:pt>
                <c:pt idx="56">
                  <c:v>76160.000021501866</c:v>
                </c:pt>
                <c:pt idx="57">
                  <c:v>77520.000021885833</c:v>
                </c:pt>
                <c:pt idx="58">
                  <c:v>78880.000022269785</c:v>
                </c:pt>
                <c:pt idx="59">
                  <c:v>80240.000022653752</c:v>
                </c:pt>
                <c:pt idx="60">
                  <c:v>81600.000023037719</c:v>
                </c:pt>
                <c:pt idx="61">
                  <c:v>82960.000023421671</c:v>
                </c:pt>
                <c:pt idx="62">
                  <c:v>84320.000023805638</c:v>
                </c:pt>
                <c:pt idx="63">
                  <c:v>85680.000024189605</c:v>
                </c:pt>
                <c:pt idx="64">
                  <c:v>87040.000024573557</c:v>
                </c:pt>
                <c:pt idx="65">
                  <c:v>88400.000024957524</c:v>
                </c:pt>
                <c:pt idx="66">
                  <c:v>89760.000025341491</c:v>
                </c:pt>
                <c:pt idx="67">
                  <c:v>91120.000025725443</c:v>
                </c:pt>
                <c:pt idx="68">
                  <c:v>92480.00002610941</c:v>
                </c:pt>
                <c:pt idx="69">
                  <c:v>93840.000026493377</c:v>
                </c:pt>
                <c:pt idx="70">
                  <c:v>95200.000026877329</c:v>
                </c:pt>
                <c:pt idx="71">
                  <c:v>96560.000027261296</c:v>
                </c:pt>
                <c:pt idx="72">
                  <c:v>97920.000027645248</c:v>
                </c:pt>
                <c:pt idx="73">
                  <c:v>99280.000028029215</c:v>
                </c:pt>
                <c:pt idx="74">
                  <c:v>100640.0000284132</c:v>
                </c:pt>
                <c:pt idx="75">
                  <c:v>102000.00002879711</c:v>
                </c:pt>
                <c:pt idx="76">
                  <c:v>103360.0000291811</c:v>
                </c:pt>
                <c:pt idx="77">
                  <c:v>104720.0000295651</c:v>
                </c:pt>
                <c:pt idx="78">
                  <c:v>106080.00002994901</c:v>
                </c:pt>
                <c:pt idx="79">
                  <c:v>107440.000030333</c:v>
                </c:pt>
                <c:pt idx="80">
                  <c:v>108800.000030717</c:v>
                </c:pt>
                <c:pt idx="81">
                  <c:v>110160.00003110091</c:v>
                </c:pt>
                <c:pt idx="82">
                  <c:v>111520.0000314849</c:v>
                </c:pt>
                <c:pt idx="83">
                  <c:v>112880.0000318688</c:v>
                </c:pt>
                <c:pt idx="84">
                  <c:v>114240.00003225281</c:v>
                </c:pt>
                <c:pt idx="85">
                  <c:v>115600.0000326368</c:v>
                </c:pt>
                <c:pt idx="86">
                  <c:v>116960.0000330207</c:v>
                </c:pt>
                <c:pt idx="87">
                  <c:v>118320.00003340471</c:v>
                </c:pt>
                <c:pt idx="88">
                  <c:v>119680.0000337886</c:v>
                </c:pt>
                <c:pt idx="89">
                  <c:v>121040.0000341726</c:v>
                </c:pt>
                <c:pt idx="90">
                  <c:v>122400.00003455659</c:v>
                </c:pt>
                <c:pt idx="91">
                  <c:v>123760.0000349405</c:v>
                </c:pt>
                <c:pt idx="92">
                  <c:v>125120.0000353245</c:v>
                </c:pt>
                <c:pt idx="93">
                  <c:v>126480.00003570849</c:v>
                </c:pt>
                <c:pt idx="94">
                  <c:v>127840.0000360924</c:v>
                </c:pt>
                <c:pt idx="95">
                  <c:v>129200.0000364764</c:v>
                </c:pt>
                <c:pt idx="96">
                  <c:v>130560.00003686031</c:v>
                </c:pt>
                <c:pt idx="97">
                  <c:v>131920.00003724429</c:v>
                </c:pt>
                <c:pt idx="98">
                  <c:v>133280.00003762831</c:v>
                </c:pt>
                <c:pt idx="99">
                  <c:v>134640.00003801219</c:v>
                </c:pt>
                <c:pt idx="100">
                  <c:v>136000.00003839619</c:v>
                </c:pt>
                <c:pt idx="101">
                  <c:v>137360.00003878021</c:v>
                </c:pt>
                <c:pt idx="102">
                  <c:v>138720.00003916409</c:v>
                </c:pt>
                <c:pt idx="103">
                  <c:v>140080.00003954809</c:v>
                </c:pt>
                <c:pt idx="104">
                  <c:v>141440.000039932</c:v>
                </c:pt>
                <c:pt idx="105">
                  <c:v>142800.00004031599</c:v>
                </c:pt>
                <c:pt idx="106">
                  <c:v>144160.00004069999</c:v>
                </c:pt>
                <c:pt idx="107">
                  <c:v>145520.0000410839</c:v>
                </c:pt>
                <c:pt idx="108">
                  <c:v>146880.00004146789</c:v>
                </c:pt>
                <c:pt idx="109">
                  <c:v>148240.0000418518</c:v>
                </c:pt>
                <c:pt idx="110">
                  <c:v>149600.0000422358</c:v>
                </c:pt>
                <c:pt idx="111">
                  <c:v>150960.00004261979</c:v>
                </c:pt>
                <c:pt idx="112">
                  <c:v>152320.0000430037</c:v>
                </c:pt>
                <c:pt idx="113">
                  <c:v>153680.0000433877</c:v>
                </c:pt>
                <c:pt idx="114">
                  <c:v>155040.0000437717</c:v>
                </c:pt>
                <c:pt idx="115">
                  <c:v>156400.0000441556</c:v>
                </c:pt>
                <c:pt idx="116">
                  <c:v>157760.0000445396</c:v>
                </c:pt>
                <c:pt idx="117">
                  <c:v>159120.00004492351</c:v>
                </c:pt>
                <c:pt idx="118">
                  <c:v>160480.0000453075</c:v>
                </c:pt>
                <c:pt idx="119">
                  <c:v>161840.0000456915</c:v>
                </c:pt>
                <c:pt idx="120">
                  <c:v>163200.00004607541</c:v>
                </c:pt>
                <c:pt idx="121">
                  <c:v>164560.0000464594</c:v>
                </c:pt>
                <c:pt idx="122">
                  <c:v>165920.00004684331</c:v>
                </c:pt>
                <c:pt idx="123">
                  <c:v>167280.00004722731</c:v>
                </c:pt>
                <c:pt idx="124">
                  <c:v>168640.00004761131</c:v>
                </c:pt>
                <c:pt idx="125">
                  <c:v>170000.00004799521</c:v>
                </c:pt>
                <c:pt idx="126">
                  <c:v>171360.00004837921</c:v>
                </c:pt>
                <c:pt idx="127">
                  <c:v>172720.00004876309</c:v>
                </c:pt>
                <c:pt idx="128">
                  <c:v>174080.00004914709</c:v>
                </c:pt>
                <c:pt idx="129">
                  <c:v>175440.00004953111</c:v>
                </c:pt>
                <c:pt idx="130">
                  <c:v>176800.00004991499</c:v>
                </c:pt>
                <c:pt idx="131">
                  <c:v>178160.00005029899</c:v>
                </c:pt>
                <c:pt idx="132">
                  <c:v>179520.00005068301</c:v>
                </c:pt>
                <c:pt idx="133">
                  <c:v>180880.00005106689</c:v>
                </c:pt>
                <c:pt idx="134">
                  <c:v>182240.00005145089</c:v>
                </c:pt>
                <c:pt idx="135">
                  <c:v>183600.00005183491</c:v>
                </c:pt>
                <c:pt idx="136">
                  <c:v>184960.00005221879</c:v>
                </c:pt>
                <c:pt idx="137">
                  <c:v>186320.00005260279</c:v>
                </c:pt>
                <c:pt idx="138">
                  <c:v>187680.00005298681</c:v>
                </c:pt>
                <c:pt idx="139">
                  <c:v>189040.00005337069</c:v>
                </c:pt>
                <c:pt idx="140">
                  <c:v>190400.00005375469</c:v>
                </c:pt>
                <c:pt idx="141">
                  <c:v>191760.0000541386</c:v>
                </c:pt>
                <c:pt idx="142">
                  <c:v>193120.00005452259</c:v>
                </c:pt>
                <c:pt idx="143">
                  <c:v>194480.00005490659</c:v>
                </c:pt>
                <c:pt idx="144">
                  <c:v>195840.0000552905</c:v>
                </c:pt>
                <c:pt idx="145">
                  <c:v>197200.00005567449</c:v>
                </c:pt>
                <c:pt idx="146">
                  <c:v>198560.0000560584</c:v>
                </c:pt>
                <c:pt idx="147">
                  <c:v>199920.0000564424</c:v>
                </c:pt>
                <c:pt idx="148">
                  <c:v>201280.00005682639</c:v>
                </c:pt>
                <c:pt idx="149">
                  <c:v>202640.0000572103</c:v>
                </c:pt>
                <c:pt idx="150">
                  <c:v>204000.0000575943</c:v>
                </c:pt>
                <c:pt idx="151">
                  <c:v>205360.00005797821</c:v>
                </c:pt>
                <c:pt idx="152">
                  <c:v>206720.0000583622</c:v>
                </c:pt>
                <c:pt idx="153">
                  <c:v>208080.0000587462</c:v>
                </c:pt>
                <c:pt idx="154">
                  <c:v>209440.00005913011</c:v>
                </c:pt>
                <c:pt idx="155">
                  <c:v>210800.0000595141</c:v>
                </c:pt>
                <c:pt idx="156">
                  <c:v>212160.00005989801</c:v>
                </c:pt>
                <c:pt idx="157">
                  <c:v>213520.00006028201</c:v>
                </c:pt>
                <c:pt idx="158">
                  <c:v>214880.000060666</c:v>
                </c:pt>
                <c:pt idx="159">
                  <c:v>216240.00006104991</c:v>
                </c:pt>
                <c:pt idx="160">
                  <c:v>217600.00006143391</c:v>
                </c:pt>
                <c:pt idx="161">
                  <c:v>218960.0000618179</c:v>
                </c:pt>
                <c:pt idx="162">
                  <c:v>220320.00006220181</c:v>
                </c:pt>
                <c:pt idx="163">
                  <c:v>221680.00006258581</c:v>
                </c:pt>
                <c:pt idx="164">
                  <c:v>223040.00006296969</c:v>
                </c:pt>
                <c:pt idx="165">
                  <c:v>224400.00006335371</c:v>
                </c:pt>
                <c:pt idx="166">
                  <c:v>225760.00006373771</c:v>
                </c:pt>
                <c:pt idx="167">
                  <c:v>227120.00006412159</c:v>
                </c:pt>
                <c:pt idx="168">
                  <c:v>228480.00006450561</c:v>
                </c:pt>
                <c:pt idx="169">
                  <c:v>229840.00006488961</c:v>
                </c:pt>
                <c:pt idx="170">
                  <c:v>231200.00006527349</c:v>
                </c:pt>
                <c:pt idx="171">
                  <c:v>232560.00006565751</c:v>
                </c:pt>
                <c:pt idx="172">
                  <c:v>233920.00006604151</c:v>
                </c:pt>
                <c:pt idx="173">
                  <c:v>235280.00006642539</c:v>
                </c:pt>
                <c:pt idx="174">
                  <c:v>236640.00006680941</c:v>
                </c:pt>
                <c:pt idx="175">
                  <c:v>238000.00006719329</c:v>
                </c:pt>
                <c:pt idx="176">
                  <c:v>239360.00006757729</c:v>
                </c:pt>
                <c:pt idx="177">
                  <c:v>240720.00006796129</c:v>
                </c:pt>
                <c:pt idx="178">
                  <c:v>242080.00006834519</c:v>
                </c:pt>
                <c:pt idx="179">
                  <c:v>243440.00006872919</c:v>
                </c:pt>
                <c:pt idx="180">
                  <c:v>244800.0000691131</c:v>
                </c:pt>
                <c:pt idx="181">
                  <c:v>246160.00006949709</c:v>
                </c:pt>
                <c:pt idx="182">
                  <c:v>247520.00006988109</c:v>
                </c:pt>
                <c:pt idx="183">
                  <c:v>248880.000070265</c:v>
                </c:pt>
                <c:pt idx="184">
                  <c:v>250240.000070649</c:v>
                </c:pt>
                <c:pt idx="185">
                  <c:v>251600.00007103299</c:v>
                </c:pt>
                <c:pt idx="186">
                  <c:v>252960.0000714169</c:v>
                </c:pt>
                <c:pt idx="187">
                  <c:v>254320.0000718009</c:v>
                </c:pt>
                <c:pt idx="188">
                  <c:v>255680.0000721848</c:v>
                </c:pt>
                <c:pt idx="189">
                  <c:v>257040.0000725688</c:v>
                </c:pt>
                <c:pt idx="190">
                  <c:v>258400.0000729528</c:v>
                </c:pt>
                <c:pt idx="191">
                  <c:v>259760.00007333671</c:v>
                </c:pt>
                <c:pt idx="192">
                  <c:v>261120.0000737207</c:v>
                </c:pt>
                <c:pt idx="193">
                  <c:v>262480.00007410458</c:v>
                </c:pt>
                <c:pt idx="194">
                  <c:v>263840.00007448858</c:v>
                </c:pt>
                <c:pt idx="195">
                  <c:v>265200.00007487257</c:v>
                </c:pt>
                <c:pt idx="196">
                  <c:v>266560.00007525651</c:v>
                </c:pt>
                <c:pt idx="197">
                  <c:v>267920.00007564051</c:v>
                </c:pt>
                <c:pt idx="198">
                  <c:v>269280.00007602439</c:v>
                </c:pt>
                <c:pt idx="199">
                  <c:v>270640.00007640838</c:v>
                </c:pt>
                <c:pt idx="200">
                  <c:v>272000.00007679238</c:v>
                </c:pt>
              </c:numCache>
            </c:numRef>
          </c:cat>
          <c:val>
            <c:numRef>
              <c:f>Sheet1!$B$2:$B$202</c:f>
              <c:numCache>
                <c:formatCode>#,##0</c:formatCode>
                <c:ptCount val="201"/>
                <c:pt idx="0">
                  <c:v>0</c:v>
                </c:pt>
                <c:pt idx="1">
                  <c:v>2.44174903686902E-5</c:v>
                </c:pt>
                <c:pt idx="2">
                  <c:v>2.8704284240320041E-4</c:v>
                </c:pt>
                <c:pt idx="3">
                  <c:v>1.213386289116717E-3</c:v>
                </c:pt>
                <c:pt idx="4">
                  <c:v>3.3743326457775472E-3</c:v>
                </c:pt>
                <c:pt idx="5">
                  <c:v>7.4597391661023566E-3</c:v>
                </c:pt>
                <c:pt idx="6">
                  <c:v>1.4263440476668551E-2</c:v>
                </c:pt>
                <c:pt idx="7">
                  <c:v>2.4673016109828472E-2</c:v>
                </c:pt>
                <c:pt idx="8">
                  <c:v>3.9662115391704451E-2</c:v>
                </c:pt>
                <c:pt idx="9">
                  <c:v>6.0284325209599768E-2</c:v>
                </c:pt>
                <c:pt idx="10">
                  <c:v>8.766802929610068E-2</c:v>
                </c:pt>
                <c:pt idx="11">
                  <c:v>0.1230119247118617</c:v>
                </c:pt>
                <c:pt idx="12">
                  <c:v>0.16758097591997539</c:v>
                </c:pt>
                <c:pt idx="13">
                  <c:v>0.22270265292528821</c:v>
                </c:pt>
                <c:pt idx="14">
                  <c:v>0.28976334062838849</c:v>
                </c:pt>
                <c:pt idx="15">
                  <c:v>0.37020483297873868</c:v>
                </c:pt>
                <c:pt idx="16">
                  <c:v>0.4655208435201178</c:v>
                </c:pt>
                <c:pt idx="17">
                  <c:v>0.57725347673566707</c:v>
                </c:pt>
                <c:pt idx="18">
                  <c:v>0.70698961411276862</c:v>
                </c:pt>
                <c:pt idx="19">
                  <c:v>0.85635717621966101</c:v>
                </c:pt>
                <c:pt idx="20">
                  <c:v>1.027021228054775</c:v>
                </c:pt>
                <c:pt idx="21">
                  <c:v>1.2206798999818631</c:v>
                </c:pt>
                <c:pt idx="22">
                  <c:v>1.439060101028494</c:v>
                </c:pt>
                <c:pt idx="23">
                  <c:v>1.6839130054288469</c:v>
                </c:pt>
                <c:pt idx="24">
                  <c:v>1.95700929719544</c:v>
                </c:pt>
                <c:pt idx="25">
                  <c:v>2.260134161320507</c:v>
                </c:pt>
                <c:pt idx="26">
                  <c:v>2.5950820140173199</c:v>
                </c:pt>
                <c:pt idx="27">
                  <c:v>2.9636509682690262</c:v>
                </c:pt>
                <c:pt idx="28">
                  <c:v>3.3676370348934448</c:v>
                </c:pt>
                <c:pt idx="29">
                  <c:v>3.8088280633761462</c:v>
                </c:pt>
                <c:pt idx="30">
                  <c:v>4.2889974308765257</c:v>
                </c:pt>
                <c:pt idx="31">
                  <c:v>4.8098974920684059</c:v>
                </c:pt>
                <c:pt idx="32">
                  <c:v>5.3732528068176153</c:v>
                </c:pt>
                <c:pt idx="33">
                  <c:v>5.9807531671032432</c:v>
                </c:pt>
                <c:pt idx="34">
                  <c:v>6.6340464490147992</c:v>
                </c:pt>
                <c:pt idx="35">
                  <c:v>7.3347313200656501</c:v>
                </c:pt>
                <c:pt idx="36">
                  <c:v>8.084349836400289</c:v>
                </c:pt>
                <c:pt idx="37">
                  <c:v>8.884379968679589</c:v>
                </c:pt>
                <c:pt idx="38">
                  <c:v>9.7362280994431085</c:v>
                </c:pt>
                <c:pt idx="39">
                  <c:v>10.641221538500091</c:v>
                </c:pt>
                <c:pt idx="40">
                  <c:v>11.600601106318731</c:v>
                </c:pt>
                <c:pt idx="41">
                  <c:v>12.615513838397989</c:v>
                </c:pt>
                <c:pt idx="42">
                  <c:v>13.68700586613198</c:v>
                </c:pt>
                <c:pt idx="43">
                  <c:v>14.81601553166144</c:v>
                </c:pt>
                <c:pt idx="44">
                  <c:v>16.003366795559661</c:v>
                </c:pt>
                <c:pt idx="45">
                  <c:v>17.249762996878111</c:v>
                </c:pt>
                <c:pt idx="46">
                  <c:v>18.555781025013129</c:v>
                </c:pt>
                <c:pt idx="47">
                  <c:v>19.921865962008649</c:v>
                </c:pt>
                <c:pt idx="48">
                  <c:v>21.348326252253429</c:v>
                </c:pt>
                <c:pt idx="49">
                  <c:v>22.8353294540305</c:v>
                </c:pt>
                <c:pt idx="50">
                  <c:v>24.382898624044451</c:v>
                </c:pt>
                <c:pt idx="51">
                  <c:v>25.990909381885711</c:v>
                </c:pt>
                <c:pt idx="52">
                  <c:v>27.659087696424471</c:v>
                </c:pt>
                <c:pt idx="53">
                  <c:v>29.387008430406478</c:v>
                </c:pt>
                <c:pt idx="54">
                  <c:v>31.174094673102619</c:v>
                </c:pt>
                <c:pt idx="55">
                  <c:v>33.019617883836887</c:v>
                </c:pt>
                <c:pt idx="56">
                  <c:v>34.922698861658382</c:v>
                </c:pt>
                <c:pt idx="57">
                  <c:v>36.882309548461294</c:v>
                </c:pt>
                <c:pt idx="58">
                  <c:v>38.897275664585003</c:v>
                </c:pt>
                <c:pt idx="59">
                  <c:v>40.966280167510078</c:v>
                </c:pt>
                <c:pt idx="60">
                  <c:v>43.087867515798173</c:v>
                </c:pt>
                <c:pt idx="61">
                  <c:v>45.260448712076027</c:v>
                </c:pt>
                <c:pt idx="62">
                  <c:v>47.48230709076406</c:v>
                </c:pt>
                <c:pt idx="63">
                  <c:v>49.751604808524519</c:v>
                </c:pt>
                <c:pt idx="64">
                  <c:v>52.06638998819767</c:v>
                </c:pt>
                <c:pt idx="65">
                  <c:v>54.424604460422863</c:v>
                </c:pt>
                <c:pt idx="66">
                  <c:v>56.824092041291991</c:v>
                </c:pt>
                <c:pt idx="67">
                  <c:v>59.262607279393869</c:v>
                </c:pt>
                <c:pt idx="68">
                  <c:v>61.737824601486068</c:v>
                </c:pt>
                <c:pt idx="69">
                  <c:v>64.247347782914417</c:v>
                </c:pt>
                <c:pt idx="70">
                  <c:v>66.788719666746971</c:v>
                </c:pt>
                <c:pt idx="71">
                  <c:v>69.359432054469536</c:v>
                </c:pt>
                <c:pt idx="72">
                  <c:v>71.956935690978568</c:v>
                </c:pt>
                <c:pt idx="73">
                  <c:v>74.578650267477457</c:v>
                </c:pt>
                <c:pt idx="74">
                  <c:v>77.221974367705016</c:v>
                </c:pt>
                <c:pt idx="75">
                  <c:v>79.884295285625242</c:v>
                </c:pt>
                <c:pt idx="76">
                  <c:v>82.562998646228351</c:v>
                </c:pt>
                <c:pt idx="77">
                  <c:v>85.255477765327157</c:v>
                </c:pt>
                <c:pt idx="78">
                  <c:v>87.959142689119318</c:v>
                </c:pt>
                <c:pt idx="79">
                  <c:v>90.67142885965653</c:v>
                </c:pt>
                <c:pt idx="80">
                  <c:v>93.389805358207141</c:v>
                </c:pt>
                <c:pt idx="81">
                  <c:v>96.111782684587212</c:v>
                </c:pt>
                <c:pt idx="82">
                  <c:v>98.834920036876113</c:v>
                </c:pt>
                <c:pt idx="83">
                  <c:v>101.5568320623366</c:v>
                </c:pt>
                <c:pt idx="84">
                  <c:v>104.2751950567491</c:v>
                </c:pt>
                <c:pt idx="85">
                  <c:v>106.98775259567959</c:v>
                </c:pt>
                <c:pt idx="86">
                  <c:v>109.6923205872978</c:v>
                </c:pt>
                <c:pt idx="87">
                  <c:v>112.38679174221539</c:v>
                </c:pt>
                <c:pt idx="88">
                  <c:v>115.069139461303</c:v>
                </c:pt>
                <c:pt idx="89">
                  <c:v>117.73742114759899</c:v>
                </c:pt>
                <c:pt idx="90">
                  <c:v>120.3897809530939</c:v>
                </c:pt>
                <c:pt idx="91">
                  <c:v>123.0244519754247</c:v>
                </c:pt>
                <c:pt idx="92">
                  <c:v>125.63975792327049</c:v>
                </c:pt>
                <c:pt idx="93">
                  <c:v>128.234114272482</c:v>
                </c:pt>
                <c:pt idx="94">
                  <c:v>130.8060289377658</c:v>
                </c:pt>
                <c:pt idx="95">
                  <c:v>133.35410248699461</c:v>
                </c:pt>
                <c:pt idx="96">
                  <c:v>135.8770279270372</c:v>
                </c:pt>
                <c:pt idx="97">
                  <c:v>138.37359009131131</c:v>
                </c:pt>
                <c:pt idx="98">
                  <c:v>140.84266466020031</c:v>
                </c:pt>
                <c:pt idx="99">
                  <c:v>143.28321684597319</c:v>
                </c:pt>
                <c:pt idx="100">
                  <c:v>145.6942997739695</c:v>
                </c:pt>
                <c:pt idx="101">
                  <c:v>148.07505259164569</c:v>
                </c:pt>
                <c:pt idx="102">
                  <c:v>150.42469833655571</c:v>
                </c:pt>
                <c:pt idx="103">
                  <c:v>152.74254159359609</c:v>
                </c:pt>
                <c:pt idx="104">
                  <c:v>155.02796597086871</c:v>
                </c:pt>
                <c:pt idx="105">
                  <c:v>157.28043142232869</c:v>
                </c:pt>
                <c:pt idx="106">
                  <c:v>159.4994714440727</c:v>
                </c:pt>
                <c:pt idx="107">
                  <c:v>161.68469016966711</c:v>
                </c:pt>
                <c:pt idx="108">
                  <c:v>163.83575938836739</c:v>
                </c:pt>
                <c:pt idx="109">
                  <c:v>165.95241550848749</c:v>
                </c:pt>
                <c:pt idx="110">
                  <c:v>168.03445648651879</c:v>
                </c:pt>
                <c:pt idx="111">
                  <c:v>170.08173874093899</c:v>
                </c:pt>
                <c:pt idx="112">
                  <c:v>172.09417406800429</c:v>
                </c:pt>
                <c:pt idx="113">
                  <c:v>174.07172657516239</c:v>
                </c:pt>
                <c:pt idx="114">
                  <c:v>176.01440964613619</c:v>
                </c:pt>
                <c:pt idx="115">
                  <c:v>177.9222829501856</c:v>
                </c:pt>
                <c:pt idx="116">
                  <c:v>179.79544950654599</c:v>
                </c:pt>
                <c:pt idx="117">
                  <c:v>181.63405281363569</c:v>
                </c:pt>
                <c:pt idx="118">
                  <c:v>183.4382740512755</c:v>
                </c:pt>
                <c:pt idx="119">
                  <c:v>185.2083293628944</c:v>
                </c:pt>
                <c:pt idx="120">
                  <c:v>186.94446722351481</c:v>
                </c:pt>
                <c:pt idx="121">
                  <c:v>188.64696589820949</c:v>
                </c:pt>
                <c:pt idx="122">
                  <c:v>190.31613099471181</c:v>
                </c:pt>
                <c:pt idx="123">
                  <c:v>191.95229311292229</c:v>
                </c:pt>
                <c:pt idx="124">
                  <c:v>193.55580559322169</c:v>
                </c:pt>
                <c:pt idx="125">
                  <c:v>195.12704236471549</c:v>
                </c:pt>
                <c:pt idx="126">
                  <c:v>196.66639589386779</c:v>
                </c:pt>
                <c:pt idx="127">
                  <c:v>198.1742752333364</c:v>
                </c:pt>
                <c:pt idx="128">
                  <c:v>199.6511041703196</c:v>
                </c:pt>
                <c:pt idx="129">
                  <c:v>201.09731947319909</c:v>
                </c:pt>
                <c:pt idx="130">
                  <c:v>202.51336923489009</c:v>
                </c:pt>
                <c:pt idx="131">
                  <c:v>203.89971131092429</c:v>
                </c:pt>
                <c:pt idx="132">
                  <c:v>205.2568118500046</c:v>
                </c:pt>
                <c:pt idx="133">
                  <c:v>206.58514391450501</c:v>
                </c:pt>
                <c:pt idx="134">
                  <c:v>207.88518618819521</c:v>
                </c:pt>
                <c:pt idx="135">
                  <c:v>209.15742176829059</c:v>
                </c:pt>
                <c:pt idx="136">
                  <c:v>210.40233703880619</c:v>
                </c:pt>
                <c:pt idx="137">
                  <c:v>211.62042062209969</c:v>
                </c:pt>
                <c:pt idx="138">
                  <c:v>212.81216240541701</c:v>
                </c:pt>
                <c:pt idx="139">
                  <c:v>213.97805263923121</c:v>
                </c:pt>
                <c:pt idx="140">
                  <c:v>215.11858110413081</c:v>
                </c:pt>
                <c:pt idx="141">
                  <c:v>216.23423634304999</c:v>
                </c:pt>
                <c:pt idx="142">
                  <c:v>217.325504955627</c:v>
                </c:pt>
                <c:pt idx="143">
                  <c:v>218.39287095155001</c:v>
                </c:pt>
                <c:pt idx="144">
                  <c:v>219.4368151597817</c:v>
                </c:pt>
                <c:pt idx="145">
                  <c:v>220.4578146906322</c:v>
                </c:pt>
                <c:pt idx="146">
                  <c:v>221.4563424477295</c:v>
                </c:pt>
                <c:pt idx="147">
                  <c:v>222.43286668700651</c:v>
                </c:pt>
                <c:pt idx="148">
                  <c:v>223.38785061993309</c:v>
                </c:pt>
                <c:pt idx="149">
                  <c:v>224.3217520582983</c:v>
                </c:pt>
                <c:pt idx="150">
                  <c:v>225.23502309796311</c:v>
                </c:pt>
                <c:pt idx="151">
                  <c:v>226.12810983909409</c:v>
                </c:pt>
                <c:pt idx="152">
                  <c:v>227.00145214049559</c:v>
                </c:pt>
                <c:pt idx="153">
                  <c:v>227.8554834057617</c:v>
                </c:pt>
                <c:pt idx="154">
                  <c:v>228.69063039907289</c:v>
                </c:pt>
                <c:pt idx="155">
                  <c:v>229.50731308856339</c:v>
                </c:pt>
                <c:pt idx="156">
                  <c:v>230.30594451528839</c:v>
                </c:pt>
                <c:pt idx="157">
                  <c:v>231.08693068591751</c:v>
                </c:pt>
                <c:pt idx="158">
                  <c:v>231.85067048738659</c:v>
                </c:pt>
                <c:pt idx="159">
                  <c:v>232.59755562181761</c:v>
                </c:pt>
                <c:pt idx="160">
                  <c:v>233.32797056013499</c:v>
                </c:pt>
                <c:pt idx="161">
                  <c:v>234.04229251286719</c:v>
                </c:pt>
                <c:pt idx="162">
                  <c:v>234.7408914167344</c:v>
                </c:pt>
                <c:pt idx="163">
                  <c:v>235.42412993568951</c:v>
                </c:pt>
                <c:pt idx="164">
                  <c:v>236.09236347516821</c:v>
                </c:pt>
                <c:pt idx="165">
                  <c:v>236.74594020837799</c:v>
                </c:pt>
                <c:pt idx="166">
                  <c:v>237.38520111352889</c:v>
                </c:pt>
                <c:pt idx="167">
                  <c:v>238.0104800209815</c:v>
                </c:pt>
                <c:pt idx="168">
                  <c:v>238.62210366935071</c:v>
                </c:pt>
                <c:pt idx="169">
                  <c:v>239.22039176967399</c:v>
                </c:pt>
                <c:pt idx="170">
                  <c:v>239.80565707680219</c:v>
                </c:pt>
                <c:pt idx="171">
                  <c:v>240.37820546724481</c:v>
                </c:pt>
                <c:pt idx="172">
                  <c:v>240.93833602273509</c:v>
                </c:pt>
                <c:pt idx="173">
                  <c:v>241.48634111885579</c:v>
                </c:pt>
                <c:pt idx="174">
                  <c:v>242.02250651808791</c:v>
                </c:pt>
                <c:pt idx="175">
                  <c:v>242.54711146672051</c:v>
                </c:pt>
                <c:pt idx="176">
                  <c:v>243.0604287950726</c:v>
                </c:pt>
                <c:pt idx="177">
                  <c:v>243.56272502054449</c:v>
                </c:pt>
                <c:pt idx="178">
                  <c:v>244.05426045303631</c:v>
                </c:pt>
                <c:pt idx="179">
                  <c:v>244.53528930231721</c:v>
                </c:pt>
                <c:pt idx="180">
                  <c:v>245.00605978695731</c:v>
                </c:pt>
                <c:pt idx="181">
                  <c:v>245.4668142444709</c:v>
                </c:pt>
                <c:pt idx="182">
                  <c:v>245.9177892423408</c:v>
                </c:pt>
                <c:pt idx="183">
                  <c:v>246.359215689633</c:v>
                </c:pt>
                <c:pt idx="184">
                  <c:v>246.79131894892231</c:v>
                </c:pt>
                <c:pt idx="185">
                  <c:v>247.21431894828919</c:v>
                </c:pt>
                <c:pt idx="186">
                  <c:v>247.62843029315599</c:v>
                </c:pt>
                <c:pt idx="187">
                  <c:v>248.03386237776351</c:v>
                </c:pt>
                <c:pt idx="188">
                  <c:v>248.4308194960993</c:v>
                </c:pt>
                <c:pt idx="189">
                  <c:v>248.81950095211289</c:v>
                </c:pt>
                <c:pt idx="190">
                  <c:v>249.20010116906809</c:v>
                </c:pt>
                <c:pt idx="191">
                  <c:v>249.5728097978967</c:v>
                </c:pt>
                <c:pt idx="192">
                  <c:v>249.9378118244351</c:v>
                </c:pt>
                <c:pt idx="193">
                  <c:v>250.29528767543721</c:v>
                </c:pt>
                <c:pt idx="194">
                  <c:v>250.6454133232678</c:v>
                </c:pt>
                <c:pt idx="195">
                  <c:v>250.9883603891964</c:v>
                </c:pt>
                <c:pt idx="196">
                  <c:v>251.324296245217</c:v>
                </c:pt>
                <c:pt idx="197">
                  <c:v>251.65338411433279</c:v>
                </c:pt>
                <c:pt idx="198">
                  <c:v>251.975783169252</c:v>
                </c:pt>
                <c:pt idx="199">
                  <c:v>252.29164862944921</c:v>
                </c:pt>
                <c:pt idx="200">
                  <c:v>252.6011318565557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4C-495F-A3CD-439A5DD6DE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>
              <a:solidFill>
                <a:srgbClr val="802AB7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1360.0000003839621</c:v>
                </c:pt>
                <c:pt idx="2">
                  <c:v>2720.0000007679241</c:v>
                </c:pt>
                <c:pt idx="3">
                  <c:v>4080.000001151885</c:v>
                </c:pt>
                <c:pt idx="4">
                  <c:v>5440.0000015358473</c:v>
                </c:pt>
                <c:pt idx="5">
                  <c:v>6800.0000019198096</c:v>
                </c:pt>
                <c:pt idx="6">
                  <c:v>8160.000002303771</c:v>
                </c:pt>
                <c:pt idx="7">
                  <c:v>9520.0000026877333</c:v>
                </c:pt>
                <c:pt idx="8">
                  <c:v>10880.000003071689</c:v>
                </c:pt>
                <c:pt idx="9">
                  <c:v>12240.00000345566</c:v>
                </c:pt>
                <c:pt idx="10">
                  <c:v>13600.000003839619</c:v>
                </c:pt>
                <c:pt idx="11">
                  <c:v>14960.000004223581</c:v>
                </c:pt>
                <c:pt idx="12">
                  <c:v>16320.00000460754</c:v>
                </c:pt>
                <c:pt idx="13">
                  <c:v>17680.0000049915</c:v>
                </c:pt>
                <c:pt idx="14">
                  <c:v>19040.00000537547</c:v>
                </c:pt>
                <c:pt idx="15">
                  <c:v>20400.00000575943</c:v>
                </c:pt>
                <c:pt idx="16">
                  <c:v>21760.000006143389</c:v>
                </c:pt>
                <c:pt idx="17">
                  <c:v>23120.000006527349</c:v>
                </c:pt>
                <c:pt idx="18">
                  <c:v>24480.000006911308</c:v>
                </c:pt>
                <c:pt idx="19">
                  <c:v>25840.000007295279</c:v>
                </c:pt>
                <c:pt idx="20">
                  <c:v>27200.000007679238</c:v>
                </c:pt>
                <c:pt idx="21">
                  <c:v>28560.000008063202</c:v>
                </c:pt>
                <c:pt idx="22">
                  <c:v>29920.000008447161</c:v>
                </c:pt>
                <c:pt idx="23">
                  <c:v>31280.000008831121</c:v>
                </c:pt>
                <c:pt idx="24">
                  <c:v>32640.00000921508</c:v>
                </c:pt>
                <c:pt idx="25">
                  <c:v>34000.000009599047</c:v>
                </c:pt>
                <c:pt idx="26">
                  <c:v>35360.000009983007</c:v>
                </c:pt>
                <c:pt idx="27">
                  <c:v>36720.000010366974</c:v>
                </c:pt>
                <c:pt idx="28">
                  <c:v>38080.000010750933</c:v>
                </c:pt>
                <c:pt idx="29">
                  <c:v>39440.000011134893</c:v>
                </c:pt>
                <c:pt idx="30">
                  <c:v>40800.00001151886</c:v>
                </c:pt>
                <c:pt idx="31">
                  <c:v>42160.000011902819</c:v>
                </c:pt>
                <c:pt idx="32">
                  <c:v>43520.000012286779</c:v>
                </c:pt>
                <c:pt idx="33">
                  <c:v>44880.000012670753</c:v>
                </c:pt>
                <c:pt idx="34">
                  <c:v>46240.000013054712</c:v>
                </c:pt>
                <c:pt idx="35">
                  <c:v>47600.000013438657</c:v>
                </c:pt>
                <c:pt idx="36">
                  <c:v>48960.000013822617</c:v>
                </c:pt>
                <c:pt idx="37">
                  <c:v>50320.000014206591</c:v>
                </c:pt>
                <c:pt idx="38">
                  <c:v>51680.000014590551</c:v>
                </c:pt>
                <c:pt idx="39">
                  <c:v>53040.00001497451</c:v>
                </c:pt>
                <c:pt idx="40">
                  <c:v>54400.000015358477</c:v>
                </c:pt>
                <c:pt idx="41">
                  <c:v>55760.000015742437</c:v>
                </c:pt>
                <c:pt idx="42">
                  <c:v>57120.000016126403</c:v>
                </c:pt>
                <c:pt idx="43">
                  <c:v>58480.000016510363</c:v>
                </c:pt>
                <c:pt idx="44">
                  <c:v>59840.000016894322</c:v>
                </c:pt>
                <c:pt idx="45">
                  <c:v>61200.000017278282</c:v>
                </c:pt>
                <c:pt idx="46">
                  <c:v>62560.000017662249</c:v>
                </c:pt>
                <c:pt idx="47">
                  <c:v>63920.000018046208</c:v>
                </c:pt>
                <c:pt idx="48">
                  <c:v>65280.000018430168</c:v>
                </c:pt>
                <c:pt idx="49">
                  <c:v>66640.000018814128</c:v>
                </c:pt>
                <c:pt idx="50">
                  <c:v>68000.000019198094</c:v>
                </c:pt>
                <c:pt idx="51">
                  <c:v>69360.000019582061</c:v>
                </c:pt>
                <c:pt idx="52">
                  <c:v>70720.000019966013</c:v>
                </c:pt>
                <c:pt idx="53">
                  <c:v>72080.00002034998</c:v>
                </c:pt>
                <c:pt idx="54">
                  <c:v>73440.000020733947</c:v>
                </c:pt>
                <c:pt idx="55">
                  <c:v>74800.000021117899</c:v>
                </c:pt>
                <c:pt idx="56">
                  <c:v>76160.000021501866</c:v>
                </c:pt>
                <c:pt idx="57">
                  <c:v>77520.000021885833</c:v>
                </c:pt>
                <c:pt idx="58">
                  <c:v>78880.000022269785</c:v>
                </c:pt>
                <c:pt idx="59">
                  <c:v>80240.000022653752</c:v>
                </c:pt>
                <c:pt idx="60">
                  <c:v>81600.000023037719</c:v>
                </c:pt>
                <c:pt idx="61">
                  <c:v>82960.000023421671</c:v>
                </c:pt>
                <c:pt idx="62">
                  <c:v>84320.000023805638</c:v>
                </c:pt>
                <c:pt idx="63">
                  <c:v>85680.000024189605</c:v>
                </c:pt>
                <c:pt idx="64">
                  <c:v>87040.000024573557</c:v>
                </c:pt>
                <c:pt idx="65">
                  <c:v>88400.000024957524</c:v>
                </c:pt>
                <c:pt idx="66">
                  <c:v>89760.000025341491</c:v>
                </c:pt>
                <c:pt idx="67">
                  <c:v>91120.000025725443</c:v>
                </c:pt>
                <c:pt idx="68">
                  <c:v>92480.00002610941</c:v>
                </c:pt>
                <c:pt idx="69">
                  <c:v>93840.000026493377</c:v>
                </c:pt>
                <c:pt idx="70">
                  <c:v>95200.000026877329</c:v>
                </c:pt>
                <c:pt idx="71">
                  <c:v>96560.000027261296</c:v>
                </c:pt>
                <c:pt idx="72">
                  <c:v>97920.000027645248</c:v>
                </c:pt>
                <c:pt idx="73">
                  <c:v>99280.000028029215</c:v>
                </c:pt>
                <c:pt idx="74">
                  <c:v>100640.0000284132</c:v>
                </c:pt>
                <c:pt idx="75">
                  <c:v>102000.00002879711</c:v>
                </c:pt>
                <c:pt idx="76">
                  <c:v>103360.0000291811</c:v>
                </c:pt>
                <c:pt idx="77">
                  <c:v>104720.0000295651</c:v>
                </c:pt>
                <c:pt idx="78">
                  <c:v>106080.00002994901</c:v>
                </c:pt>
                <c:pt idx="79">
                  <c:v>107440.000030333</c:v>
                </c:pt>
                <c:pt idx="80">
                  <c:v>108800.000030717</c:v>
                </c:pt>
                <c:pt idx="81">
                  <c:v>110160.00003110091</c:v>
                </c:pt>
                <c:pt idx="82">
                  <c:v>111520.0000314849</c:v>
                </c:pt>
                <c:pt idx="83">
                  <c:v>112880.0000318688</c:v>
                </c:pt>
                <c:pt idx="84">
                  <c:v>114240.00003225281</c:v>
                </c:pt>
                <c:pt idx="85">
                  <c:v>115600.0000326368</c:v>
                </c:pt>
                <c:pt idx="86">
                  <c:v>116960.0000330207</c:v>
                </c:pt>
                <c:pt idx="87">
                  <c:v>118320.00003340471</c:v>
                </c:pt>
                <c:pt idx="88">
                  <c:v>119680.0000337886</c:v>
                </c:pt>
                <c:pt idx="89">
                  <c:v>121040.0000341726</c:v>
                </c:pt>
                <c:pt idx="90">
                  <c:v>122400.00003455659</c:v>
                </c:pt>
                <c:pt idx="91">
                  <c:v>123760.0000349405</c:v>
                </c:pt>
                <c:pt idx="92">
                  <c:v>125120.0000353245</c:v>
                </c:pt>
                <c:pt idx="93">
                  <c:v>126480.00003570849</c:v>
                </c:pt>
                <c:pt idx="94">
                  <c:v>127840.0000360924</c:v>
                </c:pt>
                <c:pt idx="95">
                  <c:v>129200.0000364764</c:v>
                </c:pt>
                <c:pt idx="96">
                  <c:v>130560.00003686031</c:v>
                </c:pt>
                <c:pt idx="97">
                  <c:v>131920.00003724429</c:v>
                </c:pt>
                <c:pt idx="98">
                  <c:v>133280.00003762831</c:v>
                </c:pt>
                <c:pt idx="99">
                  <c:v>134640.00003801219</c:v>
                </c:pt>
                <c:pt idx="100">
                  <c:v>136000.00003839619</c:v>
                </c:pt>
                <c:pt idx="101">
                  <c:v>137360.00003878021</c:v>
                </c:pt>
                <c:pt idx="102">
                  <c:v>138720.00003916409</c:v>
                </c:pt>
                <c:pt idx="103">
                  <c:v>140080.00003954809</c:v>
                </c:pt>
                <c:pt idx="104">
                  <c:v>141440.000039932</c:v>
                </c:pt>
                <c:pt idx="105">
                  <c:v>142800.00004031599</c:v>
                </c:pt>
                <c:pt idx="106">
                  <c:v>144160.00004069999</c:v>
                </c:pt>
                <c:pt idx="107">
                  <c:v>145520.0000410839</c:v>
                </c:pt>
                <c:pt idx="108">
                  <c:v>146880.00004146789</c:v>
                </c:pt>
                <c:pt idx="109">
                  <c:v>148240.0000418518</c:v>
                </c:pt>
                <c:pt idx="110">
                  <c:v>149600.0000422358</c:v>
                </c:pt>
                <c:pt idx="111">
                  <c:v>150960.00004261979</c:v>
                </c:pt>
                <c:pt idx="112">
                  <c:v>152320.0000430037</c:v>
                </c:pt>
                <c:pt idx="113">
                  <c:v>153680.0000433877</c:v>
                </c:pt>
                <c:pt idx="114">
                  <c:v>155040.0000437717</c:v>
                </c:pt>
                <c:pt idx="115">
                  <c:v>156400.0000441556</c:v>
                </c:pt>
                <c:pt idx="116">
                  <c:v>157760.0000445396</c:v>
                </c:pt>
                <c:pt idx="117">
                  <c:v>159120.00004492351</c:v>
                </c:pt>
                <c:pt idx="118">
                  <c:v>160480.0000453075</c:v>
                </c:pt>
                <c:pt idx="119">
                  <c:v>161840.0000456915</c:v>
                </c:pt>
                <c:pt idx="120">
                  <c:v>163200.00004607541</c:v>
                </c:pt>
                <c:pt idx="121">
                  <c:v>164560.0000464594</c:v>
                </c:pt>
                <c:pt idx="122">
                  <c:v>165920.00004684331</c:v>
                </c:pt>
                <c:pt idx="123">
                  <c:v>167280.00004722731</c:v>
                </c:pt>
                <c:pt idx="124">
                  <c:v>168640.00004761131</c:v>
                </c:pt>
                <c:pt idx="125">
                  <c:v>170000.00004799521</c:v>
                </c:pt>
                <c:pt idx="126">
                  <c:v>171360.00004837921</c:v>
                </c:pt>
                <c:pt idx="127">
                  <c:v>172720.00004876309</c:v>
                </c:pt>
                <c:pt idx="128">
                  <c:v>174080.00004914709</c:v>
                </c:pt>
                <c:pt idx="129">
                  <c:v>175440.00004953111</c:v>
                </c:pt>
                <c:pt idx="130">
                  <c:v>176800.00004991499</c:v>
                </c:pt>
                <c:pt idx="131">
                  <c:v>178160.00005029899</c:v>
                </c:pt>
                <c:pt idx="132">
                  <c:v>179520.00005068301</c:v>
                </c:pt>
                <c:pt idx="133">
                  <c:v>180880.00005106689</c:v>
                </c:pt>
                <c:pt idx="134">
                  <c:v>182240.00005145089</c:v>
                </c:pt>
                <c:pt idx="135">
                  <c:v>183600.00005183491</c:v>
                </c:pt>
                <c:pt idx="136">
                  <c:v>184960.00005221879</c:v>
                </c:pt>
                <c:pt idx="137">
                  <c:v>186320.00005260279</c:v>
                </c:pt>
                <c:pt idx="138">
                  <c:v>187680.00005298681</c:v>
                </c:pt>
                <c:pt idx="139">
                  <c:v>189040.00005337069</c:v>
                </c:pt>
                <c:pt idx="140">
                  <c:v>190400.00005375469</c:v>
                </c:pt>
                <c:pt idx="141">
                  <c:v>191760.0000541386</c:v>
                </c:pt>
                <c:pt idx="142">
                  <c:v>193120.00005452259</c:v>
                </c:pt>
                <c:pt idx="143">
                  <c:v>194480.00005490659</c:v>
                </c:pt>
                <c:pt idx="144">
                  <c:v>195840.0000552905</c:v>
                </c:pt>
                <c:pt idx="145">
                  <c:v>197200.00005567449</c:v>
                </c:pt>
                <c:pt idx="146">
                  <c:v>198560.0000560584</c:v>
                </c:pt>
                <c:pt idx="147">
                  <c:v>199920.0000564424</c:v>
                </c:pt>
                <c:pt idx="148">
                  <c:v>201280.00005682639</c:v>
                </c:pt>
                <c:pt idx="149">
                  <c:v>202640.0000572103</c:v>
                </c:pt>
                <c:pt idx="150">
                  <c:v>204000.0000575943</c:v>
                </c:pt>
                <c:pt idx="151">
                  <c:v>205360.00005797821</c:v>
                </c:pt>
                <c:pt idx="152">
                  <c:v>206720.0000583622</c:v>
                </c:pt>
                <c:pt idx="153">
                  <c:v>208080.0000587462</c:v>
                </c:pt>
                <c:pt idx="154">
                  <c:v>209440.00005913011</c:v>
                </c:pt>
                <c:pt idx="155">
                  <c:v>210800.0000595141</c:v>
                </c:pt>
                <c:pt idx="156">
                  <c:v>212160.00005989801</c:v>
                </c:pt>
                <c:pt idx="157">
                  <c:v>213520.00006028201</c:v>
                </c:pt>
                <c:pt idx="158">
                  <c:v>214880.000060666</c:v>
                </c:pt>
                <c:pt idx="159">
                  <c:v>216240.00006104991</c:v>
                </c:pt>
                <c:pt idx="160">
                  <c:v>217600.00006143391</c:v>
                </c:pt>
                <c:pt idx="161">
                  <c:v>218960.0000618179</c:v>
                </c:pt>
                <c:pt idx="162">
                  <c:v>220320.00006220181</c:v>
                </c:pt>
                <c:pt idx="163">
                  <c:v>221680.00006258581</c:v>
                </c:pt>
                <c:pt idx="164">
                  <c:v>223040.00006296969</c:v>
                </c:pt>
                <c:pt idx="165">
                  <c:v>224400.00006335371</c:v>
                </c:pt>
                <c:pt idx="166">
                  <c:v>225760.00006373771</c:v>
                </c:pt>
                <c:pt idx="167">
                  <c:v>227120.00006412159</c:v>
                </c:pt>
                <c:pt idx="168">
                  <c:v>228480.00006450561</c:v>
                </c:pt>
                <c:pt idx="169">
                  <c:v>229840.00006488961</c:v>
                </c:pt>
                <c:pt idx="170">
                  <c:v>231200.00006527349</c:v>
                </c:pt>
                <c:pt idx="171">
                  <c:v>232560.00006565751</c:v>
                </c:pt>
                <c:pt idx="172">
                  <c:v>233920.00006604151</c:v>
                </c:pt>
                <c:pt idx="173">
                  <c:v>235280.00006642539</c:v>
                </c:pt>
                <c:pt idx="174">
                  <c:v>236640.00006680941</c:v>
                </c:pt>
                <c:pt idx="175">
                  <c:v>238000.00006719329</c:v>
                </c:pt>
                <c:pt idx="176">
                  <c:v>239360.00006757729</c:v>
                </c:pt>
                <c:pt idx="177">
                  <c:v>240720.00006796129</c:v>
                </c:pt>
                <c:pt idx="178">
                  <c:v>242080.00006834519</c:v>
                </c:pt>
                <c:pt idx="179">
                  <c:v>243440.00006872919</c:v>
                </c:pt>
                <c:pt idx="180">
                  <c:v>244800.0000691131</c:v>
                </c:pt>
                <c:pt idx="181">
                  <c:v>246160.00006949709</c:v>
                </c:pt>
                <c:pt idx="182">
                  <c:v>247520.00006988109</c:v>
                </c:pt>
                <c:pt idx="183">
                  <c:v>248880.000070265</c:v>
                </c:pt>
                <c:pt idx="184">
                  <c:v>250240.000070649</c:v>
                </c:pt>
                <c:pt idx="185">
                  <c:v>251600.00007103299</c:v>
                </c:pt>
                <c:pt idx="186">
                  <c:v>252960.0000714169</c:v>
                </c:pt>
                <c:pt idx="187">
                  <c:v>254320.0000718009</c:v>
                </c:pt>
                <c:pt idx="188">
                  <c:v>255680.0000721848</c:v>
                </c:pt>
                <c:pt idx="189">
                  <c:v>257040.0000725688</c:v>
                </c:pt>
                <c:pt idx="190">
                  <c:v>258400.0000729528</c:v>
                </c:pt>
                <c:pt idx="191">
                  <c:v>259760.00007333671</c:v>
                </c:pt>
                <c:pt idx="192">
                  <c:v>261120.0000737207</c:v>
                </c:pt>
                <c:pt idx="193">
                  <c:v>262480.00007410458</c:v>
                </c:pt>
                <c:pt idx="194">
                  <c:v>263840.00007448858</c:v>
                </c:pt>
                <c:pt idx="195">
                  <c:v>265200.00007487257</c:v>
                </c:pt>
                <c:pt idx="196">
                  <c:v>266560.00007525651</c:v>
                </c:pt>
                <c:pt idx="197">
                  <c:v>267920.00007564051</c:v>
                </c:pt>
                <c:pt idx="198">
                  <c:v>269280.00007602439</c:v>
                </c:pt>
                <c:pt idx="199">
                  <c:v>270640.00007640838</c:v>
                </c:pt>
                <c:pt idx="200">
                  <c:v>272000.00007679238</c:v>
                </c:pt>
              </c:numCache>
            </c:numRef>
          </c:cat>
          <c:val>
            <c:numRef>
              <c:f>Sheet1!$C$2:$C$202</c:f>
              <c:numCache>
                <c:formatCode>#,##0</c:formatCode>
                <c:ptCount val="201"/>
                <c:pt idx="0">
                  <c:v>0</c:v>
                </c:pt>
                <c:pt idx="1">
                  <c:v>3.1742411351973611E-4</c:v>
                </c:pt>
                <c:pt idx="2">
                  <c:v>1.865759306469397E-3</c:v>
                </c:pt>
                <c:pt idx="3">
                  <c:v>5.2579532316686202E-3</c:v>
                </c:pt>
                <c:pt idx="4">
                  <c:v>1.096646842728026E-2</c:v>
                </c:pt>
                <c:pt idx="5">
                  <c:v>1.9395122562839491E-2</c:v>
                </c:pt>
                <c:pt idx="6">
                  <c:v>3.0903803521468012E-2</c:v>
                </c:pt>
                <c:pt idx="7">
                  <c:v>4.5820844860821337E-2</c:v>
                </c:pt>
                <c:pt idx="8">
                  <c:v>6.445027533763599E-2</c:v>
                </c:pt>
                <c:pt idx="9">
                  <c:v>8.707646399661581E-2</c:v>
                </c:pt>
                <c:pt idx="10">
                  <c:v>0.1139672671644418</c:v>
                </c:pt>
                <c:pt idx="11">
                  <c:v>0.14537623558296831</c:v>
                </c:pt>
                <c:pt idx="12">
                  <c:v>0.1815441920284997</c:v>
                </c:pt>
                <c:pt idx="13">
                  <c:v>0.2227003648611218</c:v>
                </c:pt>
                <c:pt idx="14">
                  <c:v>0.26906319475059559</c:v>
                </c:pt>
                <c:pt idx="15">
                  <c:v>0.32084089220372969</c:v>
                </c:pt>
                <c:pt idx="16">
                  <c:v>0.37823179933760459</c:v>
                </c:pt>
                <c:pt idx="17">
                  <c:v>0.44142459399166228</c:v>
                </c:pt>
                <c:pt idx="18">
                  <c:v>0.51059836421183447</c:v>
                </c:pt>
                <c:pt idx="19">
                  <c:v>0.58592257438016349</c:v>
                </c:pt>
                <c:pt idx="20">
                  <c:v>0.66755693963385221</c:v>
                </c:pt>
                <c:pt idx="21">
                  <c:v>0.75565122200458223</c:v>
                </c:pt>
                <c:pt idx="22">
                  <c:v>0.85034495946308641</c:v>
                </c:pt>
                <c:pt idx="23">
                  <c:v>0.95176713748279629</c:v>
                </c:pt>
                <c:pt idx="24">
                  <c:v>1.060035811646264</c:v>
                </c:pt>
                <c:pt idx="25">
                  <c:v>1.1752576890748141</c:v>
                </c:pt>
                <c:pt idx="26">
                  <c:v>1.2975276759726639</c:v>
                </c:pt>
                <c:pt idx="27">
                  <c:v>1.4269283982735801</c:v>
                </c:pt>
                <c:pt idx="28">
                  <c:v>1.5635297022112</c:v>
                </c:pt>
                <c:pt idx="29">
                  <c:v>1.7073881415652381</c:v>
                </c:pt>
                <c:pt idx="30">
                  <c:v>1.858546458334539</c:v>
                </c:pt>
                <c:pt idx="31">
                  <c:v>2.0170330636308509</c:v>
                </c:pt>
                <c:pt idx="32">
                  <c:v>2.182861525652215</c:v>
                </c:pt>
                <c:pt idx="33">
                  <c:v>2.3560300716670959</c:v>
                </c:pt>
                <c:pt idx="34">
                  <c:v>2.5365211110016048</c:v>
                </c:pt>
                <c:pt idx="35">
                  <c:v>2.7243007860612298</c:v>
                </c:pt>
                <c:pt idx="36">
                  <c:v>2.919318558422122</c:v>
                </c:pt>
                <c:pt idx="37">
                  <c:v>3.1215068369838832</c:v>
                </c:pt>
                <c:pt idx="38">
                  <c:v>3.3307806550773309</c:v>
                </c:pt>
                <c:pt idx="39">
                  <c:v>3.5470374032574798</c:v>
                </c:pt>
                <c:pt idx="40">
                  <c:v>3.770156624276801</c:v>
                </c:pt>
                <c:pt idx="41">
                  <c:v>3.9999998764223021</c:v>
                </c:pt>
                <c:pt idx="42">
                  <c:v>4.2364106710039966</c:v>
                </c:pt>
                <c:pt idx="43">
                  <c:v>4.4792144893054484</c:v>
                </c:pt>
                <c:pt idx="44">
                  <c:v>4.7282188837412669</c:v>
                </c:pt>
                <c:pt idx="45">
                  <c:v>4.9832136673186938</c:v>
                </c:pt>
                <c:pt idx="46">
                  <c:v>5.2439711947698298</c:v>
                </c:pt>
                <c:pt idx="47">
                  <c:v>5.5102467379138966</c:v>
                </c:pt>
                <c:pt idx="48">
                  <c:v>5.7817789569337767</c:v>
                </c:pt>
                <c:pt idx="49">
                  <c:v>6.0582904683125776</c:v>
                </c:pt>
                <c:pt idx="50">
                  <c:v>6.339488509190371</c:v>
                </c:pt>
                <c:pt idx="51">
                  <c:v>6.6250656968767849</c:v>
                </c:pt>
                <c:pt idx="52">
                  <c:v>6.914700881208109</c:v>
                </c:pt>
                <c:pt idx="53">
                  <c:v>7.2080600863832638</c:v>
                </c:pt>
                <c:pt idx="54">
                  <c:v>7.5047975378660183</c:v>
                </c:pt>
                <c:pt idx="55">
                  <c:v>7.8045567689217492</c:v>
                </c:pt>
                <c:pt idx="56">
                  <c:v>8.1069718003780924</c:v>
                </c:pt>
                <c:pt idx="57">
                  <c:v>8.4116683862830044</c:v>
                </c:pt>
                <c:pt idx="58">
                  <c:v>8.7182653172900473</c:v>
                </c:pt>
                <c:pt idx="59">
                  <c:v>9.0263757728542835</c:v>
                </c:pt>
                <c:pt idx="60">
                  <c:v>9.3356087126763239</c:v>
                </c:pt>
                <c:pt idx="61">
                  <c:v>9.6455702973070832</c:v>
                </c:pt>
                <c:pt idx="62">
                  <c:v>9.9558653274291693</c:v>
                </c:pt>
                <c:pt idx="63">
                  <c:v>10.266098691068031</c:v>
                </c:pt>
                <c:pt idx="64">
                  <c:v>10.57587680786542</c:v>
                </c:pt>
                <c:pt idx="65">
                  <c:v>10.88480905957104</c:v>
                </c:pt>
                <c:pt idx="66">
                  <c:v>11.192509196070599</c:v>
                </c:pt>
                <c:pt idx="67">
                  <c:v>11.498596706575761</c:v>
                </c:pt>
                <c:pt idx="68">
                  <c:v>11.802698146034221</c:v>
                </c:pt>
                <c:pt idx="69">
                  <c:v>12.10444840738338</c:v>
                </c:pt>
                <c:pt idx="70">
                  <c:v>12.40349193094324</c:v>
                </c:pt>
                <c:pt idx="71">
                  <c:v>12.69948384301922</c:v>
                </c:pt>
                <c:pt idx="72">
                  <c:v>12.99209101664732</c:v>
                </c:pt>
                <c:pt idx="73">
                  <c:v>13.2809930483429</c:v>
                </c:pt>
                <c:pt idx="74">
                  <c:v>13.565883145698599</c:v>
                </c:pt>
                <c:pt idx="75">
                  <c:v>13.846468921694591</c:v>
                </c:pt>
                <c:pt idx="76">
                  <c:v>14.12247309262211</c:v>
                </c:pt>
                <c:pt idx="77">
                  <c:v>14.393634077558181</c:v>
                </c:pt>
                <c:pt idx="78">
                  <c:v>14.659706498354909</c:v>
                </c:pt>
                <c:pt idx="79">
                  <c:v>14.9204615800961</c:v>
                </c:pt>
                <c:pt idx="80">
                  <c:v>15.17568745292791</c:v>
                </c:pt>
                <c:pt idx="81">
                  <c:v>15.425189357058271</c:v>
                </c:pt>
                <c:pt idx="82">
                  <c:v>15.66878975354981</c:v>
                </c:pt>
                <c:pt idx="83">
                  <c:v>15.90632834428118</c:v>
                </c:pt>
                <c:pt idx="84">
                  <c:v>16.137662005118891</c:v>
                </c:pt>
                <c:pt idx="85">
                  <c:v>16.362664636926631</c:v>
                </c:pt>
                <c:pt idx="86">
                  <c:v>16.581226939530119</c:v>
                </c:pt>
                <c:pt idx="87">
                  <c:v>16.79325611415943</c:v>
                </c:pt>
                <c:pt idx="88">
                  <c:v>16.998675500200061</c:v>
                </c:pt>
                <c:pt idx="89">
                  <c:v>17.19742415231179</c:v>
                </c:pt>
                <c:pt idx="90">
                  <c:v>17.389456364111709</c:v>
                </c:pt>
                <c:pt idx="91">
                  <c:v>17.57474114467902</c:v>
                </c:pt>
                <c:pt idx="92">
                  <c:v>17.75326165412698</c:v>
                </c:pt>
                <c:pt idx="93">
                  <c:v>17.925014604402339</c:v>
                </c:pt>
                <c:pt idx="94">
                  <c:v>18.090009631334791</c:v>
                </c:pt>
                <c:pt idx="95">
                  <c:v>18.248268643758959</c:v>
                </c:pt>
                <c:pt idx="96">
                  <c:v>18.39982515529341</c:v>
                </c:pt>
                <c:pt idx="97">
                  <c:v>18.54472360407631</c:v>
                </c:pt>
                <c:pt idx="98">
                  <c:v>18.683018665448529</c:v>
                </c:pt>
                <c:pt idx="99">
                  <c:v>18.814774562237709</c:v>
                </c:pt>
                <c:pt idx="100">
                  <c:v>18.940064376940189</c:v>
                </c:pt>
                <c:pt idx="101">
                  <c:v>19.058969369735891</c:v>
                </c:pt>
                <c:pt idx="102">
                  <c:v>19.171578305896301</c:v>
                </c:pt>
                <c:pt idx="103">
                  <c:v>19.27798679577527</c:v>
                </c:pt>
                <c:pt idx="104">
                  <c:v>19.378296650204451</c:v>
                </c:pt>
                <c:pt idx="105">
                  <c:v>19.472615253754299</c:v>
                </c:pt>
                <c:pt idx="106">
                  <c:v>19.561054957973909</c:v>
                </c:pt>
                <c:pt idx="107">
                  <c:v>19.64373249638874</c:v>
                </c:pt>
                <c:pt idx="108">
                  <c:v>19.720768422717079</c:v>
                </c:pt>
                <c:pt idx="109">
                  <c:v>19.792286573468509</c:v>
                </c:pt>
                <c:pt idx="110">
                  <c:v>19.858413555807608</c:v>
                </c:pt>
                <c:pt idx="111">
                  <c:v>19.919278261307589</c:v>
                </c:pt>
                <c:pt idx="112">
                  <c:v>19.97501140598299</c:v>
                </c:pt>
                <c:pt idx="113">
                  <c:v>20.025745096772621</c:v>
                </c:pt>
                <c:pt idx="114">
                  <c:v>20.07161242445078</c:v>
                </c:pt>
                <c:pt idx="115">
                  <c:v>20.112747082771751</c:v>
                </c:pt>
                <c:pt idx="116">
                  <c:v>20.14928301349736</c:v>
                </c:pt>
                <c:pt idx="117">
                  <c:v>20.18135407682469</c:v>
                </c:pt>
                <c:pt idx="118">
                  <c:v>20.209093746615309</c:v>
                </c:pt>
                <c:pt idx="119">
                  <c:v>20.232634829729051</c:v>
                </c:pt>
                <c:pt idx="120">
                  <c:v>20.252109208683699</c:v>
                </c:pt>
                <c:pt idx="121">
                  <c:v>20.267647606795421</c:v>
                </c:pt>
                <c:pt idx="122">
                  <c:v>20.279379374902302</c:v>
                </c:pt>
                <c:pt idx="123">
                  <c:v>20.287432298732512</c:v>
                </c:pt>
                <c:pt idx="124">
                  <c:v>20.291932425952051</c:v>
                </c:pt>
                <c:pt idx="125">
                  <c:v>20.293003911907039</c:v>
                </c:pt>
                <c:pt idx="126">
                  <c:v>20.290768883068932</c:v>
                </c:pt>
                <c:pt idx="127">
                  <c:v>20.285347317188119</c:v>
                </c:pt>
                <c:pt idx="128">
                  <c:v>20.27685693917164</c:v>
                </c:pt>
                <c:pt idx="129">
                  <c:v>20.26541313170971</c:v>
                </c:pt>
                <c:pt idx="130">
                  <c:v>20.251128859697559</c:v>
                </c:pt>
                <c:pt idx="131">
                  <c:v>20.234114607520009</c:v>
                </c:pt>
                <c:pt idx="132">
                  <c:v>20.214478328293541</c:v>
                </c:pt>
                <c:pt idx="133">
                  <c:v>20.19232540418977</c:v>
                </c:pt>
                <c:pt idx="134">
                  <c:v>20.167758616997521</c:v>
                </c:pt>
                <c:pt idx="135">
                  <c:v>20.140878128113389</c:v>
                </c:pt>
                <c:pt idx="136">
                  <c:v>20.11178146718672</c:v>
                </c:pt>
                <c:pt idx="137">
                  <c:v>20.080563528681111</c:v>
                </c:pt>
                <c:pt idx="138">
                  <c:v>20.04731657565096</c:v>
                </c:pt>
                <c:pt idx="139">
                  <c:v>20.012130250069209</c:v>
                </c:pt>
                <c:pt idx="140">
                  <c:v>19.975091589077959</c:v>
                </c:pt>
                <c:pt idx="141">
                  <c:v>19.936285046571658</c:v>
                </c:pt>
                <c:pt idx="142">
                  <c:v>19.895792519556309</c:v>
                </c:pt>
                <c:pt idx="143">
                  <c:v>19.85369337876498</c:v>
                </c:pt>
                <c:pt idx="144">
                  <c:v>19.810064503042259</c:v>
                </c:pt>
                <c:pt idx="145">
                  <c:v>19.764980317044021</c:v>
                </c:pt>
                <c:pt idx="146">
                  <c:v>19.718512831830719</c:v>
                </c:pt>
                <c:pt idx="147">
                  <c:v>19.670731687961769</c:v>
                </c:pt>
                <c:pt idx="148">
                  <c:v>19.621704200729109</c:v>
                </c:pt>
                <c:pt idx="149">
                  <c:v>19.57149540719449</c:v>
                </c:pt>
                <c:pt idx="150">
                  <c:v>19.52016811472269</c:v>
                </c:pt>
                <c:pt idx="151">
                  <c:v>19.46778295072691</c:v>
                </c:pt>
                <c:pt idx="152">
                  <c:v>19.414398413366879</c:v>
                </c:pt>
                <c:pt idx="153">
                  <c:v>19.360070922962411</c:v>
                </c:pt>
                <c:pt idx="154">
                  <c:v>19.304854873906219</c:v>
                </c:pt>
                <c:pt idx="155">
                  <c:v>19.24880268687965</c:v>
                </c:pt>
                <c:pt idx="156">
                  <c:v>19.191964861193341</c:v>
                </c:pt>
                <c:pt idx="157">
                  <c:v>19.134390027092259</c:v>
                </c:pt>
                <c:pt idx="158">
                  <c:v>19.076124997881038</c:v>
                </c:pt>
                <c:pt idx="159">
                  <c:v>19.017214821739561</c:v>
                </c:pt>
                <c:pt idx="160">
                  <c:v>18.957702833114421</c:v>
                </c:pt>
                <c:pt idx="161">
                  <c:v>18.89763070358288</c:v>
                </c:pt>
                <c:pt idx="162">
                  <c:v>18.837038492099701</c:v>
                </c:pt>
                <c:pt idx="163">
                  <c:v>18.775964694547131</c:v>
                </c:pt>
                <c:pt idx="164">
                  <c:v>18.714446292519089</c:v>
                </c:pt>
                <c:pt idx="165">
                  <c:v>18.652518801279939</c:v>
                </c:pt>
                <c:pt idx="166">
                  <c:v>18.590216316846671</c:v>
                </c:pt>
                <c:pt idx="167">
                  <c:v>18.527571562151529</c:v>
                </c:pt>
                <c:pt idx="168">
                  <c:v>18.464615932248901</c:v>
                </c:pt>
                <c:pt idx="169">
                  <c:v>18.401379538537672</c:v>
                </c:pt>
                <c:pt idx="170">
                  <c:v>18.33789125197497</c:v>
                </c:pt>
                <c:pt idx="171">
                  <c:v>18.274178745264429</c:v>
                </c:pt>
                <c:pt idx="172">
                  <c:v>18.210268534005081</c:v>
                </c:pt>
                <c:pt idx="173">
                  <c:v>18.14618601679329</c:v>
                </c:pt>
                <c:pt idx="174">
                  <c:v>18.081955514272401</c:v>
                </c:pt>
                <c:pt idx="175">
                  <c:v>18.017600307130351</c:v>
                </c:pt>
                <c:pt idx="176">
                  <c:v>17.953142673046521</c:v>
                </c:pt>
                <c:pt idx="177">
                  <c:v>17.888603922593969</c:v>
                </c:pt>
                <c:pt idx="178">
                  <c:v>17.824004434104381</c:v>
                </c:pt>
                <c:pt idx="179">
                  <c:v>17.759363687505999</c:v>
                </c:pt>
                <c:pt idx="180">
                  <c:v>17.69470029714655</c:v>
                </c:pt>
                <c:pt idx="181">
                  <c:v>17.63003204361496</c:v>
                </c:pt>
                <c:pt idx="182">
                  <c:v>17.565375904577159</c:v>
                </c:pt>
                <c:pt idx="183">
                  <c:v>17.500748084642641</c:v>
                </c:pt>
                <c:pt idx="184">
                  <c:v>17.43616404427911</c:v>
                </c:pt>
                <c:pt idx="185">
                  <c:v>17.37163852779447</c:v>
                </c:pt>
                <c:pt idx="186">
                  <c:v>17.307185590404799</c:v>
                </c:pt>
                <c:pt idx="187">
                  <c:v>17.242818624408908</c:v>
                </c:pt>
                <c:pt idx="188">
                  <c:v>17.178550384489618</c:v>
                </c:pt>
                <c:pt idx="189">
                  <c:v>17.114393012162768</c:v>
                </c:pt>
                <c:pt idx="190">
                  <c:v>17.05035805939513</c:v>
                </c:pt>
                <c:pt idx="191">
                  <c:v>16.986456511412381</c:v>
                </c:pt>
                <c:pt idx="192">
                  <c:v>16.922698808718749</c:v>
                </c:pt>
                <c:pt idx="193">
                  <c:v>16.859094868349629</c:v>
                </c:pt>
                <c:pt idx="194">
                  <c:v>16.795654104378588</c:v>
                </c:pt>
                <c:pt idx="195">
                  <c:v>16.73238544769989</c:v>
                </c:pt>
                <c:pt idx="196">
                  <c:v>16.669297365107891</c:v>
                </c:pt>
                <c:pt idx="197">
                  <c:v>16.606397877693851</c:v>
                </c:pt>
                <c:pt idx="198">
                  <c:v>16.543694578581079</c:v>
                </c:pt>
                <c:pt idx="199">
                  <c:v>16.481194650018491</c:v>
                </c:pt>
                <c:pt idx="200">
                  <c:v>16.418904879852779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4C-495F-A3CD-439A5DD6D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>
              <a:solidFill>
                <a:srgbClr val="0060FF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0.19669385981729781</c:v>
                </c:pt>
                <c:pt idx="2">
                  <c:v>0.39338771963459551</c:v>
                </c:pt>
                <c:pt idx="3">
                  <c:v>0.59008157945189321</c:v>
                </c:pt>
                <c:pt idx="4">
                  <c:v>0.78677543926919102</c:v>
                </c:pt>
                <c:pt idx="5">
                  <c:v>0.98346929908648884</c:v>
                </c:pt>
                <c:pt idx="6">
                  <c:v>1.180163158903786</c:v>
                </c:pt>
                <c:pt idx="7">
                  <c:v>1.376857018721084</c:v>
                </c:pt>
                <c:pt idx="8">
                  <c:v>1.573550878538382</c:v>
                </c:pt>
                <c:pt idx="9">
                  <c:v>1.7702447383556801</c:v>
                </c:pt>
                <c:pt idx="10">
                  <c:v>1.9669385981729779</c:v>
                </c:pt>
                <c:pt idx="11">
                  <c:v>2.1636324579902748</c:v>
                </c:pt>
                <c:pt idx="12">
                  <c:v>2.3603263178075728</c:v>
                </c:pt>
                <c:pt idx="13">
                  <c:v>2.5570201776248709</c:v>
                </c:pt>
                <c:pt idx="14">
                  <c:v>2.753714037442168</c:v>
                </c:pt>
                <c:pt idx="15">
                  <c:v>2.9504078972594669</c:v>
                </c:pt>
                <c:pt idx="16">
                  <c:v>3.1471017570767641</c:v>
                </c:pt>
                <c:pt idx="17">
                  <c:v>3.3437956168940621</c:v>
                </c:pt>
                <c:pt idx="18">
                  <c:v>3.5404894767113602</c:v>
                </c:pt>
                <c:pt idx="19">
                  <c:v>3.7371833365286569</c:v>
                </c:pt>
                <c:pt idx="20">
                  <c:v>3.9338771963459549</c:v>
                </c:pt>
                <c:pt idx="21">
                  <c:v>4.1305710561632516</c:v>
                </c:pt>
                <c:pt idx="22">
                  <c:v>4.3272649159805514</c:v>
                </c:pt>
                <c:pt idx="23">
                  <c:v>4.5239587757978494</c:v>
                </c:pt>
                <c:pt idx="24">
                  <c:v>4.7206526356151457</c:v>
                </c:pt>
                <c:pt idx="25">
                  <c:v>4.9173464954324437</c:v>
                </c:pt>
                <c:pt idx="26">
                  <c:v>5.1140403552497418</c:v>
                </c:pt>
                <c:pt idx="27">
                  <c:v>5.3107342150670398</c:v>
                </c:pt>
                <c:pt idx="28">
                  <c:v>5.5074280748843369</c:v>
                </c:pt>
                <c:pt idx="29">
                  <c:v>5.704121934701635</c:v>
                </c:pt>
                <c:pt idx="30">
                  <c:v>5.900815794518933</c:v>
                </c:pt>
                <c:pt idx="31">
                  <c:v>6.0975096543362302</c:v>
                </c:pt>
                <c:pt idx="32">
                  <c:v>6.2942035141535282</c:v>
                </c:pt>
                <c:pt idx="33">
                  <c:v>6.4908973739708262</c:v>
                </c:pt>
                <c:pt idx="34">
                  <c:v>6.6875912337881234</c:v>
                </c:pt>
                <c:pt idx="35">
                  <c:v>6.8842850936054214</c:v>
                </c:pt>
                <c:pt idx="36">
                  <c:v>7.0809789534227194</c:v>
                </c:pt>
                <c:pt idx="37">
                  <c:v>7.2776728132400166</c:v>
                </c:pt>
                <c:pt idx="38">
                  <c:v>7.4743666730573146</c:v>
                </c:pt>
                <c:pt idx="39">
                  <c:v>7.6710605328746126</c:v>
                </c:pt>
                <c:pt idx="40">
                  <c:v>7.8677543926919107</c:v>
                </c:pt>
                <c:pt idx="41">
                  <c:v>8.0644482525092087</c:v>
                </c:pt>
                <c:pt idx="42">
                  <c:v>8.261142112326505</c:v>
                </c:pt>
                <c:pt idx="43">
                  <c:v>8.457835972143803</c:v>
                </c:pt>
                <c:pt idx="44">
                  <c:v>8.654529831961101</c:v>
                </c:pt>
                <c:pt idx="45">
                  <c:v>8.8512236917783991</c:v>
                </c:pt>
                <c:pt idx="46">
                  <c:v>9.0479175515956971</c:v>
                </c:pt>
                <c:pt idx="47">
                  <c:v>9.2446114114129951</c:v>
                </c:pt>
                <c:pt idx="48">
                  <c:v>9.4413052712302914</c:v>
                </c:pt>
                <c:pt idx="49">
                  <c:v>9.6379991310475894</c:v>
                </c:pt>
                <c:pt idx="50">
                  <c:v>9.8346929908648875</c:v>
                </c:pt>
                <c:pt idx="51">
                  <c:v>10.031386850682191</c:v>
                </c:pt>
                <c:pt idx="52">
                  <c:v>10.22808071049948</c:v>
                </c:pt>
                <c:pt idx="53">
                  <c:v>10.42477457031678</c:v>
                </c:pt>
                <c:pt idx="54">
                  <c:v>10.62146843013408</c:v>
                </c:pt>
                <c:pt idx="55">
                  <c:v>10.818162289951379</c:v>
                </c:pt>
                <c:pt idx="56">
                  <c:v>11.01485614976867</c:v>
                </c:pt>
                <c:pt idx="57">
                  <c:v>11.21155000958597</c:v>
                </c:pt>
                <c:pt idx="58">
                  <c:v>11.40824386940327</c:v>
                </c:pt>
                <c:pt idx="59">
                  <c:v>11.60493772922057</c:v>
                </c:pt>
                <c:pt idx="60">
                  <c:v>11.80163158903787</c:v>
                </c:pt>
                <c:pt idx="61">
                  <c:v>11.998325448855161</c:v>
                </c:pt>
                <c:pt idx="62">
                  <c:v>12.19501930867246</c:v>
                </c:pt>
                <c:pt idx="63">
                  <c:v>12.39171316848976</c:v>
                </c:pt>
                <c:pt idx="64">
                  <c:v>12.58840702830706</c:v>
                </c:pt>
                <c:pt idx="65">
                  <c:v>12.785100888124351</c:v>
                </c:pt>
                <c:pt idx="66">
                  <c:v>12.981794747941651</c:v>
                </c:pt>
                <c:pt idx="67">
                  <c:v>13.17848860775895</c:v>
                </c:pt>
                <c:pt idx="68">
                  <c:v>13.37518246757625</c:v>
                </c:pt>
                <c:pt idx="69">
                  <c:v>13.571876327393539</c:v>
                </c:pt>
                <c:pt idx="70">
                  <c:v>13.768570187210839</c:v>
                </c:pt>
                <c:pt idx="71">
                  <c:v>13.965264047028141</c:v>
                </c:pt>
                <c:pt idx="72">
                  <c:v>14.161957906845441</c:v>
                </c:pt>
                <c:pt idx="73">
                  <c:v>14.35865176666274</c:v>
                </c:pt>
                <c:pt idx="74">
                  <c:v>14.55534562648003</c:v>
                </c:pt>
                <c:pt idx="75">
                  <c:v>14.752039486297329</c:v>
                </c:pt>
                <c:pt idx="76">
                  <c:v>14.948733346114629</c:v>
                </c:pt>
                <c:pt idx="77">
                  <c:v>15.145427205931931</c:v>
                </c:pt>
                <c:pt idx="78">
                  <c:v>15.342121065749231</c:v>
                </c:pt>
                <c:pt idx="79">
                  <c:v>15.53881492556652</c:v>
                </c:pt>
                <c:pt idx="80">
                  <c:v>15.73550878538382</c:v>
                </c:pt>
                <c:pt idx="81">
                  <c:v>15.932202645201119</c:v>
                </c:pt>
                <c:pt idx="82">
                  <c:v>16.128896505018421</c:v>
                </c:pt>
                <c:pt idx="83">
                  <c:v>16.325590364835719</c:v>
                </c:pt>
                <c:pt idx="84">
                  <c:v>16.52228422465301</c:v>
                </c:pt>
                <c:pt idx="85">
                  <c:v>16.718978084470312</c:v>
                </c:pt>
                <c:pt idx="86">
                  <c:v>16.91567194428761</c:v>
                </c:pt>
                <c:pt idx="87">
                  <c:v>17.1123658041049</c:v>
                </c:pt>
                <c:pt idx="88">
                  <c:v>17.309059663922199</c:v>
                </c:pt>
                <c:pt idx="89">
                  <c:v>17.5057535237395</c:v>
                </c:pt>
                <c:pt idx="90">
                  <c:v>17.702447383556802</c:v>
                </c:pt>
                <c:pt idx="91">
                  <c:v>17.8991412433741</c:v>
                </c:pt>
                <c:pt idx="92">
                  <c:v>18.095835103191391</c:v>
                </c:pt>
                <c:pt idx="93">
                  <c:v>18.292528963008689</c:v>
                </c:pt>
                <c:pt idx="94">
                  <c:v>18.48922282282599</c:v>
                </c:pt>
                <c:pt idx="95">
                  <c:v>18.685916682643288</c:v>
                </c:pt>
                <c:pt idx="96">
                  <c:v>18.882610542460579</c:v>
                </c:pt>
                <c:pt idx="97">
                  <c:v>19.079304402277881</c:v>
                </c:pt>
                <c:pt idx="98">
                  <c:v>19.275998262095179</c:v>
                </c:pt>
                <c:pt idx="99">
                  <c:v>19.47269212191248</c:v>
                </c:pt>
                <c:pt idx="100">
                  <c:v>19.669385981729771</c:v>
                </c:pt>
                <c:pt idx="101">
                  <c:v>19.866079841547069</c:v>
                </c:pt>
                <c:pt idx="102">
                  <c:v>20.062773701364371</c:v>
                </c:pt>
                <c:pt idx="103">
                  <c:v>20.259467561181669</c:v>
                </c:pt>
                <c:pt idx="104">
                  <c:v>20.456161420998971</c:v>
                </c:pt>
                <c:pt idx="105">
                  <c:v>20.652855280816269</c:v>
                </c:pt>
                <c:pt idx="106">
                  <c:v>20.84954914063356</c:v>
                </c:pt>
                <c:pt idx="107">
                  <c:v>21.046243000450861</c:v>
                </c:pt>
                <c:pt idx="108">
                  <c:v>21.242936860268159</c:v>
                </c:pt>
                <c:pt idx="109">
                  <c:v>21.43963072008545</c:v>
                </c:pt>
                <c:pt idx="110">
                  <c:v>21.636324579902752</c:v>
                </c:pt>
                <c:pt idx="111">
                  <c:v>21.83301843972005</c:v>
                </c:pt>
                <c:pt idx="112">
                  <c:v>22.029712299537351</c:v>
                </c:pt>
                <c:pt idx="113">
                  <c:v>22.226406159354649</c:v>
                </c:pt>
                <c:pt idx="114">
                  <c:v>22.42310001917194</c:v>
                </c:pt>
                <c:pt idx="115">
                  <c:v>22.619793878989238</c:v>
                </c:pt>
                <c:pt idx="116">
                  <c:v>22.81648773880654</c:v>
                </c:pt>
                <c:pt idx="117">
                  <c:v>23.013181598623841</c:v>
                </c:pt>
                <c:pt idx="118">
                  <c:v>23.20987545844114</c:v>
                </c:pt>
                <c:pt idx="119">
                  <c:v>23.40656931825843</c:v>
                </c:pt>
                <c:pt idx="120">
                  <c:v>23.603263178075728</c:v>
                </c:pt>
                <c:pt idx="121">
                  <c:v>23.79995703789303</c:v>
                </c:pt>
                <c:pt idx="122">
                  <c:v>23.996650897710321</c:v>
                </c:pt>
                <c:pt idx="123">
                  <c:v>24.193344757527619</c:v>
                </c:pt>
                <c:pt idx="124">
                  <c:v>24.390038617344921</c:v>
                </c:pt>
                <c:pt idx="125">
                  <c:v>24.586732477162219</c:v>
                </c:pt>
                <c:pt idx="126">
                  <c:v>24.78342633697952</c:v>
                </c:pt>
                <c:pt idx="127">
                  <c:v>24.980120196796811</c:v>
                </c:pt>
                <c:pt idx="128">
                  <c:v>25.176814056614109</c:v>
                </c:pt>
                <c:pt idx="129">
                  <c:v>25.373507916431411</c:v>
                </c:pt>
                <c:pt idx="130">
                  <c:v>25.570201776248709</c:v>
                </c:pt>
                <c:pt idx="131">
                  <c:v>25.76689563606601</c:v>
                </c:pt>
                <c:pt idx="132">
                  <c:v>25.963589495883301</c:v>
                </c:pt>
                <c:pt idx="133">
                  <c:v>26.160283355700599</c:v>
                </c:pt>
                <c:pt idx="134">
                  <c:v>26.356977215517901</c:v>
                </c:pt>
                <c:pt idx="135">
                  <c:v>26.553671075335199</c:v>
                </c:pt>
                <c:pt idx="136">
                  <c:v>26.75036493515249</c:v>
                </c:pt>
                <c:pt idx="137">
                  <c:v>26.947058794969792</c:v>
                </c:pt>
                <c:pt idx="138">
                  <c:v>27.14375265478709</c:v>
                </c:pt>
                <c:pt idx="139">
                  <c:v>27.340446514604391</c:v>
                </c:pt>
                <c:pt idx="140">
                  <c:v>27.537140374421689</c:v>
                </c:pt>
                <c:pt idx="141">
                  <c:v>27.73383423423898</c:v>
                </c:pt>
                <c:pt idx="142">
                  <c:v>27.930528094056282</c:v>
                </c:pt>
                <c:pt idx="143">
                  <c:v>28.12722195387358</c:v>
                </c:pt>
                <c:pt idx="144">
                  <c:v>28.323915813690881</c:v>
                </c:pt>
                <c:pt idx="145">
                  <c:v>28.520609673508179</c:v>
                </c:pt>
                <c:pt idx="146">
                  <c:v>28.71730353332547</c:v>
                </c:pt>
                <c:pt idx="147">
                  <c:v>28.913997393142768</c:v>
                </c:pt>
                <c:pt idx="148">
                  <c:v>29.11069125296007</c:v>
                </c:pt>
                <c:pt idx="149">
                  <c:v>29.307385112777361</c:v>
                </c:pt>
                <c:pt idx="150">
                  <c:v>29.504078972594659</c:v>
                </c:pt>
                <c:pt idx="151">
                  <c:v>29.70077283241196</c:v>
                </c:pt>
                <c:pt idx="152">
                  <c:v>29.897466692229258</c:v>
                </c:pt>
                <c:pt idx="153">
                  <c:v>30.09416055204656</c:v>
                </c:pt>
                <c:pt idx="154">
                  <c:v>30.290854411863851</c:v>
                </c:pt>
                <c:pt idx="155">
                  <c:v>30.487548271681149</c:v>
                </c:pt>
                <c:pt idx="156">
                  <c:v>30.684242131498451</c:v>
                </c:pt>
                <c:pt idx="157">
                  <c:v>30.880935991315749</c:v>
                </c:pt>
                <c:pt idx="158">
                  <c:v>31.07762985113305</c:v>
                </c:pt>
                <c:pt idx="159">
                  <c:v>31.274323710950341</c:v>
                </c:pt>
                <c:pt idx="160">
                  <c:v>31.471017570767639</c:v>
                </c:pt>
                <c:pt idx="161">
                  <c:v>31.667711430584941</c:v>
                </c:pt>
                <c:pt idx="162">
                  <c:v>31.864405290402239</c:v>
                </c:pt>
                <c:pt idx="163">
                  <c:v>32.061099150219533</c:v>
                </c:pt>
                <c:pt idx="164">
                  <c:v>32.257793010036828</c:v>
                </c:pt>
                <c:pt idx="165">
                  <c:v>32.454486869854129</c:v>
                </c:pt>
                <c:pt idx="166">
                  <c:v>32.651180729671431</c:v>
                </c:pt>
                <c:pt idx="167">
                  <c:v>32.847874589488733</c:v>
                </c:pt>
                <c:pt idx="168">
                  <c:v>33.04456844930602</c:v>
                </c:pt>
                <c:pt idx="169">
                  <c:v>33.241262309123321</c:v>
                </c:pt>
                <c:pt idx="170">
                  <c:v>33.437956168940623</c:v>
                </c:pt>
                <c:pt idx="171">
                  <c:v>33.634650028757918</c:v>
                </c:pt>
                <c:pt idx="172">
                  <c:v>33.831343888575212</c:v>
                </c:pt>
                <c:pt idx="173">
                  <c:v>34.028037748392507</c:v>
                </c:pt>
                <c:pt idx="174">
                  <c:v>34.224731608209808</c:v>
                </c:pt>
                <c:pt idx="175">
                  <c:v>34.42142546802711</c:v>
                </c:pt>
                <c:pt idx="176">
                  <c:v>34.618119327844397</c:v>
                </c:pt>
                <c:pt idx="177">
                  <c:v>34.814813187661713</c:v>
                </c:pt>
                <c:pt idx="178">
                  <c:v>35.011507047479</c:v>
                </c:pt>
                <c:pt idx="179">
                  <c:v>35.208200907296302</c:v>
                </c:pt>
                <c:pt idx="180">
                  <c:v>35.404894767113603</c:v>
                </c:pt>
                <c:pt idx="181">
                  <c:v>35.601588626930891</c:v>
                </c:pt>
                <c:pt idx="182">
                  <c:v>35.798282486748192</c:v>
                </c:pt>
                <c:pt idx="183">
                  <c:v>35.994976346565487</c:v>
                </c:pt>
                <c:pt idx="184">
                  <c:v>36.191670206382788</c:v>
                </c:pt>
                <c:pt idx="185">
                  <c:v>36.388364066200083</c:v>
                </c:pt>
                <c:pt idx="186">
                  <c:v>36.585057926017377</c:v>
                </c:pt>
                <c:pt idx="187">
                  <c:v>36.781751785834679</c:v>
                </c:pt>
                <c:pt idx="188">
                  <c:v>36.978445645651981</c:v>
                </c:pt>
                <c:pt idx="189">
                  <c:v>37.175139505469282</c:v>
                </c:pt>
                <c:pt idx="190">
                  <c:v>37.371833365286577</c:v>
                </c:pt>
                <c:pt idx="191">
                  <c:v>37.568527225103871</c:v>
                </c:pt>
                <c:pt idx="192">
                  <c:v>37.765221084921173</c:v>
                </c:pt>
                <c:pt idx="193">
                  <c:v>37.961914944738467</c:v>
                </c:pt>
                <c:pt idx="194">
                  <c:v>38.158608804555762</c:v>
                </c:pt>
                <c:pt idx="195">
                  <c:v>38.355302664373063</c:v>
                </c:pt>
                <c:pt idx="196">
                  <c:v>38.551996524190358</c:v>
                </c:pt>
                <c:pt idx="197">
                  <c:v>38.748690384007659</c:v>
                </c:pt>
                <c:pt idx="198">
                  <c:v>38.945384243824947</c:v>
                </c:pt>
                <c:pt idx="199">
                  <c:v>39.142078103642262</c:v>
                </c:pt>
                <c:pt idx="200">
                  <c:v>39.33877196345955</c:v>
                </c:pt>
              </c:numCache>
            </c:numRef>
          </c:cat>
          <c:val>
            <c:numRef>
              <c:f>Sheet1!$B$2:$B$202</c:f>
              <c:numCache>
                <c:formatCode>#,##0</c:formatCode>
                <c:ptCount val="201"/>
                <c:pt idx="0">
                  <c:v>0</c:v>
                </c:pt>
                <c:pt idx="1">
                  <c:v>1.453166337070391E-11</c:v>
                </c:pt>
                <c:pt idx="2">
                  <c:v>3.9890552115690767E-9</c:v>
                </c:pt>
                <c:pt idx="3">
                  <c:v>1.0649595521063889E-7</c:v>
                </c:pt>
                <c:pt idx="4">
                  <c:v>1.095026834937938E-6</c:v>
                </c:pt>
                <c:pt idx="5">
                  <c:v>6.6751959405152452E-6</c:v>
                </c:pt>
                <c:pt idx="6">
                  <c:v>2.9233965764965639E-5</c:v>
                </c:pt>
                <c:pt idx="7">
                  <c:v>1.01906897149361E-4</c:v>
                </c:pt>
                <c:pt idx="8">
                  <c:v>3.0059273165150552E-4</c:v>
                </c:pt>
                <c:pt idx="9">
                  <c:v>7.804557379072068E-4</c:v>
                </c:pt>
                <c:pt idx="10">
                  <c:v>1.832367610776829E-3</c:v>
                </c:pt>
                <c:pt idx="11">
                  <c:v>3.9656584758945889E-3</c:v>
                </c:pt>
                <c:pt idx="12">
                  <c:v>8.0244560999567331E-3</c:v>
                </c:pt>
                <c:pt idx="13">
                  <c:v>1.5345764645381E-2</c:v>
                </c:pt>
                <c:pt idx="14">
                  <c:v>2.796821294313389E-2</c:v>
                </c:pt>
                <c:pt idx="15">
                  <c:v>4.8900983660520411E-2</c:v>
                </c:pt>
                <c:pt idx="16">
                  <c:v>8.2462637702478372E-2</c:v>
                </c:pt>
                <c:pt idx="17">
                  <c:v>0.13469907088168639</c:v>
                </c:pt>
                <c:pt idx="18">
                  <c:v>0.21388820238618039</c:v>
                </c:pt>
                <c:pt idx="19">
                  <c:v>0.33113546826825491</c:v>
                </c:pt>
                <c:pt idx="20">
                  <c:v>0.5010577257789951</c:v>
                </c:pt>
                <c:pt idx="21">
                  <c:v>0.74254233298416639</c:v>
                </c:pt>
                <c:pt idx="22">
                  <c:v>1.0795511481541991</c:v>
                </c:pt>
                <c:pt idx="23">
                  <c:v>1.5419139806716951</c:v>
                </c:pt>
                <c:pt idx="24">
                  <c:v>2.1660208514416528</c:v>
                </c:pt>
                <c:pt idx="25">
                  <c:v>2.9952767077860019</c:v>
                </c:pt>
                <c:pt idx="26">
                  <c:v>4.0801282353606672</c:v>
                </c:pt>
                <c:pt idx="27">
                  <c:v>5.4774176115173248</c:v>
                </c:pt>
                <c:pt idx="28">
                  <c:v>7.2487780598810012</c:v>
                </c:pt>
                <c:pt idx="29">
                  <c:v>9.4577867718174193</c:v>
                </c:pt>
                <c:pt idx="30">
                  <c:v>12.16566726639364</c:v>
                </c:pt>
                <c:pt idx="31">
                  <c:v>15.42552201140348</c:v>
                </c:pt>
                <c:pt idx="32">
                  <c:v>19.27539684907789</c:v>
                </c:pt>
                <c:pt idx="33">
                  <c:v>23.730907230475811</c:v>
                </c:pt>
                <c:pt idx="34">
                  <c:v>28.77859841614535</c:v>
                </c:pt>
                <c:pt idx="35">
                  <c:v>34.37150140679379</c:v>
                </c:pt>
                <c:pt idx="36">
                  <c:v>40.428290534427703</c:v>
                </c:pt>
                <c:pt idx="37">
                  <c:v>46.83692459748265</c:v>
                </c:pt>
                <c:pt idx="38">
                  <c:v>53.462715088611183</c:v>
                </c:pt>
                <c:pt idx="39">
                  <c:v>60.159680877641627</c:v>
                </c:pt>
                <c:pt idx="40">
                  <c:v>66.783211011654998</c:v>
                </c:pt>
                <c:pt idx="41">
                  <c:v>73.201790683072815</c:v>
                </c:pt>
                <c:pt idx="42">
                  <c:v>79.305932645553824</c:v>
                </c:pt>
                <c:pt idx="43">
                  <c:v>85.013302907872387</c:v>
                </c:pt>
                <c:pt idx="44">
                  <c:v>90.269986349591775</c:v>
                </c:pt>
                <c:pt idx="45">
                  <c:v>95.048587022395296</c:v>
                </c:pt>
                <c:pt idx="46">
                  <c:v>99.344239559624199</c:v>
                </c:pt>
                <c:pt idx="47">
                  <c:v>103.1696355122057</c:v>
                </c:pt>
                <c:pt idx="48">
                  <c:v>106.5499606724868</c:v>
                </c:pt>
                <c:pt idx="49">
                  <c:v>109.5183372954897</c:v>
                </c:pt>
                <c:pt idx="50">
                  <c:v>112.11207526062211</c:v>
                </c:pt>
                <c:pt idx="51">
                  <c:v>114.36981416738131</c:v>
                </c:pt>
                <c:pt idx="52">
                  <c:v>116.32949733983089</c:v>
                </c:pt>
                <c:pt idx="53">
                  <c:v>118.0270473528262</c:v>
                </c:pt>
                <c:pt idx="54">
                  <c:v>119.49559060083109</c:v>
                </c:pt>
                <c:pt idx="55">
                  <c:v>120.76508577065449</c:v>
                </c:pt>
                <c:pt idx="56">
                  <c:v>121.8622326620943</c:v>
                </c:pt>
                <c:pt idx="57">
                  <c:v>122.8105637323693</c:v>
                </c:pt>
                <c:pt idx="58">
                  <c:v>123.6306454879911</c:v>
                </c:pt>
                <c:pt idx="59">
                  <c:v>124.340337889879</c:v>
                </c:pt>
                <c:pt idx="60">
                  <c:v>124.9550765701656</c:v>
                </c:pt>
                <c:pt idx="61">
                  <c:v>125.48815513125631</c:v>
                </c:pt>
                <c:pt idx="62">
                  <c:v>125.9509937628137</c:v>
                </c:pt>
                <c:pt idx="63">
                  <c:v>126.3533866192119</c:v>
                </c:pt>
                <c:pt idx="64">
                  <c:v>126.7037245404368</c:v>
                </c:pt>
                <c:pt idx="65">
                  <c:v>127.00919234877171</c:v>
                </c:pt>
                <c:pt idx="66">
                  <c:v>127.2759415607582</c:v>
                </c:pt>
                <c:pt idx="67">
                  <c:v>127.50924025383151</c:v>
                </c:pt>
                <c:pt idx="68">
                  <c:v>127.7136022614521</c:v>
                </c:pt>
                <c:pt idx="69">
                  <c:v>127.8928980092395</c:v>
                </c:pt>
                <c:pt idx="70">
                  <c:v>128.05044926384301</c:v>
                </c:pt>
                <c:pt idx="71">
                  <c:v>128.1891099238554</c:v>
                </c:pt>
                <c:pt idx="72">
                  <c:v>128.31133478868199</c:v>
                </c:pt>
                <c:pt idx="73">
                  <c:v>128.41923802898529</c:v>
                </c:pt>
                <c:pt idx="74">
                  <c:v>128.51464287056919</c:v>
                </c:pt>
                <c:pt idx="75">
                  <c:v>128.5991238034662</c:v>
                </c:pt>
                <c:pt idx="76">
                  <c:v>128.67404244524681</c:v>
                </c:pt>
                <c:pt idx="77">
                  <c:v>128.74057802447791</c:v>
                </c:pt>
                <c:pt idx="78">
                  <c:v>128.79975330706731</c:v>
                </c:pt>
                <c:pt idx="79">
                  <c:v>128.85245666397711</c:v>
                </c:pt>
                <c:pt idx="80">
                  <c:v>128.89946087191319</c:v>
                </c:pt>
                <c:pt idx="81">
                  <c:v>128.94143914725649</c:v>
                </c:pt>
                <c:pt idx="82">
                  <c:v>128.97897883581899</c:v>
                </c:pt>
                <c:pt idx="83">
                  <c:v>129.01259311517219</c:v>
                </c:pt>
                <c:pt idx="84">
                  <c:v>129.04273101065229</c:v>
                </c:pt>
                <c:pt idx="85">
                  <c:v>129.069785979199</c:v>
                </c:pt>
                <c:pt idx="86">
                  <c:v>129.0941032756285</c:v>
                </c:pt>
                <c:pt idx="87">
                  <c:v>129.1159862826344</c:v>
                </c:pt>
                <c:pt idx="88">
                  <c:v>129.1357019577807</c:v>
                </c:pt>
                <c:pt idx="89">
                  <c:v>129.1534855271594</c:v>
                </c:pt>
                <c:pt idx="90">
                  <c:v>129.1695445355287</c:v>
                </c:pt>
                <c:pt idx="91">
                  <c:v>129.18406234602571</c:v>
                </c:pt>
                <c:pt idx="92">
                  <c:v>129.19720116846059</c:v>
                </c:pt>
                <c:pt idx="93">
                  <c:v>129.20910468331709</c:v>
                </c:pt>
                <c:pt idx="94">
                  <c:v>129.21990031856191</c:v>
                </c:pt>
                <c:pt idx="95">
                  <c:v>129.2297012278969</c:v>
                </c:pt>
                <c:pt idx="96">
                  <c:v>129.2386080119262</c:v>
                </c:pt>
                <c:pt idx="97">
                  <c:v>129.24671021765559</c:v>
                </c:pt>
                <c:pt idx="98">
                  <c:v>129.25408764659889</c:v>
                </c:pt>
                <c:pt idx="99">
                  <c:v>129.26081149741429</c:v>
                </c:pt>
                <c:pt idx="100">
                  <c:v>129.26694536529169</c:v>
                </c:pt>
                <c:pt idx="101">
                  <c:v>129.2725461171629</c:v>
                </c:pt>
                <c:pt idx="102">
                  <c:v>129.27766465912779</c:v>
                </c:pt>
                <c:pt idx="103">
                  <c:v>129.28234661020551</c:v>
                </c:pt>
                <c:pt idx="104">
                  <c:v>129.2866328945658</c:v>
                </c:pt>
                <c:pt idx="105">
                  <c:v>129.2905602627325</c:v>
                </c:pt>
                <c:pt idx="106">
                  <c:v>129.2941617508196</c:v>
                </c:pt>
                <c:pt idx="107">
                  <c:v>129.2974670856415</c:v>
                </c:pt>
                <c:pt idx="108">
                  <c:v>129.30050304248601</c:v>
                </c:pt>
                <c:pt idx="109">
                  <c:v>129.30329376144039</c:v>
                </c:pt>
                <c:pt idx="110">
                  <c:v>129.3058610273826</c:v>
                </c:pt>
                <c:pt idx="111">
                  <c:v>129.3082245180837</c:v>
                </c:pt>
                <c:pt idx="112">
                  <c:v>129.31040202428929</c:v>
                </c:pt>
                <c:pt idx="113">
                  <c:v>129.3124096451541</c:v>
                </c:pt>
                <c:pt idx="114">
                  <c:v>129.31426196196969</c:v>
                </c:pt>
                <c:pt idx="115">
                  <c:v>129.31597219275511</c:v>
                </c:pt>
                <c:pt idx="116">
                  <c:v>129.3175523299588</c:v>
                </c:pt>
                <c:pt idx="117">
                  <c:v>129.31901326323819</c:v>
                </c:pt>
                <c:pt idx="118">
                  <c:v>129.3203648890414</c:v>
                </c:pt>
                <c:pt idx="119">
                  <c:v>129.32161620850459</c:v>
                </c:pt>
                <c:pt idx="120">
                  <c:v>129.32277541499349</c:v>
                </c:pt>
                <c:pt idx="121">
                  <c:v>129.32384997245751</c:v>
                </c:pt>
                <c:pt idx="122">
                  <c:v>129.32484668562529</c:v>
                </c:pt>
                <c:pt idx="123">
                  <c:v>129.3257717629493</c:v>
                </c:pt>
                <c:pt idx="124">
                  <c:v>129.32663087309629</c:v>
                </c:pt>
                <c:pt idx="125">
                  <c:v>129.32742919569239</c:v>
                </c:pt>
                <c:pt idx="126">
                  <c:v>129.32817146694509</c:v>
                </c:pt>
                <c:pt idx="127">
                  <c:v>129.32886202069469</c:v>
                </c:pt>
                <c:pt idx="128">
                  <c:v>129.32950482538419</c:v>
                </c:pt>
                <c:pt idx="129">
                  <c:v>129.33010351738011</c:v>
                </c:pt>
                <c:pt idx="130">
                  <c:v>129.33066143103031</c:v>
                </c:pt>
                <c:pt idx="131">
                  <c:v>129.33118162579791</c:v>
                </c:pt>
                <c:pt idx="132">
                  <c:v>129.33166691077781</c:v>
                </c:pt>
                <c:pt idx="133">
                  <c:v>129.33211986686231</c:v>
                </c:pt>
                <c:pt idx="134">
                  <c:v>129.3325428667992</c:v>
                </c:pt>
                <c:pt idx="135">
                  <c:v>129.3329380933553</c:v>
                </c:pt>
                <c:pt idx="136">
                  <c:v>129.3333075557764</c:v>
                </c:pt>
                <c:pt idx="137">
                  <c:v>129.33365310471461</c:v>
                </c:pt>
                <c:pt idx="138">
                  <c:v>129.3339764457759</c:v>
                </c:pt>
                <c:pt idx="139">
                  <c:v>129.33427915182341</c:v>
                </c:pt>
                <c:pt idx="140">
                  <c:v>129.33456267415909</c:v>
                </c:pt>
                <c:pt idx="141">
                  <c:v>129.33482835269319</c:v>
                </c:pt>
                <c:pt idx="142">
                  <c:v>129.33507742519851</c:v>
                </c:pt>
                <c:pt idx="143">
                  <c:v>129.3353110357389</c:v>
                </c:pt>
                <c:pt idx="144">
                  <c:v>129.33553024234911</c:v>
                </c:pt>
                <c:pt idx="145">
                  <c:v>129.33573602403879</c:v>
                </c:pt>
                <c:pt idx="146">
                  <c:v>129.33592928718261</c:v>
                </c:pt>
                <c:pt idx="147">
                  <c:v>129.33611087135529</c:v>
                </c:pt>
                <c:pt idx="148">
                  <c:v>129.33628155466241</c:v>
                </c:pt>
                <c:pt idx="149">
                  <c:v>129.3364420586133</c:v>
                </c:pt>
                <c:pt idx="150">
                  <c:v>129.33659305257919</c:v>
                </c:pt>
                <c:pt idx="151">
                  <c:v>129.33673515787331</c:v>
                </c:pt>
                <c:pt idx="152">
                  <c:v>129.3368689514875</c:v>
                </c:pt>
                <c:pt idx="153">
                  <c:v>129.33699496951621</c:v>
                </c:pt>
                <c:pt idx="154">
                  <c:v>129.33711371029679</c:v>
                </c:pt>
                <c:pt idx="155">
                  <c:v>129.33722563728909</c:v>
                </c:pt>
                <c:pt idx="156">
                  <c:v>129.33733118171989</c:v>
                </c:pt>
                <c:pt idx="157">
                  <c:v>129.33743074501109</c:v>
                </c:pt>
                <c:pt idx="158">
                  <c:v>129.33752470101149</c:v>
                </c:pt>
                <c:pt idx="159">
                  <c:v>129.33761339804821</c:v>
                </c:pt>
                <c:pt idx="160">
                  <c:v>129.3376971608144</c:v>
                </c:pt>
                <c:pt idx="161">
                  <c:v>129.3377762921065</c:v>
                </c:pt>
                <c:pt idx="162">
                  <c:v>129.33785107442429</c:v>
                </c:pt>
                <c:pt idx="163">
                  <c:v>129.3379217714446</c:v>
                </c:pt>
                <c:pt idx="164">
                  <c:v>129.33798862938059</c:v>
                </c:pt>
                <c:pt idx="165">
                  <c:v>129.33805187823481</c:v>
                </c:pt>
                <c:pt idx="166">
                  <c:v>129.33811173295601</c:v>
                </c:pt>
                <c:pt idx="167">
                  <c:v>129.3381683945064</c:v>
                </c:pt>
                <c:pt idx="168">
                  <c:v>129.3382220508484</c:v>
                </c:pt>
                <c:pt idx="169">
                  <c:v>129.3382728778557</c:v>
                </c:pt>
                <c:pt idx="170">
                  <c:v>129.33832104015559</c:v>
                </c:pt>
                <c:pt idx="171">
                  <c:v>129.33836669190919</c:v>
                </c:pt>
                <c:pt idx="172">
                  <c:v>129.33840997753171</c:v>
                </c:pt>
                <c:pt idx="173">
                  <c:v>129.33845103236069</c:v>
                </c:pt>
                <c:pt idx="174">
                  <c:v>129.3384899832746</c:v>
                </c:pt>
                <c:pt idx="175">
                  <c:v>129.3385269492658</c:v>
                </c:pt>
                <c:pt idx="176">
                  <c:v>129.3385620419717</c:v>
                </c:pt>
                <c:pt idx="177">
                  <c:v>129.33859536616771</c:v>
                </c:pt>
                <c:pt idx="178">
                  <c:v>129.33862702022469</c:v>
                </c:pt>
                <c:pt idx="179">
                  <c:v>129.3386570965329</c:v>
                </c:pt>
                <c:pt idx="180">
                  <c:v>129.33868568189649</c:v>
                </c:pt>
                <c:pt idx="181">
                  <c:v>129.33871285789979</c:v>
                </c:pt>
                <c:pt idx="182">
                  <c:v>129.33873870124711</c:v>
                </c:pt>
                <c:pt idx="183">
                  <c:v>129.33876328407979</c:v>
                </c:pt>
                <c:pt idx="184">
                  <c:v>129.3387866742701</c:v>
                </c:pt>
                <c:pt idx="185">
                  <c:v>129.3388089356954</c:v>
                </c:pt>
                <c:pt idx="186">
                  <c:v>129.33883012849299</c:v>
                </c:pt>
                <c:pt idx="187">
                  <c:v>129.3388503092977</c:v>
                </c:pt>
                <c:pt idx="188">
                  <c:v>129.33886953146271</c:v>
                </c:pt>
                <c:pt idx="189">
                  <c:v>129.33888784526621</c:v>
                </c:pt>
                <c:pt idx="190">
                  <c:v>129.33890529810341</c:v>
                </c:pt>
                <c:pt idx="191">
                  <c:v>129.33892193466579</c:v>
                </c:pt>
                <c:pt idx="192">
                  <c:v>129.33893779710829</c:v>
                </c:pt>
                <c:pt idx="193">
                  <c:v>129.33895292520549</c:v>
                </c:pt>
                <c:pt idx="194">
                  <c:v>129.33896735649759</c:v>
                </c:pt>
                <c:pt idx="195">
                  <c:v>129.33898112642629</c:v>
                </c:pt>
                <c:pt idx="196">
                  <c:v>129.3389942684621</c:v>
                </c:pt>
                <c:pt idx="197">
                  <c:v>129.3390068142233</c:v>
                </c:pt>
                <c:pt idx="198">
                  <c:v>129.339018793587</c:v>
                </c:pt>
                <c:pt idx="199">
                  <c:v>129.33903023479331</c:v>
                </c:pt>
                <c:pt idx="200">
                  <c:v>129.33904116454241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AA-48AC-9E49-39C40989F4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>
              <a:solidFill>
                <a:srgbClr val="802AB7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0.19669385981729781</c:v>
                </c:pt>
                <c:pt idx="2">
                  <c:v>0.39338771963459551</c:v>
                </c:pt>
                <c:pt idx="3">
                  <c:v>0.59008157945189321</c:v>
                </c:pt>
                <c:pt idx="4">
                  <c:v>0.78677543926919102</c:v>
                </c:pt>
                <c:pt idx="5">
                  <c:v>0.98346929908648884</c:v>
                </c:pt>
                <c:pt idx="6">
                  <c:v>1.180163158903786</c:v>
                </c:pt>
                <c:pt idx="7">
                  <c:v>1.376857018721084</c:v>
                </c:pt>
                <c:pt idx="8">
                  <c:v>1.573550878538382</c:v>
                </c:pt>
                <c:pt idx="9">
                  <c:v>1.7702447383556801</c:v>
                </c:pt>
                <c:pt idx="10">
                  <c:v>1.9669385981729779</c:v>
                </c:pt>
                <c:pt idx="11">
                  <c:v>2.1636324579902748</c:v>
                </c:pt>
                <c:pt idx="12">
                  <c:v>2.3603263178075728</c:v>
                </c:pt>
                <c:pt idx="13">
                  <c:v>2.5570201776248709</c:v>
                </c:pt>
                <c:pt idx="14">
                  <c:v>2.753714037442168</c:v>
                </c:pt>
                <c:pt idx="15">
                  <c:v>2.9504078972594669</c:v>
                </c:pt>
                <c:pt idx="16">
                  <c:v>3.1471017570767641</c:v>
                </c:pt>
                <c:pt idx="17">
                  <c:v>3.3437956168940621</c:v>
                </c:pt>
                <c:pt idx="18">
                  <c:v>3.5404894767113602</c:v>
                </c:pt>
                <c:pt idx="19">
                  <c:v>3.7371833365286569</c:v>
                </c:pt>
                <c:pt idx="20">
                  <c:v>3.9338771963459549</c:v>
                </c:pt>
                <c:pt idx="21">
                  <c:v>4.1305710561632516</c:v>
                </c:pt>
                <c:pt idx="22">
                  <c:v>4.3272649159805514</c:v>
                </c:pt>
                <c:pt idx="23">
                  <c:v>4.5239587757978494</c:v>
                </c:pt>
                <c:pt idx="24">
                  <c:v>4.7206526356151457</c:v>
                </c:pt>
                <c:pt idx="25">
                  <c:v>4.9173464954324437</c:v>
                </c:pt>
                <c:pt idx="26">
                  <c:v>5.1140403552497418</c:v>
                </c:pt>
                <c:pt idx="27">
                  <c:v>5.3107342150670398</c:v>
                </c:pt>
                <c:pt idx="28">
                  <c:v>5.5074280748843369</c:v>
                </c:pt>
                <c:pt idx="29">
                  <c:v>5.704121934701635</c:v>
                </c:pt>
                <c:pt idx="30">
                  <c:v>5.900815794518933</c:v>
                </c:pt>
                <c:pt idx="31">
                  <c:v>6.0975096543362302</c:v>
                </c:pt>
                <c:pt idx="32">
                  <c:v>6.2942035141535282</c:v>
                </c:pt>
                <c:pt idx="33">
                  <c:v>6.4908973739708262</c:v>
                </c:pt>
                <c:pt idx="34">
                  <c:v>6.6875912337881234</c:v>
                </c:pt>
                <c:pt idx="35">
                  <c:v>6.8842850936054214</c:v>
                </c:pt>
                <c:pt idx="36">
                  <c:v>7.0809789534227194</c:v>
                </c:pt>
                <c:pt idx="37">
                  <c:v>7.2776728132400166</c:v>
                </c:pt>
                <c:pt idx="38">
                  <c:v>7.4743666730573146</c:v>
                </c:pt>
                <c:pt idx="39">
                  <c:v>7.6710605328746126</c:v>
                </c:pt>
                <c:pt idx="40">
                  <c:v>7.8677543926919107</c:v>
                </c:pt>
                <c:pt idx="41">
                  <c:v>8.0644482525092087</c:v>
                </c:pt>
                <c:pt idx="42">
                  <c:v>8.261142112326505</c:v>
                </c:pt>
                <c:pt idx="43">
                  <c:v>8.457835972143803</c:v>
                </c:pt>
                <c:pt idx="44">
                  <c:v>8.654529831961101</c:v>
                </c:pt>
                <c:pt idx="45">
                  <c:v>8.8512236917783991</c:v>
                </c:pt>
                <c:pt idx="46">
                  <c:v>9.0479175515956971</c:v>
                </c:pt>
                <c:pt idx="47">
                  <c:v>9.2446114114129951</c:v>
                </c:pt>
                <c:pt idx="48">
                  <c:v>9.4413052712302914</c:v>
                </c:pt>
                <c:pt idx="49">
                  <c:v>9.6379991310475894</c:v>
                </c:pt>
                <c:pt idx="50">
                  <c:v>9.8346929908648875</c:v>
                </c:pt>
                <c:pt idx="51">
                  <c:v>10.031386850682191</c:v>
                </c:pt>
                <c:pt idx="52">
                  <c:v>10.22808071049948</c:v>
                </c:pt>
                <c:pt idx="53">
                  <c:v>10.42477457031678</c:v>
                </c:pt>
                <c:pt idx="54">
                  <c:v>10.62146843013408</c:v>
                </c:pt>
                <c:pt idx="55">
                  <c:v>10.818162289951379</c:v>
                </c:pt>
                <c:pt idx="56">
                  <c:v>11.01485614976867</c:v>
                </c:pt>
                <c:pt idx="57">
                  <c:v>11.21155000958597</c:v>
                </c:pt>
                <c:pt idx="58">
                  <c:v>11.40824386940327</c:v>
                </c:pt>
                <c:pt idx="59">
                  <c:v>11.60493772922057</c:v>
                </c:pt>
                <c:pt idx="60">
                  <c:v>11.80163158903787</c:v>
                </c:pt>
                <c:pt idx="61">
                  <c:v>11.998325448855161</c:v>
                </c:pt>
                <c:pt idx="62">
                  <c:v>12.19501930867246</c:v>
                </c:pt>
                <c:pt idx="63">
                  <c:v>12.39171316848976</c:v>
                </c:pt>
                <c:pt idx="64">
                  <c:v>12.58840702830706</c:v>
                </c:pt>
                <c:pt idx="65">
                  <c:v>12.785100888124351</c:v>
                </c:pt>
                <c:pt idx="66">
                  <c:v>12.981794747941651</c:v>
                </c:pt>
                <c:pt idx="67">
                  <c:v>13.17848860775895</c:v>
                </c:pt>
                <c:pt idx="68">
                  <c:v>13.37518246757625</c:v>
                </c:pt>
                <c:pt idx="69">
                  <c:v>13.571876327393539</c:v>
                </c:pt>
                <c:pt idx="70">
                  <c:v>13.768570187210839</c:v>
                </c:pt>
                <c:pt idx="71">
                  <c:v>13.965264047028141</c:v>
                </c:pt>
                <c:pt idx="72">
                  <c:v>14.161957906845441</c:v>
                </c:pt>
                <c:pt idx="73">
                  <c:v>14.35865176666274</c:v>
                </c:pt>
                <c:pt idx="74">
                  <c:v>14.55534562648003</c:v>
                </c:pt>
                <c:pt idx="75">
                  <c:v>14.752039486297329</c:v>
                </c:pt>
                <c:pt idx="76">
                  <c:v>14.948733346114629</c:v>
                </c:pt>
                <c:pt idx="77">
                  <c:v>15.145427205931931</c:v>
                </c:pt>
                <c:pt idx="78">
                  <c:v>15.342121065749231</c:v>
                </c:pt>
                <c:pt idx="79">
                  <c:v>15.53881492556652</c:v>
                </c:pt>
                <c:pt idx="80">
                  <c:v>15.73550878538382</c:v>
                </c:pt>
                <c:pt idx="81">
                  <c:v>15.932202645201119</c:v>
                </c:pt>
                <c:pt idx="82">
                  <c:v>16.128896505018421</c:v>
                </c:pt>
                <c:pt idx="83">
                  <c:v>16.325590364835719</c:v>
                </c:pt>
                <c:pt idx="84">
                  <c:v>16.52228422465301</c:v>
                </c:pt>
                <c:pt idx="85">
                  <c:v>16.718978084470312</c:v>
                </c:pt>
                <c:pt idx="86">
                  <c:v>16.91567194428761</c:v>
                </c:pt>
                <c:pt idx="87">
                  <c:v>17.1123658041049</c:v>
                </c:pt>
                <c:pt idx="88">
                  <c:v>17.309059663922199</c:v>
                </c:pt>
                <c:pt idx="89">
                  <c:v>17.5057535237395</c:v>
                </c:pt>
                <c:pt idx="90">
                  <c:v>17.702447383556802</c:v>
                </c:pt>
                <c:pt idx="91">
                  <c:v>17.8991412433741</c:v>
                </c:pt>
                <c:pt idx="92">
                  <c:v>18.095835103191391</c:v>
                </c:pt>
                <c:pt idx="93">
                  <c:v>18.292528963008689</c:v>
                </c:pt>
                <c:pt idx="94">
                  <c:v>18.48922282282599</c:v>
                </c:pt>
                <c:pt idx="95">
                  <c:v>18.685916682643288</c:v>
                </c:pt>
                <c:pt idx="96">
                  <c:v>18.882610542460579</c:v>
                </c:pt>
                <c:pt idx="97">
                  <c:v>19.079304402277881</c:v>
                </c:pt>
                <c:pt idx="98">
                  <c:v>19.275998262095179</c:v>
                </c:pt>
                <c:pt idx="99">
                  <c:v>19.47269212191248</c:v>
                </c:pt>
                <c:pt idx="100">
                  <c:v>19.669385981729771</c:v>
                </c:pt>
                <c:pt idx="101">
                  <c:v>19.866079841547069</c:v>
                </c:pt>
                <c:pt idx="102">
                  <c:v>20.062773701364371</c:v>
                </c:pt>
                <c:pt idx="103">
                  <c:v>20.259467561181669</c:v>
                </c:pt>
                <c:pt idx="104">
                  <c:v>20.456161420998971</c:v>
                </c:pt>
                <c:pt idx="105">
                  <c:v>20.652855280816269</c:v>
                </c:pt>
                <c:pt idx="106">
                  <c:v>20.84954914063356</c:v>
                </c:pt>
                <c:pt idx="107">
                  <c:v>21.046243000450861</c:v>
                </c:pt>
                <c:pt idx="108">
                  <c:v>21.242936860268159</c:v>
                </c:pt>
                <c:pt idx="109">
                  <c:v>21.43963072008545</c:v>
                </c:pt>
                <c:pt idx="110">
                  <c:v>21.636324579902752</c:v>
                </c:pt>
                <c:pt idx="111">
                  <c:v>21.83301843972005</c:v>
                </c:pt>
                <c:pt idx="112">
                  <c:v>22.029712299537351</c:v>
                </c:pt>
                <c:pt idx="113">
                  <c:v>22.226406159354649</c:v>
                </c:pt>
                <c:pt idx="114">
                  <c:v>22.42310001917194</c:v>
                </c:pt>
                <c:pt idx="115">
                  <c:v>22.619793878989238</c:v>
                </c:pt>
                <c:pt idx="116">
                  <c:v>22.81648773880654</c:v>
                </c:pt>
                <c:pt idx="117">
                  <c:v>23.013181598623841</c:v>
                </c:pt>
                <c:pt idx="118">
                  <c:v>23.20987545844114</c:v>
                </c:pt>
                <c:pt idx="119">
                  <c:v>23.40656931825843</c:v>
                </c:pt>
                <c:pt idx="120">
                  <c:v>23.603263178075728</c:v>
                </c:pt>
                <c:pt idx="121">
                  <c:v>23.79995703789303</c:v>
                </c:pt>
                <c:pt idx="122">
                  <c:v>23.996650897710321</c:v>
                </c:pt>
                <c:pt idx="123">
                  <c:v>24.193344757527619</c:v>
                </c:pt>
                <c:pt idx="124">
                  <c:v>24.390038617344921</c:v>
                </c:pt>
                <c:pt idx="125">
                  <c:v>24.586732477162219</c:v>
                </c:pt>
                <c:pt idx="126">
                  <c:v>24.78342633697952</c:v>
                </c:pt>
                <c:pt idx="127">
                  <c:v>24.980120196796811</c:v>
                </c:pt>
                <c:pt idx="128">
                  <c:v>25.176814056614109</c:v>
                </c:pt>
                <c:pt idx="129">
                  <c:v>25.373507916431411</c:v>
                </c:pt>
                <c:pt idx="130">
                  <c:v>25.570201776248709</c:v>
                </c:pt>
                <c:pt idx="131">
                  <c:v>25.76689563606601</c:v>
                </c:pt>
                <c:pt idx="132">
                  <c:v>25.963589495883301</c:v>
                </c:pt>
                <c:pt idx="133">
                  <c:v>26.160283355700599</c:v>
                </c:pt>
                <c:pt idx="134">
                  <c:v>26.356977215517901</c:v>
                </c:pt>
                <c:pt idx="135">
                  <c:v>26.553671075335199</c:v>
                </c:pt>
                <c:pt idx="136">
                  <c:v>26.75036493515249</c:v>
                </c:pt>
                <c:pt idx="137">
                  <c:v>26.947058794969792</c:v>
                </c:pt>
                <c:pt idx="138">
                  <c:v>27.14375265478709</c:v>
                </c:pt>
                <c:pt idx="139">
                  <c:v>27.340446514604391</c:v>
                </c:pt>
                <c:pt idx="140">
                  <c:v>27.537140374421689</c:v>
                </c:pt>
                <c:pt idx="141">
                  <c:v>27.73383423423898</c:v>
                </c:pt>
                <c:pt idx="142">
                  <c:v>27.930528094056282</c:v>
                </c:pt>
                <c:pt idx="143">
                  <c:v>28.12722195387358</c:v>
                </c:pt>
                <c:pt idx="144">
                  <c:v>28.323915813690881</c:v>
                </c:pt>
                <c:pt idx="145">
                  <c:v>28.520609673508179</c:v>
                </c:pt>
                <c:pt idx="146">
                  <c:v>28.71730353332547</c:v>
                </c:pt>
                <c:pt idx="147">
                  <c:v>28.913997393142768</c:v>
                </c:pt>
                <c:pt idx="148">
                  <c:v>29.11069125296007</c:v>
                </c:pt>
                <c:pt idx="149">
                  <c:v>29.307385112777361</c:v>
                </c:pt>
                <c:pt idx="150">
                  <c:v>29.504078972594659</c:v>
                </c:pt>
                <c:pt idx="151">
                  <c:v>29.70077283241196</c:v>
                </c:pt>
                <c:pt idx="152">
                  <c:v>29.897466692229258</c:v>
                </c:pt>
                <c:pt idx="153">
                  <c:v>30.09416055204656</c:v>
                </c:pt>
                <c:pt idx="154">
                  <c:v>30.290854411863851</c:v>
                </c:pt>
                <c:pt idx="155">
                  <c:v>30.487548271681149</c:v>
                </c:pt>
                <c:pt idx="156">
                  <c:v>30.684242131498451</c:v>
                </c:pt>
                <c:pt idx="157">
                  <c:v>30.880935991315749</c:v>
                </c:pt>
                <c:pt idx="158">
                  <c:v>31.07762985113305</c:v>
                </c:pt>
                <c:pt idx="159">
                  <c:v>31.274323710950341</c:v>
                </c:pt>
                <c:pt idx="160">
                  <c:v>31.471017570767639</c:v>
                </c:pt>
                <c:pt idx="161">
                  <c:v>31.667711430584941</c:v>
                </c:pt>
                <c:pt idx="162">
                  <c:v>31.864405290402239</c:v>
                </c:pt>
                <c:pt idx="163">
                  <c:v>32.061099150219533</c:v>
                </c:pt>
                <c:pt idx="164">
                  <c:v>32.257793010036828</c:v>
                </c:pt>
                <c:pt idx="165">
                  <c:v>32.454486869854129</c:v>
                </c:pt>
                <c:pt idx="166">
                  <c:v>32.651180729671431</c:v>
                </c:pt>
                <c:pt idx="167">
                  <c:v>32.847874589488733</c:v>
                </c:pt>
                <c:pt idx="168">
                  <c:v>33.04456844930602</c:v>
                </c:pt>
                <c:pt idx="169">
                  <c:v>33.241262309123321</c:v>
                </c:pt>
                <c:pt idx="170">
                  <c:v>33.437956168940623</c:v>
                </c:pt>
                <c:pt idx="171">
                  <c:v>33.634650028757918</c:v>
                </c:pt>
                <c:pt idx="172">
                  <c:v>33.831343888575212</c:v>
                </c:pt>
                <c:pt idx="173">
                  <c:v>34.028037748392507</c:v>
                </c:pt>
                <c:pt idx="174">
                  <c:v>34.224731608209808</c:v>
                </c:pt>
                <c:pt idx="175">
                  <c:v>34.42142546802711</c:v>
                </c:pt>
                <c:pt idx="176">
                  <c:v>34.618119327844397</c:v>
                </c:pt>
                <c:pt idx="177">
                  <c:v>34.814813187661713</c:v>
                </c:pt>
                <c:pt idx="178">
                  <c:v>35.011507047479</c:v>
                </c:pt>
                <c:pt idx="179">
                  <c:v>35.208200907296302</c:v>
                </c:pt>
                <c:pt idx="180">
                  <c:v>35.404894767113603</c:v>
                </c:pt>
                <c:pt idx="181">
                  <c:v>35.601588626930891</c:v>
                </c:pt>
                <c:pt idx="182">
                  <c:v>35.798282486748192</c:v>
                </c:pt>
                <c:pt idx="183">
                  <c:v>35.994976346565487</c:v>
                </c:pt>
                <c:pt idx="184">
                  <c:v>36.191670206382788</c:v>
                </c:pt>
                <c:pt idx="185">
                  <c:v>36.388364066200083</c:v>
                </c:pt>
                <c:pt idx="186">
                  <c:v>36.585057926017377</c:v>
                </c:pt>
                <c:pt idx="187">
                  <c:v>36.781751785834679</c:v>
                </c:pt>
                <c:pt idx="188">
                  <c:v>36.978445645651981</c:v>
                </c:pt>
                <c:pt idx="189">
                  <c:v>37.175139505469282</c:v>
                </c:pt>
                <c:pt idx="190">
                  <c:v>37.371833365286577</c:v>
                </c:pt>
                <c:pt idx="191">
                  <c:v>37.568527225103871</c:v>
                </c:pt>
                <c:pt idx="192">
                  <c:v>37.765221084921173</c:v>
                </c:pt>
                <c:pt idx="193">
                  <c:v>37.961914944738467</c:v>
                </c:pt>
                <c:pt idx="194">
                  <c:v>38.158608804555762</c:v>
                </c:pt>
                <c:pt idx="195">
                  <c:v>38.355302664373063</c:v>
                </c:pt>
                <c:pt idx="196">
                  <c:v>38.551996524190358</c:v>
                </c:pt>
                <c:pt idx="197">
                  <c:v>38.748690384007659</c:v>
                </c:pt>
                <c:pt idx="198">
                  <c:v>38.945384243824947</c:v>
                </c:pt>
                <c:pt idx="199">
                  <c:v>39.142078103642262</c:v>
                </c:pt>
                <c:pt idx="200">
                  <c:v>39.33877196345955</c:v>
                </c:pt>
              </c:numCache>
            </c:numRef>
          </c:cat>
          <c:val>
            <c:numRef>
              <c:f>Sheet1!$C$2:$C$202</c:f>
              <c:numCache>
                <c:formatCode>#,##0</c:formatCode>
                <c:ptCount val="201"/>
                <c:pt idx="0">
                  <c:v>0</c:v>
                </c:pt>
                <c:pt idx="1">
                  <c:v>2.2050486046477889E-11</c:v>
                </c:pt>
                <c:pt idx="2">
                  <c:v>3.026515411121621E-9</c:v>
                </c:pt>
                <c:pt idx="3">
                  <c:v>5.3865996261027178E-8</c:v>
                </c:pt>
                <c:pt idx="4">
                  <c:v>4.1540106814262519E-7</c:v>
                </c:pt>
                <c:pt idx="5">
                  <c:v>2.025801330363564E-6</c:v>
                </c:pt>
                <c:pt idx="6">
                  <c:v>7.393316898637118E-6</c:v>
                </c:pt>
                <c:pt idx="7">
                  <c:v>2.20906439791728E-5</c:v>
                </c:pt>
                <c:pt idx="8">
                  <c:v>5.7015288493373703E-5</c:v>
                </c:pt>
                <c:pt idx="9">
                  <c:v>1.315856731424076E-4</c:v>
                </c:pt>
                <c:pt idx="10">
                  <c:v>2.780452271892624E-4</c:v>
                </c:pt>
                <c:pt idx="11">
                  <c:v>5.4704803545877801E-4</c:v>
                </c:pt>
                <c:pt idx="12">
                  <c:v>1.0146989184286531E-3</c:v>
                </c:pt>
                <c:pt idx="13">
                  <c:v>1.791216243577725E-3</c:v>
                </c:pt>
                <c:pt idx="14">
                  <c:v>3.0313739900986541E-3</c:v>
                </c:pt>
                <c:pt idx="15">
                  <c:v>4.9468549257258541E-3</c:v>
                </c:pt>
                <c:pt idx="16">
                  <c:v>7.8206000735610449E-3</c:v>
                </c:pt>
                <c:pt idx="17">
                  <c:v>1.202315695927386E-2</c:v>
                </c:pt>
                <c:pt idx="18">
                  <c:v>1.8030889979536131E-2</c:v>
                </c:pt>
                <c:pt idx="19">
                  <c:v>2.644569214960452E-2</c:v>
                </c:pt>
                <c:pt idx="20">
                  <c:v>3.8015491100089012E-2</c:v>
                </c:pt>
                <c:pt idx="21">
                  <c:v>5.3654328203045977E-2</c:v>
                </c:pt>
                <c:pt idx="22">
                  <c:v>7.446005983177871E-2</c:v>
                </c:pt>
                <c:pt idx="23">
                  <c:v>0.1017267449716043</c:v>
                </c:pt>
                <c:pt idx="24">
                  <c:v>0.13694753811810409</c:v>
                </c:pt>
                <c:pt idx="25">
                  <c:v>0.1818024697256008</c:v>
                </c:pt>
                <c:pt idx="26">
                  <c:v>0.23812407331745231</c:v>
                </c:pt>
                <c:pt idx="27">
                  <c:v>0.30783282488522962</c:v>
                </c:pt>
                <c:pt idx="28">
                  <c:v>0.39283448884272643</c:v>
                </c:pt>
                <c:pt idx="29">
                  <c:v>0.49487368262888781</c:v>
                </c:pt>
                <c:pt idx="30">
                  <c:v>0.61534335852315569</c:v>
                </c:pt>
                <c:pt idx="31">
                  <c:v>0.75505921814091348</c:v>
                </c:pt>
                <c:pt idx="32">
                  <c:v>0.91402102949761899</c:v>
                </c:pt>
                <c:pt idx="33">
                  <c:v>1.091197192008807</c:v>
                </c:pt>
                <c:pt idx="34">
                  <c:v>1.284380076122221</c:v>
                </c:pt>
                <c:pt idx="35">
                  <c:v>1.490161356780902</c:v>
                </c:pt>
                <c:pt idx="36">
                  <c:v>1.704063268928774</c:v>
                </c:pt>
                <c:pt idx="37">
                  <c:v>1.920832453281788</c:v>
                </c:pt>
                <c:pt idx="38">
                  <c:v>2.134864187321142</c:v>
                </c:pt>
                <c:pt idx="39">
                  <c:v>2.3406892191785489</c:v>
                </c:pt>
                <c:pt idx="40">
                  <c:v>2.5334372001767531</c:v>
                </c:pt>
                <c:pt idx="41">
                  <c:v>2.709197625830249</c:v>
                </c:pt>
                <c:pt idx="42">
                  <c:v>2.8652282500262092</c:v>
                </c:pt>
                <c:pt idx="43">
                  <c:v>3.0000001195692669</c:v>
                </c:pt>
                <c:pt idx="44">
                  <c:v>3.1131033467459082</c:v>
                </c:pt>
                <c:pt idx="45">
                  <c:v>3.205058710469403</c:v>
                </c:pt>
                <c:pt idx="46">
                  <c:v>3.2770849245680518</c:v>
                </c:pt>
                <c:pt idx="47">
                  <c:v>3.3308638130964372</c:v>
                </c:pt>
                <c:pt idx="48">
                  <c:v>3.3683320248200652</c:v>
                </c:pt>
                <c:pt idx="49">
                  <c:v>3.3915138874817479</c:v>
                </c:pt>
                <c:pt idx="50">
                  <c:v>3.4023988694368961</c:v>
                </c:pt>
                <c:pt idx="51">
                  <c:v>3.4028599656420351</c:v>
                </c:pt>
                <c:pt idx="52">
                  <c:v>3.3946057765367779</c:v>
                </c:pt>
                <c:pt idx="53">
                  <c:v>3.3791580967856092</c:v>
                </c:pt>
                <c:pt idx="54">
                  <c:v>3.3578474223542769</c:v>
                </c:pt>
                <c:pt idx="55">
                  <c:v>3.3318200911360298</c:v>
                </c:pt>
                <c:pt idx="56">
                  <c:v>3.3020522549860698</c:v>
                </c:pt>
                <c:pt idx="57">
                  <c:v>3.2693672453459972</c:v>
                </c:pt>
                <c:pt idx="58">
                  <c:v>3.2344540162789008</c:v>
                </c:pt>
                <c:pt idx="59">
                  <c:v>3.197885203972985</c:v>
                </c:pt>
                <c:pt idx="60">
                  <c:v>3.1601339572061522</c:v>
                </c:pt>
                <c:pt idx="61">
                  <c:v>3.1215891144011678</c:v>
                </c:pt>
                <c:pt idx="62">
                  <c:v>3.0825685770736699</c:v>
                </c:pt>
                <c:pt idx="63">
                  <c:v>3.043330898045967</c:v>
                </c:pt>
                <c:pt idx="64">
                  <c:v>3.0040851986705781</c:v>
                </c:pt>
                <c:pt idx="65">
                  <c:v>2.9649995770954849</c:v>
                </c:pt>
                <c:pt idx="66">
                  <c:v>2.9262081869128722</c:v>
                </c:pt>
                <c:pt idx="67">
                  <c:v>2.8878171645002522</c:v>
                </c:pt>
                <c:pt idx="68">
                  <c:v>2.8499095720794609</c:v>
                </c:pt>
                <c:pt idx="69">
                  <c:v>2.812549507203546</c:v>
                </c:pt>
                <c:pt idx="70">
                  <c:v>2.775785511273829</c:v>
                </c:pt>
                <c:pt idx="71">
                  <c:v>2.739653391704254</c:v>
                </c:pt>
                <c:pt idx="72">
                  <c:v>2.7041785555392028</c:v>
                </c:pt>
                <c:pt idx="73">
                  <c:v>2.6693779371995601</c:v>
                </c:pt>
                <c:pt idx="74">
                  <c:v>2.6352615897519449</c:v>
                </c:pt>
                <c:pt idx="75">
                  <c:v>2.601833997645338</c:v>
                </c:pt>
                <c:pt idx="76">
                  <c:v>2.5690951591113258</c:v>
                </c:pt>
                <c:pt idx="77">
                  <c:v>2.5370414782028252</c:v>
                </c:pt>
                <c:pt idx="78">
                  <c:v>2.5056664995604589</c:v>
                </c:pt>
                <c:pt idx="79">
                  <c:v>2.4749615132584202</c:v>
                </c:pt>
                <c:pt idx="80">
                  <c:v>2.4449160523192091</c:v>
                </c:pt>
                <c:pt idx="81">
                  <c:v>2.4155183015445072</c:v>
                </c:pt>
                <c:pt idx="82">
                  <c:v>2.3867554330526302</c:v>
                </c:pt>
                <c:pt idx="83">
                  <c:v>2.358613881226038</c:v>
                </c:pt>
                <c:pt idx="84">
                  <c:v>2.331079567557313</c:v>
                </c:pt>
                <c:pt idx="85">
                  <c:v>2.3041380840567909</c:v>
                </c:pt>
                <c:pt idx="86">
                  <c:v>2.2777748423812261</c:v>
                </c:pt>
                <c:pt idx="87">
                  <c:v>2.2519751946035851</c:v>
                </c:pt>
                <c:pt idx="88">
                  <c:v>2.2267245305225809</c:v>
                </c:pt>
                <c:pt idx="89">
                  <c:v>2.202008355567981</c:v>
                </c:pt>
                <c:pt idx="90">
                  <c:v>2.1778123526624129</c:v>
                </c:pt>
                <c:pt idx="91">
                  <c:v>2.15412243082615</c:v>
                </c:pt>
                <c:pt idx="92">
                  <c:v>2.130924762836595</c:v>
                </c:pt>
                <c:pt idx="93">
                  <c:v>2.1082058138616029</c:v>
                </c:pt>
                <c:pt idx="94">
                  <c:v>2.0859523626605512</c:v>
                </c:pt>
                <c:pt idx="95">
                  <c:v>2.064151516677601</c:v>
                </c:pt>
                <c:pt idx="96">
                  <c:v>2.0427907221280899</c:v>
                </c:pt>
                <c:pt idx="97">
                  <c:v>2.0218577699933502</c:v>
                </c:pt>
                <c:pt idx="98">
                  <c:v>2.0013407986850291</c:v>
                </c:pt>
                <c:pt idx="99">
                  <c:v>1.9812282940117241</c:v>
                </c:pt>
                <c:pt idx="100">
                  <c:v>1.9615090869739249</c:v>
                </c:pt>
                <c:pt idx="101">
                  <c:v>1.9421723498243431</c:v>
                </c:pt>
                <c:pt idx="102">
                  <c:v>1.9232075907565269</c:v>
                </c:pt>
                <c:pt idx="103">
                  <c:v>1.904604647522844</c:v>
                </c:pt>
                <c:pt idx="104">
                  <c:v>1.8863536802312499</c:v>
                </c:pt>
                <c:pt idx="105">
                  <c:v>1.8684451635271979</c:v>
                </c:pt>
                <c:pt idx="106">
                  <c:v>1.850869878331022</c:v>
                </c:pt>
                <c:pt idx="107">
                  <c:v>1.8336189032710459</c:v>
                </c:pt>
                <c:pt idx="108">
                  <c:v>1.81668360592756</c:v>
                </c:pt>
                <c:pt idx="109">
                  <c:v>1.800055633981773</c:v>
                </c:pt>
                <c:pt idx="110">
                  <c:v>1.783726906346327</c:v>
                </c:pt>
                <c:pt idx="111">
                  <c:v>1.767689604339312</c:v>
                </c:pt>
                <c:pt idx="112">
                  <c:v>1.751936162951478</c:v>
                </c:pt>
                <c:pt idx="113">
                  <c:v>1.736459262246143</c:v>
                </c:pt>
                <c:pt idx="114">
                  <c:v>1.7212518189228221</c:v>
                </c:pt>
                <c:pt idx="115">
                  <c:v>1.7063069780685021</c:v>
                </c:pt>
                <c:pt idx="116">
                  <c:v>1.6916181051146459</c:v>
                </c:pt>
                <c:pt idx="117">
                  <c:v>1.6771787780131351</c:v>
                </c:pt>
                <c:pt idx="118">
                  <c:v>1.6629827796403109</c:v>
                </c:pt>
                <c:pt idx="119">
                  <c:v>1.6490240904350399</c:v>
                </c:pt>
                <c:pt idx="120">
                  <c:v>1.6352968812738979</c:v>
                </c:pt>
                <c:pt idx="121">
                  <c:v>1.6217955065844589</c:v>
                </c:pt>
                <c:pt idx="122">
                  <c:v>1.608514497695789</c:v>
                </c:pt>
                <c:pt idx="123">
                  <c:v>1.595448556423845</c:v>
                </c:pt>
                <c:pt idx="124">
                  <c:v>1.582592548888303</c:v>
                </c:pt>
                <c:pt idx="125">
                  <c:v>1.5699414995564049</c:v>
                </c:pt>
                <c:pt idx="126">
                  <c:v>1.557490585508754</c:v>
                </c:pt>
                <c:pt idx="127">
                  <c:v>1.545235130921401</c:v>
                </c:pt>
                <c:pt idx="128">
                  <c:v>1.533170601758193</c:v>
                </c:pt>
                <c:pt idx="129">
                  <c:v>1.5212926006670791</c:v>
                </c:pt>
                <c:pt idx="130">
                  <c:v>1.5095968620738669</c:v>
                </c:pt>
                <c:pt idx="131">
                  <c:v>1.4980792474668441</c:v>
                </c:pt>
                <c:pt idx="132">
                  <c:v>1.486735740865621</c:v>
                </c:pt>
                <c:pt idx="133">
                  <c:v>1.475562444467593</c:v>
                </c:pt>
                <c:pt idx="134">
                  <c:v>1.464555574465453</c:v>
                </c:pt>
                <c:pt idx="135">
                  <c:v>1.453711457029303</c:v>
                </c:pt>
                <c:pt idx="136">
                  <c:v>1.443026524447018</c:v>
                </c:pt>
                <c:pt idx="137">
                  <c:v>1.4324973114166679</c:v>
                </c:pt>
                <c:pt idx="138">
                  <c:v>1.422120451484971</c:v>
                </c:pt>
                <c:pt idx="139">
                  <c:v>1.4118926736258981</c:v>
                </c:pt>
                <c:pt idx="140">
                  <c:v>1.4018107989537461</c:v>
                </c:pt>
                <c:pt idx="141">
                  <c:v>1.391871737565195</c:v>
                </c:pt>
                <c:pt idx="142">
                  <c:v>1.3820724855050179</c:v>
                </c:pt>
                <c:pt idx="143">
                  <c:v>1.3724101218503351</c:v>
                </c:pt>
                <c:pt idx="144">
                  <c:v>1.362881805908478</c:v>
                </c:pt>
                <c:pt idx="145">
                  <c:v>1.3534847745237231</c:v>
                </c:pt>
                <c:pt idx="146">
                  <c:v>1.3442163394883351</c:v>
                </c:pt>
                <c:pt idx="147">
                  <c:v>1.3350738850535411</c:v>
                </c:pt>
                <c:pt idx="148">
                  <c:v>1.326054865536255</c:v>
                </c:pt>
                <c:pt idx="149">
                  <c:v>1.3171568030175</c:v>
                </c:pt>
                <c:pt idx="150">
                  <c:v>1.308377285128711</c:v>
                </c:pt>
                <c:pt idx="151">
                  <c:v>1.2997139629221821</c:v>
                </c:pt>
                <c:pt idx="152">
                  <c:v>1.291164548822165</c:v>
                </c:pt>
                <c:pt idx="153">
                  <c:v>1.2827268146532049</c:v>
                </c:pt>
                <c:pt idx="154">
                  <c:v>1.274398589742501</c:v>
                </c:pt>
                <c:pt idx="155">
                  <c:v>1.266177759093174</c:v>
                </c:pt>
                <c:pt idx="156">
                  <c:v>1.2580622616255019</c:v>
                </c:pt>
                <c:pt idx="157">
                  <c:v>1.250050088483287</c:v>
                </c:pt>
                <c:pt idx="158">
                  <c:v>1.242139281402636</c:v>
                </c:pt>
                <c:pt idx="159">
                  <c:v>1.2343279311405959</c:v>
                </c:pt>
                <c:pt idx="160">
                  <c:v>1.2266141759611471</c:v>
                </c:pt>
                <c:pt idx="161">
                  <c:v>1.218996200176204</c:v>
                </c:pt>
                <c:pt idx="162">
                  <c:v>1.211472232739373</c:v>
                </c:pt>
                <c:pt idx="163">
                  <c:v>1.204040545890297</c:v>
                </c:pt>
                <c:pt idx="164">
                  <c:v>1.1966994538475291</c:v>
                </c:pt>
                <c:pt idx="165">
                  <c:v>1.1894473115479749</c:v>
                </c:pt>
                <c:pt idx="166">
                  <c:v>1.1822825134310031</c:v>
                </c:pt>
                <c:pt idx="167">
                  <c:v>1.1752034922654451</c:v>
                </c:pt>
                <c:pt idx="168">
                  <c:v>1.168208718017737</c:v>
                </c:pt>
                <c:pt idx="169">
                  <c:v>1.1612966967595879</c:v>
                </c:pt>
                <c:pt idx="170">
                  <c:v>1.1544659696135799</c:v>
                </c:pt>
                <c:pt idx="171">
                  <c:v>1.1477151117352</c:v>
                </c:pt>
                <c:pt idx="172">
                  <c:v>1.1410427313298841</c:v>
                </c:pt>
                <c:pt idx="173">
                  <c:v>1.1344474687036601</c:v>
                </c:pt>
                <c:pt idx="174">
                  <c:v>1.127927995346123</c:v>
                </c:pt>
                <c:pt idx="175">
                  <c:v>1.121483013044438</c:v>
                </c:pt>
                <c:pt idx="176">
                  <c:v>1.115111253027198</c:v>
                </c:pt>
                <c:pt idx="177">
                  <c:v>1.108811475136966</c:v>
                </c:pt>
                <c:pt idx="178">
                  <c:v>1.102582467030417</c:v>
                </c:pt>
                <c:pt idx="179">
                  <c:v>1.0964230434049951</c:v>
                </c:pt>
                <c:pt idx="180">
                  <c:v>1.0903320452511129</c:v>
                </c:pt>
                <c:pt idx="181">
                  <c:v>1.084308339128893</c:v>
                </c:pt>
                <c:pt idx="182">
                  <c:v>1.078350816468538</c:v>
                </c:pt>
                <c:pt idx="183">
                  <c:v>1.072458392893449</c:v>
                </c:pt>
                <c:pt idx="184">
                  <c:v>1.0666300075652251</c:v>
                </c:pt>
                <c:pt idx="185">
                  <c:v>1.060864622549744</c:v>
                </c:pt>
                <c:pt idx="186">
                  <c:v>1.055161222203538</c:v>
                </c:pt>
                <c:pt idx="187">
                  <c:v>1.0495188125797079</c:v>
                </c:pt>
                <c:pt idx="188">
                  <c:v>1.04393642085268</c:v>
                </c:pt>
                <c:pt idx="189">
                  <c:v>1.038413094761089</c:v>
                </c:pt>
                <c:pt idx="190">
                  <c:v>1.032947902068154</c:v>
                </c:pt>
                <c:pt idx="191">
                  <c:v>1.027539930038897</c:v>
                </c:pt>
                <c:pt idx="192">
                  <c:v>1.0221882849336059</c:v>
                </c:pt>
                <c:pt idx="193">
                  <c:v>1.0168920915169579</c:v>
                </c:pt>
                <c:pt idx="194">
                  <c:v>1.01165049258224</c:v>
                </c:pt>
                <c:pt idx="195">
                  <c:v>1.0064626484901389</c:v>
                </c:pt>
                <c:pt idx="196">
                  <c:v>1.001327736721576</c:v>
                </c:pt>
                <c:pt idx="197">
                  <c:v>0.99624495144410052</c:v>
                </c:pt>
                <c:pt idx="198">
                  <c:v>0.99121350309136258</c:v>
                </c:pt>
                <c:pt idx="199">
                  <c:v>0.98623261795520845</c:v>
                </c:pt>
                <c:pt idx="200">
                  <c:v>0.98130153778996587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AA-48AC-9E49-39C40989F4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>
              <a:solidFill>
                <a:srgbClr val="0060FF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239614.7328033472</c:v>
                </c:pt>
                <c:pt idx="2">
                  <c:v>479229.46560669428</c:v>
                </c:pt>
                <c:pt idx="3">
                  <c:v>718844.19841004151</c:v>
                </c:pt>
                <c:pt idx="4">
                  <c:v>958458.93121338869</c:v>
                </c:pt>
                <c:pt idx="5">
                  <c:v>1198073.664016736</c:v>
                </c:pt>
                <c:pt idx="6">
                  <c:v>1437688.396820083</c:v>
                </c:pt>
                <c:pt idx="7">
                  <c:v>1677303.1296234301</c:v>
                </c:pt>
                <c:pt idx="8">
                  <c:v>1916917.8624267769</c:v>
                </c:pt>
                <c:pt idx="9">
                  <c:v>2156532.595230124</c:v>
                </c:pt>
                <c:pt idx="10">
                  <c:v>2396147.3280334719</c:v>
                </c:pt>
                <c:pt idx="11">
                  <c:v>2635762.060836819</c:v>
                </c:pt>
                <c:pt idx="12">
                  <c:v>2875376.7936401661</c:v>
                </c:pt>
                <c:pt idx="13">
                  <c:v>3114991.5264435131</c:v>
                </c:pt>
                <c:pt idx="14">
                  <c:v>3354606.2592468611</c:v>
                </c:pt>
                <c:pt idx="15">
                  <c:v>3594220.9920502082</c:v>
                </c:pt>
                <c:pt idx="16">
                  <c:v>3833835.7248535552</c:v>
                </c:pt>
                <c:pt idx="17">
                  <c:v>4073450.4576569018</c:v>
                </c:pt>
                <c:pt idx="18">
                  <c:v>4313065.1904602489</c:v>
                </c:pt>
                <c:pt idx="19">
                  <c:v>4552679.9232635964</c:v>
                </c:pt>
                <c:pt idx="20">
                  <c:v>4792294.6560669439</c:v>
                </c:pt>
                <c:pt idx="21">
                  <c:v>5031909.3888702895</c:v>
                </c:pt>
                <c:pt idx="22">
                  <c:v>5271524.121673638</c:v>
                </c:pt>
                <c:pt idx="23">
                  <c:v>5511138.8544769846</c:v>
                </c:pt>
                <c:pt idx="24">
                  <c:v>5750753.5872803321</c:v>
                </c:pt>
                <c:pt idx="25">
                  <c:v>5990368.3200836796</c:v>
                </c:pt>
                <c:pt idx="26">
                  <c:v>6229983.0528870262</c:v>
                </c:pt>
                <c:pt idx="27">
                  <c:v>6469597.7856903737</c:v>
                </c:pt>
                <c:pt idx="28">
                  <c:v>6709212.5184937213</c:v>
                </c:pt>
                <c:pt idx="29">
                  <c:v>6948827.2512970679</c:v>
                </c:pt>
                <c:pt idx="30">
                  <c:v>7188441.9841004154</c:v>
                </c:pt>
                <c:pt idx="31">
                  <c:v>7428056.716903762</c:v>
                </c:pt>
                <c:pt idx="32">
                  <c:v>7667671.4497071085</c:v>
                </c:pt>
                <c:pt idx="33">
                  <c:v>7907286.182510457</c:v>
                </c:pt>
                <c:pt idx="34">
                  <c:v>8146900.9153138036</c:v>
                </c:pt>
                <c:pt idx="35">
                  <c:v>8386515.6481171511</c:v>
                </c:pt>
                <c:pt idx="36">
                  <c:v>8626130.3809204977</c:v>
                </c:pt>
                <c:pt idx="37">
                  <c:v>8865745.1137238462</c:v>
                </c:pt>
                <c:pt idx="38">
                  <c:v>9105359.8465271927</c:v>
                </c:pt>
                <c:pt idx="39">
                  <c:v>9344974.5793305393</c:v>
                </c:pt>
                <c:pt idx="40">
                  <c:v>9584589.3121338878</c:v>
                </c:pt>
                <c:pt idx="41">
                  <c:v>9824204.0449372344</c:v>
                </c:pt>
                <c:pt idx="42">
                  <c:v>10063818.777740579</c:v>
                </c:pt>
                <c:pt idx="43">
                  <c:v>10303433.510543929</c:v>
                </c:pt>
                <c:pt idx="44">
                  <c:v>10543048.24334728</c:v>
                </c:pt>
                <c:pt idx="45">
                  <c:v>10782662.976150621</c:v>
                </c:pt>
                <c:pt idx="46">
                  <c:v>11022277.708953969</c:v>
                </c:pt>
                <c:pt idx="47">
                  <c:v>11261892.441757319</c:v>
                </c:pt>
                <c:pt idx="48">
                  <c:v>11501507.17456066</c:v>
                </c:pt>
                <c:pt idx="49">
                  <c:v>11741121.907364011</c:v>
                </c:pt>
                <c:pt idx="50">
                  <c:v>11980736.640167359</c:v>
                </c:pt>
                <c:pt idx="51">
                  <c:v>12220351.37297071</c:v>
                </c:pt>
                <c:pt idx="52">
                  <c:v>12459966.105774051</c:v>
                </c:pt>
                <c:pt idx="53">
                  <c:v>12699580.838577401</c:v>
                </c:pt>
                <c:pt idx="54">
                  <c:v>12939195.571380749</c:v>
                </c:pt>
                <c:pt idx="55">
                  <c:v>13178810.30418409</c:v>
                </c:pt>
                <c:pt idx="56">
                  <c:v>13418425.036987441</c:v>
                </c:pt>
                <c:pt idx="57">
                  <c:v>13658039.769790789</c:v>
                </c:pt>
                <c:pt idx="58">
                  <c:v>13897654.502594139</c:v>
                </c:pt>
                <c:pt idx="59">
                  <c:v>14137269.23539748</c:v>
                </c:pt>
                <c:pt idx="60">
                  <c:v>14376883.968200831</c:v>
                </c:pt>
                <c:pt idx="61">
                  <c:v>14616498.701004179</c:v>
                </c:pt>
                <c:pt idx="62">
                  <c:v>14856113.43380752</c:v>
                </c:pt>
                <c:pt idx="63">
                  <c:v>15095728.166610871</c:v>
                </c:pt>
                <c:pt idx="64">
                  <c:v>15335342.899414221</c:v>
                </c:pt>
                <c:pt idx="65">
                  <c:v>15574957.632217569</c:v>
                </c:pt>
                <c:pt idx="66">
                  <c:v>15814572.36502091</c:v>
                </c:pt>
                <c:pt idx="67">
                  <c:v>16054187.097824261</c:v>
                </c:pt>
                <c:pt idx="68">
                  <c:v>16293801.830627611</c:v>
                </c:pt>
                <c:pt idx="69">
                  <c:v>16533416.563430959</c:v>
                </c:pt>
                <c:pt idx="70">
                  <c:v>16773031.2962343</c:v>
                </c:pt>
                <c:pt idx="71">
                  <c:v>17012646.029037651</c:v>
                </c:pt>
                <c:pt idx="72">
                  <c:v>17252260.761840999</c:v>
                </c:pt>
                <c:pt idx="73">
                  <c:v>17491875.49464434</c:v>
                </c:pt>
                <c:pt idx="74">
                  <c:v>17731490.227447689</c:v>
                </c:pt>
                <c:pt idx="75">
                  <c:v>17971104.960251041</c:v>
                </c:pt>
                <c:pt idx="76">
                  <c:v>18210719.693054389</c:v>
                </c:pt>
                <c:pt idx="77">
                  <c:v>18450334.42585773</c:v>
                </c:pt>
                <c:pt idx="78">
                  <c:v>18689949.158661079</c:v>
                </c:pt>
                <c:pt idx="79">
                  <c:v>18929563.891464431</c:v>
                </c:pt>
                <c:pt idx="80">
                  <c:v>19169178.624267779</c:v>
                </c:pt>
                <c:pt idx="81">
                  <c:v>19408793.35707112</c:v>
                </c:pt>
                <c:pt idx="82">
                  <c:v>19648408.089874469</c:v>
                </c:pt>
                <c:pt idx="83">
                  <c:v>19888022.82267781</c:v>
                </c:pt>
                <c:pt idx="84">
                  <c:v>20127637.555481158</c:v>
                </c:pt>
                <c:pt idx="85">
                  <c:v>20367252.28828451</c:v>
                </c:pt>
                <c:pt idx="86">
                  <c:v>20606867.021087859</c:v>
                </c:pt>
                <c:pt idx="87">
                  <c:v>20846481.7538912</c:v>
                </c:pt>
                <c:pt idx="88">
                  <c:v>21086096.486694548</c:v>
                </c:pt>
                <c:pt idx="89">
                  <c:v>21325711.2194979</c:v>
                </c:pt>
                <c:pt idx="90">
                  <c:v>21565325.952301249</c:v>
                </c:pt>
                <c:pt idx="91">
                  <c:v>21804940.68510459</c:v>
                </c:pt>
                <c:pt idx="92">
                  <c:v>22044555.417907938</c:v>
                </c:pt>
                <c:pt idx="93">
                  <c:v>22284170.150711291</c:v>
                </c:pt>
                <c:pt idx="94">
                  <c:v>22523784.883514639</c:v>
                </c:pt>
                <c:pt idx="95">
                  <c:v>22763399.61631798</c:v>
                </c:pt>
                <c:pt idx="96">
                  <c:v>23003014.349121328</c:v>
                </c:pt>
                <c:pt idx="97">
                  <c:v>23242629.081924681</c:v>
                </c:pt>
                <c:pt idx="98">
                  <c:v>23482243.814728022</c:v>
                </c:pt>
                <c:pt idx="99">
                  <c:v>23721858.54753137</c:v>
                </c:pt>
                <c:pt idx="100">
                  <c:v>23961473.280334719</c:v>
                </c:pt>
                <c:pt idx="101">
                  <c:v>24201088.01313806</c:v>
                </c:pt>
                <c:pt idx="102">
                  <c:v>24440702.745941412</c:v>
                </c:pt>
                <c:pt idx="103">
                  <c:v>24680317.47874476</c:v>
                </c:pt>
                <c:pt idx="104">
                  <c:v>24919932.211548101</c:v>
                </c:pt>
                <c:pt idx="105">
                  <c:v>25159546.94435145</c:v>
                </c:pt>
                <c:pt idx="106">
                  <c:v>25399161.677154802</c:v>
                </c:pt>
                <c:pt idx="107">
                  <c:v>25638776.40995815</c:v>
                </c:pt>
                <c:pt idx="108">
                  <c:v>25878391.142761491</c:v>
                </c:pt>
                <c:pt idx="109">
                  <c:v>26118005.87556484</c:v>
                </c:pt>
                <c:pt idx="110">
                  <c:v>26357620.608368188</c:v>
                </c:pt>
                <c:pt idx="111">
                  <c:v>26597235.34117154</c:v>
                </c:pt>
                <c:pt idx="112">
                  <c:v>26836850.073974889</c:v>
                </c:pt>
                <c:pt idx="113">
                  <c:v>27076464.80677823</c:v>
                </c:pt>
                <c:pt idx="114">
                  <c:v>27316079.539581578</c:v>
                </c:pt>
                <c:pt idx="115">
                  <c:v>27555694.272384919</c:v>
                </c:pt>
                <c:pt idx="116">
                  <c:v>27795309.005188271</c:v>
                </c:pt>
                <c:pt idx="117">
                  <c:v>28034923.73799162</c:v>
                </c:pt>
                <c:pt idx="118">
                  <c:v>28274538.470794961</c:v>
                </c:pt>
                <c:pt idx="119">
                  <c:v>28514153.203598309</c:v>
                </c:pt>
                <c:pt idx="120">
                  <c:v>28753767.936401661</c:v>
                </c:pt>
                <c:pt idx="121">
                  <c:v>28993382.66920501</c:v>
                </c:pt>
                <c:pt idx="122">
                  <c:v>29232997.402008351</c:v>
                </c:pt>
                <c:pt idx="123">
                  <c:v>29472612.134811699</c:v>
                </c:pt>
                <c:pt idx="124">
                  <c:v>29712226.867615052</c:v>
                </c:pt>
                <c:pt idx="125">
                  <c:v>29951841.6004184</c:v>
                </c:pt>
                <c:pt idx="126">
                  <c:v>30191456.333221741</c:v>
                </c:pt>
                <c:pt idx="127">
                  <c:v>30431071.066025089</c:v>
                </c:pt>
                <c:pt idx="128">
                  <c:v>30670685.798828442</c:v>
                </c:pt>
                <c:pt idx="129">
                  <c:v>30910300.53163179</c:v>
                </c:pt>
                <c:pt idx="130">
                  <c:v>31149915.264435131</c:v>
                </c:pt>
                <c:pt idx="131">
                  <c:v>31389529.99723848</c:v>
                </c:pt>
                <c:pt idx="132">
                  <c:v>31629144.730041832</c:v>
                </c:pt>
                <c:pt idx="133">
                  <c:v>31868759.462845169</c:v>
                </c:pt>
                <c:pt idx="134">
                  <c:v>32108374.195648521</c:v>
                </c:pt>
                <c:pt idx="135">
                  <c:v>32347988.92845187</c:v>
                </c:pt>
                <c:pt idx="136">
                  <c:v>32587603.661255211</c:v>
                </c:pt>
                <c:pt idx="137">
                  <c:v>32827218.394058559</c:v>
                </c:pt>
                <c:pt idx="138">
                  <c:v>33066833.126861911</c:v>
                </c:pt>
                <c:pt idx="139">
                  <c:v>33306447.85966526</c:v>
                </c:pt>
                <c:pt idx="140">
                  <c:v>33546062.592468601</c:v>
                </c:pt>
                <c:pt idx="141">
                  <c:v>33785677.325271949</c:v>
                </c:pt>
                <c:pt idx="142">
                  <c:v>34025292.058075301</c:v>
                </c:pt>
                <c:pt idx="143">
                  <c:v>34264906.790878654</c:v>
                </c:pt>
                <c:pt idx="144">
                  <c:v>34504521.523681991</c:v>
                </c:pt>
                <c:pt idx="145">
                  <c:v>34744136.256485343</c:v>
                </c:pt>
                <c:pt idx="146">
                  <c:v>34983750.989288688</c:v>
                </c:pt>
                <c:pt idx="147">
                  <c:v>35223365.722092032</c:v>
                </c:pt>
                <c:pt idx="148">
                  <c:v>35462980.454895377</c:v>
                </c:pt>
                <c:pt idx="149">
                  <c:v>35702595.187698729</c:v>
                </c:pt>
                <c:pt idx="150">
                  <c:v>35942209.920502067</c:v>
                </c:pt>
                <c:pt idx="151">
                  <c:v>36181824.653305434</c:v>
                </c:pt>
                <c:pt idx="152">
                  <c:v>36421439.386108771</c:v>
                </c:pt>
                <c:pt idx="153">
                  <c:v>36661054.118912123</c:v>
                </c:pt>
                <c:pt idx="154">
                  <c:v>36900668.851715468</c:v>
                </c:pt>
                <c:pt idx="155">
                  <c:v>37140283.584518813</c:v>
                </c:pt>
                <c:pt idx="156">
                  <c:v>37379898.317322157</c:v>
                </c:pt>
                <c:pt idx="157">
                  <c:v>37619513.05012551</c:v>
                </c:pt>
                <c:pt idx="158">
                  <c:v>37859127.782928847</c:v>
                </c:pt>
                <c:pt idx="159">
                  <c:v>38098742.515732199</c:v>
                </c:pt>
                <c:pt idx="160">
                  <c:v>38338357.248535551</c:v>
                </c:pt>
                <c:pt idx="161">
                  <c:v>38577971.981338903</c:v>
                </c:pt>
                <c:pt idx="162">
                  <c:v>38817586.714142241</c:v>
                </c:pt>
                <c:pt idx="163">
                  <c:v>39057201.446945593</c:v>
                </c:pt>
                <c:pt idx="164">
                  <c:v>39296816.179748937</c:v>
                </c:pt>
                <c:pt idx="165">
                  <c:v>39536430.912552282</c:v>
                </c:pt>
                <c:pt idx="166">
                  <c:v>39776045.645355627</c:v>
                </c:pt>
                <c:pt idx="167">
                  <c:v>40015660.378158979</c:v>
                </c:pt>
                <c:pt idx="168">
                  <c:v>40255275.110962316</c:v>
                </c:pt>
                <c:pt idx="169">
                  <c:v>40494889.843765669</c:v>
                </c:pt>
                <c:pt idx="170">
                  <c:v>40734504.576569021</c:v>
                </c:pt>
                <c:pt idx="171">
                  <c:v>40974119.309372373</c:v>
                </c:pt>
                <c:pt idx="172">
                  <c:v>41213734.04217571</c:v>
                </c:pt>
                <c:pt idx="173">
                  <c:v>41453348.774979062</c:v>
                </c:pt>
                <c:pt idx="174">
                  <c:v>41692963.507782407</c:v>
                </c:pt>
                <c:pt idx="175">
                  <c:v>41932578.240585752</c:v>
                </c:pt>
                <c:pt idx="176">
                  <c:v>42172192.973389097</c:v>
                </c:pt>
                <c:pt idx="177">
                  <c:v>42411807.706192449</c:v>
                </c:pt>
                <c:pt idx="178">
                  <c:v>42651422.438995793</c:v>
                </c:pt>
                <c:pt idx="179">
                  <c:v>42891037.171799153</c:v>
                </c:pt>
                <c:pt idx="180">
                  <c:v>43130651.90460249</c:v>
                </c:pt>
                <c:pt idx="181">
                  <c:v>43370266.637405843</c:v>
                </c:pt>
                <c:pt idx="182">
                  <c:v>43609881.370209187</c:v>
                </c:pt>
                <c:pt idx="183">
                  <c:v>43849496.103012532</c:v>
                </c:pt>
                <c:pt idx="184">
                  <c:v>44089110.835815877</c:v>
                </c:pt>
                <c:pt idx="185">
                  <c:v>44328725.568619229</c:v>
                </c:pt>
                <c:pt idx="186">
                  <c:v>44568340.301422574</c:v>
                </c:pt>
                <c:pt idx="187">
                  <c:v>44807955.034225918</c:v>
                </c:pt>
                <c:pt idx="188">
                  <c:v>45047569.767029271</c:v>
                </c:pt>
                <c:pt idx="189">
                  <c:v>45287184.499832623</c:v>
                </c:pt>
                <c:pt idx="190">
                  <c:v>45526799.23263596</c:v>
                </c:pt>
                <c:pt idx="191">
                  <c:v>45766413.965439312</c:v>
                </c:pt>
                <c:pt idx="192">
                  <c:v>46006028.698242657</c:v>
                </c:pt>
                <c:pt idx="193">
                  <c:v>46245643.431046002</c:v>
                </c:pt>
                <c:pt idx="194">
                  <c:v>46485258.163849346</c:v>
                </c:pt>
                <c:pt idx="195">
                  <c:v>46724872.896652699</c:v>
                </c:pt>
                <c:pt idx="196">
                  <c:v>46964487.629456043</c:v>
                </c:pt>
                <c:pt idx="197">
                  <c:v>47204102.362259403</c:v>
                </c:pt>
                <c:pt idx="198">
                  <c:v>47443717.09506274</c:v>
                </c:pt>
                <c:pt idx="199">
                  <c:v>47683331.827866077</c:v>
                </c:pt>
                <c:pt idx="200">
                  <c:v>47922946.560669437</c:v>
                </c:pt>
              </c:numCache>
            </c:numRef>
          </c:cat>
          <c:val>
            <c:numRef>
              <c:f>Sheet1!$B$2:$B$202</c:f>
              <c:numCache>
                <c:formatCode>#,##0</c:formatCode>
                <c:ptCount val="201"/>
                <c:pt idx="0">
                  <c:v>0</c:v>
                </c:pt>
                <c:pt idx="1">
                  <c:v>5.9680145243927007E-2</c:v>
                </c:pt>
                <c:pt idx="2">
                  <c:v>0.2524718685181907</c:v>
                </c:pt>
                <c:pt idx="3">
                  <c:v>0.58678751133208829</c:v>
                </c:pt>
                <c:pt idx="4">
                  <c:v>1.0670757189386471</c:v>
                </c:pt>
                <c:pt idx="5">
                  <c:v>1.6962099103280099</c:v>
                </c:pt>
                <c:pt idx="6">
                  <c:v>2.4761036832358791</c:v>
                </c:pt>
                <c:pt idx="7">
                  <c:v>3.4079767537445851</c:v>
                </c:pt>
                <c:pt idx="8">
                  <c:v>4.4924961854715546</c:v>
                </c:pt>
                <c:pt idx="9">
                  <c:v>5.7298615317379706</c:v>
                </c:pt>
                <c:pt idx="10">
                  <c:v>7.119861131123387</c:v>
                </c:pt>
                <c:pt idx="11">
                  <c:v>8.6619122174032359</c:v>
                </c:pt>
                <c:pt idx="12">
                  <c:v>10.35509139539985</c:v>
                </c:pt>
                <c:pt idx="13">
                  <c:v>12.198159146760419</c:v>
                </c:pt>
                <c:pt idx="14">
                  <c:v>14.18958053698033</c:v>
                </c:pt>
                <c:pt idx="15">
                  <c:v>16.327543467442059</c:v>
                </c:pt>
                <c:pt idx="16">
                  <c:v>18.60997533081191</c:v>
                </c:pt>
                <c:pt idx="17">
                  <c:v>21.03455862982009</c:v>
                </c:pt>
                <c:pt idx="18">
                  <c:v>23.598745928827089</c:v>
                </c:pt>
                <c:pt idx="19">
                  <c:v>26.299774381705539</c:v>
                </c:pt>
                <c:pt idx="20">
                  <c:v>29.13467999414225</c:v>
                </c:pt>
                <c:pt idx="21">
                  <c:v>32.100311719170172</c:v>
                </c:pt>
                <c:pt idx="22">
                  <c:v>35.19334544286599</c:v>
                </c:pt>
                <c:pt idx="23">
                  <c:v>38.41029788721675</c:v>
                </c:pt>
                <c:pt idx="24">
                  <c:v>41.747540435624067</c:v>
                </c:pt>
                <c:pt idx="25">
                  <c:v>45.201312871063188</c:v>
                </c:pt>
                <c:pt idx="26">
                  <c:v>48.767737005916217</c:v>
                </c:pt>
                <c:pt idx="27">
                  <c:v>52.442830174871382</c:v>
                </c:pt>
                <c:pt idx="28">
                  <c:v>56.222518557254801</c:v>
                </c:pt>
                <c:pt idx="29">
                  <c:v>60.102650292109757</c:v>
                </c:pt>
                <c:pt idx="30">
                  <c:v>64.07900834789946</c:v>
                </c:pt>
                <c:pt idx="31">
                  <c:v>68.147323108482595</c:v>
                </c:pt>
                <c:pt idx="32">
                  <c:v>72.303284637824248</c:v>
                </c:pt>
                <c:pt idx="33">
                  <c:v>76.542554587459406</c:v>
                </c:pt>
                <c:pt idx="34">
                  <c:v>80.860777712926406</c:v>
                </c:pt>
                <c:pt idx="35">
                  <c:v>85.253592968071914</c:v>
                </c:pt>
                <c:pt idx="36">
                  <c:v>89.716644149143562</c:v>
                </c:pt>
                <c:pt idx="37">
                  <c:v>94.245590063897652</c:v>
                </c:pt>
                <c:pt idx="38">
                  <c:v>98.836114204405447</c:v>
                </c:pt>
                <c:pt idx="39">
                  <c:v>103.4839339058028</c:v>
                </c:pt>
                <c:pt idx="40">
                  <c:v>108.18480897682829</c:v>
                </c:pt>
                <c:pt idx="41">
                  <c:v>112.93454979156181</c:v>
                </c:pt>
                <c:pt idx="42">
                  <c:v>117.72902483527869</c:v>
                </c:pt>
                <c:pt idx="43">
                  <c:v>122.5641677007029</c:v>
                </c:pt>
                <c:pt idx="44">
                  <c:v>127.4359835342155</c:v>
                </c:pt>
                <c:pt idx="45">
                  <c:v>132.34055493459661</c:v>
                </c:pt>
                <c:pt idx="46">
                  <c:v>137.2740473097796</c:v>
                </c:pt>
                <c:pt idx="47">
                  <c:v>142.23271369973719</c:v>
                </c:pt>
                <c:pt idx="48">
                  <c:v>147.21289907604279</c:v>
                </c:pt>
                <c:pt idx="49">
                  <c:v>152.21104413084939</c:v>
                </c:pt>
                <c:pt idx="50">
                  <c:v>157.22368856998011</c:v>
                </c:pt>
                <c:pt idx="51">
                  <c:v>162.24747392655149</c:v>
                </c:pt>
                <c:pt idx="52">
                  <c:v>167.2791459130095</c:v>
                </c:pt>
                <c:pt idx="53">
                  <c:v>172.31555633072281</c:v>
                </c:pt>
                <c:pt idx="54">
                  <c:v>177.35366455731469</c:v>
                </c:pt>
                <c:pt idx="55">
                  <c:v>182.39053863268629</c:v>
                </c:pt>
                <c:pt idx="56">
                  <c:v>187.42335596533439</c:v>
                </c:pt>
                <c:pt idx="57">
                  <c:v>192.44940368095959</c:v>
                </c:pt>
                <c:pt idx="58">
                  <c:v>197.46607863558339</c:v>
                </c:pt>
                <c:pt idx="59">
                  <c:v>202.47088711552061</c:v>
                </c:pt>
                <c:pt idx="60">
                  <c:v>207.46144424638919</c:v>
                </c:pt>
                <c:pt idx="61">
                  <c:v>212.43547313320661</c:v>
                </c:pt>
                <c:pt idx="62">
                  <c:v>217.39080375322001</c:v>
                </c:pt>
                <c:pt idx="63">
                  <c:v>222.3253716227193</c:v>
                </c:pt>
                <c:pt idx="64">
                  <c:v>227.23721625849541</c:v>
                </c:pt>
                <c:pt idx="65">
                  <c:v>232.12447945402371</c:v>
                </c:pt>
                <c:pt idx="66">
                  <c:v>236.98540338971489</c:v>
                </c:pt>
                <c:pt idx="67">
                  <c:v>241.81832859588431</c:v>
                </c:pt>
                <c:pt idx="68">
                  <c:v>246.62169178621909</c:v>
                </c:pt>
                <c:pt idx="69">
                  <c:v>251.39402357876239</c:v>
                </c:pt>
                <c:pt idx="70">
                  <c:v>256.1339461205327</c:v>
                </c:pt>
                <c:pt idx="71">
                  <c:v>260.84017063102249</c:v>
                </c:pt>
                <c:pt idx="72">
                  <c:v>265.51149487897072</c:v>
                </c:pt>
                <c:pt idx="73">
                  <c:v>270.14680060586988</c:v>
                </c:pt>
                <c:pt idx="74">
                  <c:v>274.74505090881689</c:v>
                </c:pt>
                <c:pt idx="75">
                  <c:v>279.30528759445582</c:v>
                </c:pt>
                <c:pt idx="76">
                  <c:v>283.82662851486282</c:v>
                </c:pt>
                <c:pt idx="77">
                  <c:v>288.30826489544512</c:v>
                </c:pt>
                <c:pt idx="78">
                  <c:v>292.74945866405028</c:v>
                </c:pt>
                <c:pt idx="79">
                  <c:v>297.14953978975058</c:v>
                </c:pt>
                <c:pt idx="80">
                  <c:v>301.50790363900239</c:v>
                </c:pt>
                <c:pt idx="81">
                  <c:v>305.82400835608769</c:v>
                </c:pt>
                <c:pt idx="82">
                  <c:v>310.09737227418202</c:v>
                </c:pt>
                <c:pt idx="83">
                  <c:v>314.32757136258272</c:v>
                </c:pt>
                <c:pt idx="84">
                  <c:v>318.51423671512993</c:v>
                </c:pt>
                <c:pt idx="85">
                  <c:v>322.65705208419092</c:v>
                </c:pt>
                <c:pt idx="86">
                  <c:v>326.75575146404088</c:v>
                </c:pt>
                <c:pt idx="87">
                  <c:v>330.81011672696252</c:v>
                </c:pt>
                <c:pt idx="88">
                  <c:v>334.81997531487713</c:v>
                </c:pt>
                <c:pt idx="89">
                  <c:v>338.78519798889789</c:v>
                </c:pt>
                <c:pt idx="90">
                  <c:v>342.70569663871811</c:v>
                </c:pt>
                <c:pt idx="91">
                  <c:v>346.58142215343321</c:v>
                </c:pt>
                <c:pt idx="92">
                  <c:v>350.4123623549583</c:v>
                </c:pt>
                <c:pt idx="93">
                  <c:v>354.19853999493091</c:v>
                </c:pt>
                <c:pt idx="94">
                  <c:v>357.94001081564602</c:v>
                </c:pt>
                <c:pt idx="95">
                  <c:v>361.63686167531921</c:v>
                </c:pt>
                <c:pt idx="96">
                  <c:v>365.2892087377179</c:v>
                </c:pt>
                <c:pt idx="97">
                  <c:v>368.89719572595868</c:v>
                </c:pt>
                <c:pt idx="98">
                  <c:v>372.4609922400831</c:v>
                </c:pt>
                <c:pt idx="99">
                  <c:v>375.98079213784052</c:v>
                </c:pt>
                <c:pt idx="100">
                  <c:v>379.45681197793988</c:v>
                </c:pt>
                <c:pt idx="101">
                  <c:v>382.88928952487248</c:v>
                </c:pt>
                <c:pt idx="102">
                  <c:v>386.27848231432802</c:v>
                </c:pt>
                <c:pt idx="103">
                  <c:v>389.62466627806361</c:v>
                </c:pt>
                <c:pt idx="104">
                  <c:v>392.92813442702487</c:v>
                </c:pt>
                <c:pt idx="105">
                  <c:v>396.18919559142768</c:v>
                </c:pt>
                <c:pt idx="106">
                  <c:v>399.40817321644789</c:v>
                </c:pt>
                <c:pt idx="107">
                  <c:v>402.58540421210091</c:v>
                </c:pt>
                <c:pt idx="108">
                  <c:v>405.72123785585279</c:v>
                </c:pt>
                <c:pt idx="109">
                  <c:v>408.81603474648063</c:v>
                </c:pt>
                <c:pt idx="110">
                  <c:v>411.87016580764481</c:v>
                </c:pt>
                <c:pt idx="111">
                  <c:v>414.88401133967841</c:v>
                </c:pt>
                <c:pt idx="112">
                  <c:v>417.85796011800028</c:v>
                </c:pt>
                <c:pt idx="113">
                  <c:v>420.79240853664322</c:v>
                </c:pt>
                <c:pt idx="114">
                  <c:v>423.68775979533922</c:v>
                </c:pt>
                <c:pt idx="115">
                  <c:v>426.54442312861971</c:v>
                </c:pt>
                <c:pt idx="116">
                  <c:v>429.36281307542629</c:v>
                </c:pt>
                <c:pt idx="117">
                  <c:v>432.14334878770842</c:v>
                </c:pt>
                <c:pt idx="118">
                  <c:v>434.88645337653071</c:v>
                </c:pt>
                <c:pt idx="119">
                  <c:v>437.59255329423343</c:v>
                </c:pt>
                <c:pt idx="120">
                  <c:v>440.26207775120849</c:v>
                </c:pt>
                <c:pt idx="121">
                  <c:v>442.89545816587662</c:v>
                </c:pt>
                <c:pt idx="122">
                  <c:v>445.49312764652387</c:v>
                </c:pt>
                <c:pt idx="123">
                  <c:v>448.05552050360672</c:v>
                </c:pt>
                <c:pt idx="124">
                  <c:v>450.5830717912724</c:v>
                </c:pt>
                <c:pt idx="125">
                  <c:v>453.07621687678159</c:v>
                </c:pt>
                <c:pt idx="126">
                  <c:v>455.5353910366307</c:v>
                </c:pt>
                <c:pt idx="127">
                  <c:v>457.96102907814168</c:v>
                </c:pt>
                <c:pt idx="128">
                  <c:v>460.35356498538812</c:v>
                </c:pt>
                <c:pt idx="129">
                  <c:v>462.71343158831672</c:v>
                </c:pt>
                <c:pt idx="130">
                  <c:v>465.04106025398232</c:v>
                </c:pt>
                <c:pt idx="131">
                  <c:v>467.33688059883701</c:v>
                </c:pt>
                <c:pt idx="132">
                  <c:v>469.6013202210757</c:v>
                </c:pt>
                <c:pt idx="133">
                  <c:v>471.83480445204918</c:v>
                </c:pt>
                <c:pt idx="134">
                  <c:v>474.03775612581097</c:v>
                </c:pt>
                <c:pt idx="135">
                  <c:v>476.21059536587751</c:v>
                </c:pt>
                <c:pt idx="136">
                  <c:v>478.35373938835352</c:v>
                </c:pt>
                <c:pt idx="137">
                  <c:v>480.46760232057818</c:v>
                </c:pt>
                <c:pt idx="138">
                  <c:v>482.55259503447058</c:v>
                </c:pt>
                <c:pt idx="139">
                  <c:v>484.60912499383471</c:v>
                </c:pt>
                <c:pt idx="140">
                  <c:v>486.63759611486631</c:v>
                </c:pt>
                <c:pt idx="141">
                  <c:v>488.63840863915402</c:v>
                </c:pt>
                <c:pt idx="142">
                  <c:v>490.61195901851028</c:v>
                </c:pt>
                <c:pt idx="143">
                  <c:v>492.558639810974</c:v>
                </c:pt>
                <c:pt idx="144">
                  <c:v>494.47883958736281</c:v>
                </c:pt>
                <c:pt idx="145">
                  <c:v>496.37294284779898</c:v>
                </c:pt>
                <c:pt idx="146">
                  <c:v>498.24132994762539</c:v>
                </c:pt>
                <c:pt idx="147">
                  <c:v>500.08437703218158</c:v>
                </c:pt>
                <c:pt idx="148">
                  <c:v>501.90245597992617</c:v>
                </c:pt>
                <c:pt idx="149">
                  <c:v>503.69593435341119</c:v>
                </c:pt>
                <c:pt idx="150">
                  <c:v>505.46517535763883</c:v>
                </c:pt>
                <c:pt idx="151">
                  <c:v>507.21053780536738</c:v>
                </c:pt>
                <c:pt idx="152">
                  <c:v>508.9323760889244</c:v>
                </c:pt>
                <c:pt idx="153">
                  <c:v>510.6310401581369</c:v>
                </c:pt>
                <c:pt idx="154">
                  <c:v>512.30687550398704</c:v>
                </c:pt>
                <c:pt idx="155">
                  <c:v>513.96022314764105</c:v>
                </c:pt>
                <c:pt idx="156">
                  <c:v>515.59141963448553</c:v>
                </c:pt>
                <c:pt idx="157">
                  <c:v>517.20079703286046</c:v>
                </c:pt>
                <c:pt idx="158">
                  <c:v>518.78868293716243</c:v>
                </c:pt>
                <c:pt idx="159">
                  <c:v>520.35540047503343</c:v>
                </c:pt>
                <c:pt idx="160">
                  <c:v>521.90126831834357</c:v>
                </c:pt>
                <c:pt idx="161">
                  <c:v>523.42660069771023</c:v>
                </c:pt>
                <c:pt idx="162">
                  <c:v>524.93170742029031</c:v>
                </c:pt>
                <c:pt idx="163">
                  <c:v>526.41689389062014</c:v>
                </c:pt>
                <c:pt idx="164">
                  <c:v>527.88246113427192</c:v>
                </c:pt>
                <c:pt idx="165">
                  <c:v>529.32870582409305</c:v>
                </c:pt>
                <c:pt idx="166">
                  <c:v>530.75592030886401</c:v>
                </c:pt>
                <c:pt idx="167">
                  <c:v>532.16439264415021</c:v>
                </c:pt>
                <c:pt idx="168">
                  <c:v>533.55440662517594</c:v>
                </c:pt>
                <c:pt idx="169">
                  <c:v>534.92624182156601</c:v>
                </c:pt>
                <c:pt idx="170">
                  <c:v>536.28017361376237</c:v>
                </c:pt>
                <c:pt idx="171">
                  <c:v>537.61647323099874</c:v>
                </c:pt>
                <c:pt idx="172">
                  <c:v>538.93540779065552</c:v>
                </c:pt>
                <c:pt idx="173">
                  <c:v>540.23724033889039</c:v>
                </c:pt>
                <c:pt idx="174">
                  <c:v>541.52222989239669</c:v>
                </c:pt>
                <c:pt idx="175">
                  <c:v>542.79063148117746</c:v>
                </c:pt>
                <c:pt idx="176">
                  <c:v>544.04269619222134</c:v>
                </c:pt>
                <c:pt idx="177">
                  <c:v>545.27867121397571</c:v>
                </c:pt>
                <c:pt idx="178">
                  <c:v>546.49879988151554</c:v>
                </c:pt>
                <c:pt idx="179">
                  <c:v>547.70332172231508</c:v>
                </c:pt>
                <c:pt idx="180">
                  <c:v>548.89247250253663</c:v>
                </c:pt>
                <c:pt idx="181">
                  <c:v>550.06648427374432</c:v>
                </c:pt>
                <c:pt idx="182">
                  <c:v>551.2255854199899</c:v>
                </c:pt>
                <c:pt idx="183">
                  <c:v>552.37000070516433</c:v>
                </c:pt>
                <c:pt idx="184">
                  <c:v>553.49995132057836</c:v>
                </c:pt>
                <c:pt idx="185">
                  <c:v>554.61565493268927</c:v>
                </c:pt>
                <c:pt idx="186">
                  <c:v>555.71732573092879</c:v>
                </c:pt>
                <c:pt idx="187">
                  <c:v>556.80517447556167</c:v>
                </c:pt>
                <c:pt idx="188">
                  <c:v>557.87940854554347</c:v>
                </c:pt>
                <c:pt idx="189">
                  <c:v>558.94023198630862</c:v>
                </c:pt>
                <c:pt idx="190">
                  <c:v>559.98784555746499</c:v>
                </c:pt>
                <c:pt idx="191">
                  <c:v>561.02244678033333</c:v>
                </c:pt>
                <c:pt idx="192">
                  <c:v>562.04422998531686</c:v>
                </c:pt>
                <c:pt idx="193">
                  <c:v>563.05338635904388</c:v>
                </c:pt>
                <c:pt idx="194">
                  <c:v>564.05010399126058</c:v>
                </c:pt>
                <c:pt idx="195">
                  <c:v>565.03456792145141</c:v>
                </c:pt>
                <c:pt idx="196">
                  <c:v>566.00696018514259</c:v>
                </c:pt>
                <c:pt idx="197">
                  <c:v>566.96745985987832</c:v>
                </c:pt>
                <c:pt idx="198">
                  <c:v>567.9162431108349</c:v>
                </c:pt>
                <c:pt idx="199">
                  <c:v>568.85348323606684</c:v>
                </c:pt>
                <c:pt idx="200">
                  <c:v>569.77935071134573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4E-451F-BBD7-9442F85C5D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>
              <a:solidFill>
                <a:srgbClr val="802AB7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239614.7328033472</c:v>
                </c:pt>
                <c:pt idx="2">
                  <c:v>479229.46560669428</c:v>
                </c:pt>
                <c:pt idx="3">
                  <c:v>718844.19841004151</c:v>
                </c:pt>
                <c:pt idx="4">
                  <c:v>958458.93121338869</c:v>
                </c:pt>
                <c:pt idx="5">
                  <c:v>1198073.664016736</c:v>
                </c:pt>
                <c:pt idx="6">
                  <c:v>1437688.396820083</c:v>
                </c:pt>
                <c:pt idx="7">
                  <c:v>1677303.1296234301</c:v>
                </c:pt>
                <c:pt idx="8">
                  <c:v>1916917.8624267769</c:v>
                </c:pt>
                <c:pt idx="9">
                  <c:v>2156532.595230124</c:v>
                </c:pt>
                <c:pt idx="10">
                  <c:v>2396147.3280334719</c:v>
                </c:pt>
                <c:pt idx="11">
                  <c:v>2635762.060836819</c:v>
                </c:pt>
                <c:pt idx="12">
                  <c:v>2875376.7936401661</c:v>
                </c:pt>
                <c:pt idx="13">
                  <c:v>3114991.5264435131</c:v>
                </c:pt>
                <c:pt idx="14">
                  <c:v>3354606.2592468611</c:v>
                </c:pt>
                <c:pt idx="15">
                  <c:v>3594220.9920502082</c:v>
                </c:pt>
                <c:pt idx="16">
                  <c:v>3833835.7248535552</c:v>
                </c:pt>
                <c:pt idx="17">
                  <c:v>4073450.4576569018</c:v>
                </c:pt>
                <c:pt idx="18">
                  <c:v>4313065.1904602489</c:v>
                </c:pt>
                <c:pt idx="19">
                  <c:v>4552679.9232635964</c:v>
                </c:pt>
                <c:pt idx="20">
                  <c:v>4792294.6560669439</c:v>
                </c:pt>
                <c:pt idx="21">
                  <c:v>5031909.3888702895</c:v>
                </c:pt>
                <c:pt idx="22">
                  <c:v>5271524.121673638</c:v>
                </c:pt>
                <c:pt idx="23">
                  <c:v>5511138.8544769846</c:v>
                </c:pt>
                <c:pt idx="24">
                  <c:v>5750753.5872803321</c:v>
                </c:pt>
                <c:pt idx="25">
                  <c:v>5990368.3200836796</c:v>
                </c:pt>
                <c:pt idx="26">
                  <c:v>6229983.0528870262</c:v>
                </c:pt>
                <c:pt idx="27">
                  <c:v>6469597.7856903737</c:v>
                </c:pt>
                <c:pt idx="28">
                  <c:v>6709212.5184937213</c:v>
                </c:pt>
                <c:pt idx="29">
                  <c:v>6948827.2512970679</c:v>
                </c:pt>
                <c:pt idx="30">
                  <c:v>7188441.9841004154</c:v>
                </c:pt>
                <c:pt idx="31">
                  <c:v>7428056.716903762</c:v>
                </c:pt>
                <c:pt idx="32">
                  <c:v>7667671.4497071085</c:v>
                </c:pt>
                <c:pt idx="33">
                  <c:v>7907286.182510457</c:v>
                </c:pt>
                <c:pt idx="34">
                  <c:v>8146900.9153138036</c:v>
                </c:pt>
                <c:pt idx="35">
                  <c:v>8386515.6481171511</c:v>
                </c:pt>
                <c:pt idx="36">
                  <c:v>8626130.3809204977</c:v>
                </c:pt>
                <c:pt idx="37">
                  <c:v>8865745.1137238462</c:v>
                </c:pt>
                <c:pt idx="38">
                  <c:v>9105359.8465271927</c:v>
                </c:pt>
                <c:pt idx="39">
                  <c:v>9344974.5793305393</c:v>
                </c:pt>
                <c:pt idx="40">
                  <c:v>9584589.3121338878</c:v>
                </c:pt>
                <c:pt idx="41">
                  <c:v>9824204.0449372344</c:v>
                </c:pt>
                <c:pt idx="42">
                  <c:v>10063818.777740579</c:v>
                </c:pt>
                <c:pt idx="43">
                  <c:v>10303433.510543929</c:v>
                </c:pt>
                <c:pt idx="44">
                  <c:v>10543048.24334728</c:v>
                </c:pt>
                <c:pt idx="45">
                  <c:v>10782662.976150621</c:v>
                </c:pt>
                <c:pt idx="46">
                  <c:v>11022277.708953969</c:v>
                </c:pt>
                <c:pt idx="47">
                  <c:v>11261892.441757319</c:v>
                </c:pt>
                <c:pt idx="48">
                  <c:v>11501507.17456066</c:v>
                </c:pt>
                <c:pt idx="49">
                  <c:v>11741121.907364011</c:v>
                </c:pt>
                <c:pt idx="50">
                  <c:v>11980736.640167359</c:v>
                </c:pt>
                <c:pt idx="51">
                  <c:v>12220351.37297071</c:v>
                </c:pt>
                <c:pt idx="52">
                  <c:v>12459966.105774051</c:v>
                </c:pt>
                <c:pt idx="53">
                  <c:v>12699580.838577401</c:v>
                </c:pt>
                <c:pt idx="54">
                  <c:v>12939195.571380749</c:v>
                </c:pt>
                <c:pt idx="55">
                  <c:v>13178810.30418409</c:v>
                </c:pt>
                <c:pt idx="56">
                  <c:v>13418425.036987441</c:v>
                </c:pt>
                <c:pt idx="57">
                  <c:v>13658039.769790789</c:v>
                </c:pt>
                <c:pt idx="58">
                  <c:v>13897654.502594139</c:v>
                </c:pt>
                <c:pt idx="59">
                  <c:v>14137269.23539748</c:v>
                </c:pt>
                <c:pt idx="60">
                  <c:v>14376883.968200831</c:v>
                </c:pt>
                <c:pt idx="61">
                  <c:v>14616498.701004179</c:v>
                </c:pt>
                <c:pt idx="62">
                  <c:v>14856113.43380752</c:v>
                </c:pt>
                <c:pt idx="63">
                  <c:v>15095728.166610871</c:v>
                </c:pt>
                <c:pt idx="64">
                  <c:v>15335342.899414221</c:v>
                </c:pt>
                <c:pt idx="65">
                  <c:v>15574957.632217569</c:v>
                </c:pt>
                <c:pt idx="66">
                  <c:v>15814572.36502091</c:v>
                </c:pt>
                <c:pt idx="67">
                  <c:v>16054187.097824261</c:v>
                </c:pt>
                <c:pt idx="68">
                  <c:v>16293801.830627611</c:v>
                </c:pt>
                <c:pt idx="69">
                  <c:v>16533416.563430959</c:v>
                </c:pt>
                <c:pt idx="70">
                  <c:v>16773031.2962343</c:v>
                </c:pt>
                <c:pt idx="71">
                  <c:v>17012646.029037651</c:v>
                </c:pt>
                <c:pt idx="72">
                  <c:v>17252260.761840999</c:v>
                </c:pt>
                <c:pt idx="73">
                  <c:v>17491875.49464434</c:v>
                </c:pt>
                <c:pt idx="74">
                  <c:v>17731490.227447689</c:v>
                </c:pt>
                <c:pt idx="75">
                  <c:v>17971104.960251041</c:v>
                </c:pt>
                <c:pt idx="76">
                  <c:v>18210719.693054389</c:v>
                </c:pt>
                <c:pt idx="77">
                  <c:v>18450334.42585773</c:v>
                </c:pt>
                <c:pt idx="78">
                  <c:v>18689949.158661079</c:v>
                </c:pt>
                <c:pt idx="79">
                  <c:v>18929563.891464431</c:v>
                </c:pt>
                <c:pt idx="80">
                  <c:v>19169178.624267779</c:v>
                </c:pt>
                <c:pt idx="81">
                  <c:v>19408793.35707112</c:v>
                </c:pt>
                <c:pt idx="82">
                  <c:v>19648408.089874469</c:v>
                </c:pt>
                <c:pt idx="83">
                  <c:v>19888022.82267781</c:v>
                </c:pt>
                <c:pt idx="84">
                  <c:v>20127637.555481158</c:v>
                </c:pt>
                <c:pt idx="85">
                  <c:v>20367252.28828451</c:v>
                </c:pt>
                <c:pt idx="86">
                  <c:v>20606867.021087859</c:v>
                </c:pt>
                <c:pt idx="87">
                  <c:v>20846481.7538912</c:v>
                </c:pt>
                <c:pt idx="88">
                  <c:v>21086096.486694548</c:v>
                </c:pt>
                <c:pt idx="89">
                  <c:v>21325711.2194979</c:v>
                </c:pt>
                <c:pt idx="90">
                  <c:v>21565325.952301249</c:v>
                </c:pt>
                <c:pt idx="91">
                  <c:v>21804940.68510459</c:v>
                </c:pt>
                <c:pt idx="92">
                  <c:v>22044555.417907938</c:v>
                </c:pt>
                <c:pt idx="93">
                  <c:v>22284170.150711291</c:v>
                </c:pt>
                <c:pt idx="94">
                  <c:v>22523784.883514639</c:v>
                </c:pt>
                <c:pt idx="95">
                  <c:v>22763399.61631798</c:v>
                </c:pt>
                <c:pt idx="96">
                  <c:v>23003014.349121328</c:v>
                </c:pt>
                <c:pt idx="97">
                  <c:v>23242629.081924681</c:v>
                </c:pt>
                <c:pt idx="98">
                  <c:v>23482243.814728022</c:v>
                </c:pt>
                <c:pt idx="99">
                  <c:v>23721858.54753137</c:v>
                </c:pt>
                <c:pt idx="100">
                  <c:v>23961473.280334719</c:v>
                </c:pt>
                <c:pt idx="101">
                  <c:v>24201088.01313806</c:v>
                </c:pt>
                <c:pt idx="102">
                  <c:v>24440702.745941412</c:v>
                </c:pt>
                <c:pt idx="103">
                  <c:v>24680317.47874476</c:v>
                </c:pt>
                <c:pt idx="104">
                  <c:v>24919932.211548101</c:v>
                </c:pt>
                <c:pt idx="105">
                  <c:v>25159546.94435145</c:v>
                </c:pt>
                <c:pt idx="106">
                  <c:v>25399161.677154802</c:v>
                </c:pt>
                <c:pt idx="107">
                  <c:v>25638776.40995815</c:v>
                </c:pt>
                <c:pt idx="108">
                  <c:v>25878391.142761491</c:v>
                </c:pt>
                <c:pt idx="109">
                  <c:v>26118005.87556484</c:v>
                </c:pt>
                <c:pt idx="110">
                  <c:v>26357620.608368188</c:v>
                </c:pt>
                <c:pt idx="111">
                  <c:v>26597235.34117154</c:v>
                </c:pt>
                <c:pt idx="112">
                  <c:v>26836850.073974889</c:v>
                </c:pt>
                <c:pt idx="113">
                  <c:v>27076464.80677823</c:v>
                </c:pt>
                <c:pt idx="114">
                  <c:v>27316079.539581578</c:v>
                </c:pt>
                <c:pt idx="115">
                  <c:v>27555694.272384919</c:v>
                </c:pt>
                <c:pt idx="116">
                  <c:v>27795309.005188271</c:v>
                </c:pt>
                <c:pt idx="117">
                  <c:v>28034923.73799162</c:v>
                </c:pt>
                <c:pt idx="118">
                  <c:v>28274538.470794961</c:v>
                </c:pt>
                <c:pt idx="119">
                  <c:v>28514153.203598309</c:v>
                </c:pt>
                <c:pt idx="120">
                  <c:v>28753767.936401661</c:v>
                </c:pt>
                <c:pt idx="121">
                  <c:v>28993382.66920501</c:v>
                </c:pt>
                <c:pt idx="122">
                  <c:v>29232997.402008351</c:v>
                </c:pt>
                <c:pt idx="123">
                  <c:v>29472612.134811699</c:v>
                </c:pt>
                <c:pt idx="124">
                  <c:v>29712226.867615052</c:v>
                </c:pt>
                <c:pt idx="125">
                  <c:v>29951841.6004184</c:v>
                </c:pt>
                <c:pt idx="126">
                  <c:v>30191456.333221741</c:v>
                </c:pt>
                <c:pt idx="127">
                  <c:v>30431071.066025089</c:v>
                </c:pt>
                <c:pt idx="128">
                  <c:v>30670685.798828442</c:v>
                </c:pt>
                <c:pt idx="129">
                  <c:v>30910300.53163179</c:v>
                </c:pt>
                <c:pt idx="130">
                  <c:v>31149915.264435131</c:v>
                </c:pt>
                <c:pt idx="131">
                  <c:v>31389529.99723848</c:v>
                </c:pt>
                <c:pt idx="132">
                  <c:v>31629144.730041832</c:v>
                </c:pt>
                <c:pt idx="133">
                  <c:v>31868759.462845169</c:v>
                </c:pt>
                <c:pt idx="134">
                  <c:v>32108374.195648521</c:v>
                </c:pt>
                <c:pt idx="135">
                  <c:v>32347988.92845187</c:v>
                </c:pt>
                <c:pt idx="136">
                  <c:v>32587603.661255211</c:v>
                </c:pt>
                <c:pt idx="137">
                  <c:v>32827218.394058559</c:v>
                </c:pt>
                <c:pt idx="138">
                  <c:v>33066833.126861911</c:v>
                </c:pt>
                <c:pt idx="139">
                  <c:v>33306447.85966526</c:v>
                </c:pt>
                <c:pt idx="140">
                  <c:v>33546062.592468601</c:v>
                </c:pt>
                <c:pt idx="141">
                  <c:v>33785677.325271949</c:v>
                </c:pt>
                <c:pt idx="142">
                  <c:v>34025292.058075301</c:v>
                </c:pt>
                <c:pt idx="143">
                  <c:v>34264906.790878654</c:v>
                </c:pt>
                <c:pt idx="144">
                  <c:v>34504521.523681991</c:v>
                </c:pt>
                <c:pt idx="145">
                  <c:v>34744136.256485343</c:v>
                </c:pt>
                <c:pt idx="146">
                  <c:v>34983750.989288688</c:v>
                </c:pt>
                <c:pt idx="147">
                  <c:v>35223365.722092032</c:v>
                </c:pt>
                <c:pt idx="148">
                  <c:v>35462980.454895377</c:v>
                </c:pt>
                <c:pt idx="149">
                  <c:v>35702595.187698729</c:v>
                </c:pt>
                <c:pt idx="150">
                  <c:v>35942209.920502067</c:v>
                </c:pt>
                <c:pt idx="151">
                  <c:v>36181824.653305434</c:v>
                </c:pt>
                <c:pt idx="152">
                  <c:v>36421439.386108771</c:v>
                </c:pt>
                <c:pt idx="153">
                  <c:v>36661054.118912123</c:v>
                </c:pt>
                <c:pt idx="154">
                  <c:v>36900668.851715468</c:v>
                </c:pt>
                <c:pt idx="155">
                  <c:v>37140283.584518813</c:v>
                </c:pt>
                <c:pt idx="156">
                  <c:v>37379898.317322157</c:v>
                </c:pt>
                <c:pt idx="157">
                  <c:v>37619513.05012551</c:v>
                </c:pt>
                <c:pt idx="158">
                  <c:v>37859127.782928847</c:v>
                </c:pt>
                <c:pt idx="159">
                  <c:v>38098742.515732199</c:v>
                </c:pt>
                <c:pt idx="160">
                  <c:v>38338357.248535551</c:v>
                </c:pt>
                <c:pt idx="161">
                  <c:v>38577971.981338903</c:v>
                </c:pt>
                <c:pt idx="162">
                  <c:v>38817586.714142241</c:v>
                </c:pt>
                <c:pt idx="163">
                  <c:v>39057201.446945593</c:v>
                </c:pt>
                <c:pt idx="164">
                  <c:v>39296816.179748937</c:v>
                </c:pt>
                <c:pt idx="165">
                  <c:v>39536430.912552282</c:v>
                </c:pt>
                <c:pt idx="166">
                  <c:v>39776045.645355627</c:v>
                </c:pt>
                <c:pt idx="167">
                  <c:v>40015660.378158979</c:v>
                </c:pt>
                <c:pt idx="168">
                  <c:v>40255275.110962316</c:v>
                </c:pt>
                <c:pt idx="169">
                  <c:v>40494889.843765669</c:v>
                </c:pt>
                <c:pt idx="170">
                  <c:v>40734504.576569021</c:v>
                </c:pt>
                <c:pt idx="171">
                  <c:v>40974119.309372373</c:v>
                </c:pt>
                <c:pt idx="172">
                  <c:v>41213734.04217571</c:v>
                </c:pt>
                <c:pt idx="173">
                  <c:v>41453348.774979062</c:v>
                </c:pt>
                <c:pt idx="174">
                  <c:v>41692963.507782407</c:v>
                </c:pt>
                <c:pt idx="175">
                  <c:v>41932578.240585752</c:v>
                </c:pt>
                <c:pt idx="176">
                  <c:v>42172192.973389097</c:v>
                </c:pt>
                <c:pt idx="177">
                  <c:v>42411807.706192449</c:v>
                </c:pt>
                <c:pt idx="178">
                  <c:v>42651422.438995793</c:v>
                </c:pt>
                <c:pt idx="179">
                  <c:v>42891037.171799153</c:v>
                </c:pt>
                <c:pt idx="180">
                  <c:v>43130651.90460249</c:v>
                </c:pt>
                <c:pt idx="181">
                  <c:v>43370266.637405843</c:v>
                </c:pt>
                <c:pt idx="182">
                  <c:v>43609881.370209187</c:v>
                </c:pt>
                <c:pt idx="183">
                  <c:v>43849496.103012532</c:v>
                </c:pt>
                <c:pt idx="184">
                  <c:v>44089110.835815877</c:v>
                </c:pt>
                <c:pt idx="185">
                  <c:v>44328725.568619229</c:v>
                </c:pt>
                <c:pt idx="186">
                  <c:v>44568340.301422574</c:v>
                </c:pt>
                <c:pt idx="187">
                  <c:v>44807955.034225918</c:v>
                </c:pt>
                <c:pt idx="188">
                  <c:v>45047569.767029271</c:v>
                </c:pt>
                <c:pt idx="189">
                  <c:v>45287184.499832623</c:v>
                </c:pt>
                <c:pt idx="190">
                  <c:v>45526799.23263596</c:v>
                </c:pt>
                <c:pt idx="191">
                  <c:v>45766413.965439312</c:v>
                </c:pt>
                <c:pt idx="192">
                  <c:v>46006028.698242657</c:v>
                </c:pt>
                <c:pt idx="193">
                  <c:v>46245643.431046002</c:v>
                </c:pt>
                <c:pt idx="194">
                  <c:v>46485258.163849346</c:v>
                </c:pt>
                <c:pt idx="195">
                  <c:v>46724872.896652699</c:v>
                </c:pt>
                <c:pt idx="196">
                  <c:v>46964487.629456043</c:v>
                </c:pt>
                <c:pt idx="197">
                  <c:v>47204102.362259403</c:v>
                </c:pt>
                <c:pt idx="198">
                  <c:v>47443717.09506274</c:v>
                </c:pt>
                <c:pt idx="199">
                  <c:v>47683331.827866077</c:v>
                </c:pt>
                <c:pt idx="200">
                  <c:v>47922946.560669437</c:v>
                </c:pt>
              </c:numCache>
            </c:numRef>
          </c:cat>
          <c:val>
            <c:numRef>
              <c:f>Sheet1!$C$2:$C$202</c:f>
              <c:numCache>
                <c:formatCode>#,##0</c:formatCode>
                <c:ptCount val="201"/>
                <c:pt idx="0">
                  <c:v>0</c:v>
                </c:pt>
                <c:pt idx="1">
                  <c:v>3.3075417533776449E-2</c:v>
                </c:pt>
                <c:pt idx="2">
                  <c:v>6.9961395306939331E-2</c:v>
                </c:pt>
                <c:pt idx="3">
                  <c:v>0.10840144496738</c:v>
                </c:pt>
                <c:pt idx="4">
                  <c:v>0.14784638509086859</c:v>
                </c:pt>
                <c:pt idx="5">
                  <c:v>0.18801177771844441</c:v>
                </c:pt>
                <c:pt idx="6">
                  <c:v>0.22871415288175281</c:v>
                </c:pt>
                <c:pt idx="7">
                  <c:v>0.26981994386142411</c:v>
                </c:pt>
                <c:pt idx="8">
                  <c:v>0.31122408150994352</c:v>
                </c:pt>
                <c:pt idx="9">
                  <c:v>0.35283940524078389</c:v>
                </c:pt>
                <c:pt idx="10">
                  <c:v>0.39459082871179052</c:v>
                </c:pt>
                <c:pt idx="11">
                  <c:v>0.4364118723854738</c:v>
                </c:pt>
                <c:pt idx="12">
                  <c:v>0.47824248486576593</c:v>
                </c:pt>
                <c:pt idx="13">
                  <c:v>0.52002761525761254</c:v>
                </c:pt>
                <c:pt idx="14">
                  <c:v>0.56171624699294076</c:v>
                </c:pt>
                <c:pt idx="15">
                  <c:v>0.60326072742088266</c:v>
                </c:pt>
                <c:pt idx="16">
                  <c:v>0.64461629349683014</c:v>
                </c:pt>
                <c:pt idx="17">
                  <c:v>0.68574073108095757</c:v>
                </c:pt>
                <c:pt idx="18">
                  <c:v>0.72659412726070893</c:v>
                </c:pt>
                <c:pt idx="19">
                  <c:v>0.7671386885287762</c:v>
                </c:pt>
                <c:pt idx="20">
                  <c:v>0.80733860614831321</c:v>
                </c:pt>
                <c:pt idx="21">
                  <c:v>0.84715995558400092</c:v>
                </c:pt>
                <c:pt idx="22">
                  <c:v>0.88657062059411851</c:v>
                </c:pt>
                <c:pt idx="23">
                  <c:v>0.92554023512877592</c:v>
                </c:pt>
                <c:pt idx="24">
                  <c:v>0.96404013796712384</c:v>
                </c:pt>
                <c:pt idx="25">
                  <c:v>1.0020433363053269</c:v>
                </c:pt>
                <c:pt idx="26">
                  <c:v>1.039524475438258</c:v>
                </c:pt>
                <c:pt idx="27">
                  <c:v>1.0764598123678379</c:v>
                </c:pt>
                <c:pt idx="28">
                  <c:v>1.112827191690646</c:v>
                </c:pt>
                <c:pt idx="29">
                  <c:v>1.1486060225135499</c:v>
                </c:pt>
                <c:pt idx="30">
                  <c:v>1.183777255453196</c:v>
                </c:pt>
                <c:pt idx="31">
                  <c:v>1.2183233590147959</c:v>
                </c:pt>
                <c:pt idx="32">
                  <c:v>1.2522282948358741</c:v>
                </c:pt>
                <c:pt idx="33">
                  <c:v>1.285477491431438</c:v>
                </c:pt>
                <c:pt idx="34">
                  <c:v>1.318057816198428</c:v>
                </c:pt>
                <c:pt idx="35">
                  <c:v>1.3499575455351751</c:v>
                </c:pt>
                <c:pt idx="36">
                  <c:v>1.381166333010021</c:v>
                </c:pt>
                <c:pt idx="37">
                  <c:v>1.4116751755771491</c:v>
                </c:pt>
                <c:pt idx="38">
                  <c:v>1.4414763778884361</c:v>
                </c:pt>
                <c:pt idx="39">
                  <c:v>1.4705635147907561</c:v>
                </c:pt>
                <c:pt idx="40">
                  <c:v>1.498931392130183</c:v>
                </c:pt>
                <c:pt idx="41">
                  <c:v>1.526576006009007</c:v>
                </c:pt>
                <c:pt idx="42">
                  <c:v>1.5534945006599561</c:v>
                </c:pt>
                <c:pt idx="43">
                  <c:v>1.5796851251148341</c:v>
                </c:pt>
                <c:pt idx="44">
                  <c:v>1.605147188853761</c:v>
                </c:pt>
                <c:pt idx="45">
                  <c:v>1.629881016625367</c:v>
                </c:pt>
                <c:pt idx="46">
                  <c:v>1.653887902630095</c:v>
                </c:pt>
                <c:pt idx="47">
                  <c:v>1.6771700642571989</c:v>
                </c:pt>
                <c:pt idx="48">
                  <c:v>1.699730595562295</c:v>
                </c:pt>
                <c:pt idx="49">
                  <c:v>1.721573420666612</c:v>
                </c:pt>
                <c:pt idx="50">
                  <c:v>1.742703247251798</c:v>
                </c:pt>
                <c:pt idx="51">
                  <c:v>1.763125520315606</c:v>
                </c:pt>
                <c:pt idx="52">
                  <c:v>1.78284637634391</c:v>
                </c:pt>
                <c:pt idx="53">
                  <c:v>1.8018725980442449</c:v>
                </c:pt>
                <c:pt idx="54">
                  <c:v>1.820211569775217</c:v>
                </c:pt>
                <c:pt idx="55">
                  <c:v>1.837871233794339</c:v>
                </c:pt>
                <c:pt idx="56">
                  <c:v>1.854860047435799</c:v>
                </c:pt>
                <c:pt idx="57">
                  <c:v>1.8711869413178119</c:v>
                </c:pt>
                <c:pt idx="58">
                  <c:v>1.886861278667614</c:v>
                </c:pt>
                <c:pt idx="59">
                  <c:v>1.9018928158413979</c:v>
                </c:pt>
                <c:pt idx="60">
                  <c:v>1.9162916641046721</c:v>
                </c:pt>
                <c:pt idx="61">
                  <c:v>1.9300682527287381</c:v>
                </c:pt>
                <c:pt idx="62">
                  <c:v>1.943233293448192</c:v>
                </c:pt>
                <c:pt idx="63">
                  <c:v>1.955797746315139</c:v>
                </c:pt>
                <c:pt idx="64">
                  <c:v>1.967772786976316</c:v>
                </c:pt>
                <c:pt idx="65">
                  <c:v>1.979169775391052</c:v>
                </c:pt>
                <c:pt idx="66">
                  <c:v>1.9900002259997049</c:v>
                </c:pt>
                <c:pt idx="67">
                  <c:v>2.0002757793452899</c:v>
                </c:pt>
                <c:pt idx="68">
                  <c:v>2.0100081751436178</c:v>
                </c:pt>
                <c:pt idx="69">
                  <c:v>2.0192092267916948</c:v>
                </c:pt>
                <c:pt idx="70">
                  <c:v>2.0278907972981641</c:v>
                </c:pt>
                <c:pt idx="71">
                  <c:v>2.0360647766145861</c:v>
                </c:pt>
                <c:pt idx="72">
                  <c:v>2.0437430603421518</c:v>
                </c:pt>
                <c:pt idx="73">
                  <c:v>2.050937529784163</c:v>
                </c:pt>
                <c:pt idx="74">
                  <c:v>2.057660033311361</c:v>
                </c:pt>
                <c:pt idx="75">
                  <c:v>2.063922369004445</c:v>
                </c:pt>
                <c:pt idx="76">
                  <c:v>2.069736268535205</c:v>
                </c:pt>
                <c:pt idx="77">
                  <c:v>2.0751133822462191</c:v>
                </c:pt>
                <c:pt idx="78">
                  <c:v>2.0800652653868452</c:v>
                </c:pt>
                <c:pt idx="79">
                  <c:v>2.0846033654624612</c:v>
                </c:pt>
                <c:pt idx="80">
                  <c:v>2.0887390106528829</c:v>
                </c:pt>
                <c:pt idx="81">
                  <c:v>2.09248339925482</c:v>
                </c:pt>
                <c:pt idx="82">
                  <c:v>2.0958475901038169</c:v>
                </c:pt>
                <c:pt idx="83">
                  <c:v>2.0988424939300518</c:v>
                </c:pt>
                <c:pt idx="84">
                  <c:v>2.1014788656033412</c:v>
                </c:pt>
                <c:pt idx="85">
                  <c:v>2.1037672972226469</c:v>
                </c:pt>
                <c:pt idx="86">
                  <c:v>2.1057182120060398</c:v>
                </c:pt>
                <c:pt idx="87">
                  <c:v>2.1073418589378572</c:v>
                </c:pt>
                <c:pt idx="88">
                  <c:v>2.108648308130582</c:v>
                </c:pt>
                <c:pt idx="89">
                  <c:v>2.1096474468600741</c:v>
                </c:pt>
                <c:pt idx="90">
                  <c:v>2.1103489762335759</c:v>
                </c:pt>
                <c:pt idx="91">
                  <c:v>2.110762408451579</c:v>
                </c:pt>
                <c:pt idx="92">
                  <c:v>2.1108970646253078</c:v>
                </c:pt>
                <c:pt idx="93">
                  <c:v>2.1107620731133632</c:v>
                </c:pt>
                <c:pt idx="94">
                  <c:v>2.110366368342055</c:v>
                </c:pt>
                <c:pt idx="95">
                  <c:v>2.109718690075514</c:v>
                </c:pt>
                <c:pt idx="96">
                  <c:v>2.1088275831030221</c:v>
                </c:pt>
                <c:pt idx="97">
                  <c:v>2.1077013973123031</c:v>
                </c:pt>
                <c:pt idx="98">
                  <c:v>2.1063482881189999</c:v>
                </c:pt>
                <c:pt idx="99">
                  <c:v>2.1047762172239688</c:v>
                </c:pt>
                <c:pt idx="100">
                  <c:v>2.1029929536713401</c:v>
                </c:pt>
                <c:pt idx="101">
                  <c:v>2.1010060751815791</c:v>
                </c:pt>
                <c:pt idx="102">
                  <c:v>2.0988229697353651</c:v>
                </c:pt>
                <c:pt idx="103">
                  <c:v>2.0964508373851092</c:v>
                </c:pt>
                <c:pt idx="104">
                  <c:v>2.093896692272367</c:v>
                </c:pt>
                <c:pt idx="105">
                  <c:v>2.0911673648306328</c:v>
                </c:pt>
                <c:pt idx="106">
                  <c:v>2.0882695041541992</c:v>
                </c:pt>
                <c:pt idx="107">
                  <c:v>2.0852095805148321</c:v>
                </c:pt>
                <c:pt idx="108">
                  <c:v>2.081993888009257</c:v>
                </c:pt>
                <c:pt idx="109">
                  <c:v>2.078628547321471</c:v>
                </c:pt>
                <c:pt idx="110">
                  <c:v>2.0751195085848582</c:v>
                </c:pt>
                <c:pt idx="111">
                  <c:v>2.071472554330327</c:v>
                </c:pt>
                <c:pt idx="112">
                  <c:v>2.067693302507227</c:v>
                </c:pt>
                <c:pt idx="113">
                  <c:v>2.0637872095651382</c:v>
                </c:pt>
                <c:pt idx="114">
                  <c:v>2.0597595735851941</c:v>
                </c:pt>
                <c:pt idx="115">
                  <c:v>2.0556155374505338</c:v>
                </c:pt>
                <c:pt idx="116">
                  <c:v>2.0513600920462949</c:v>
                </c:pt>
                <c:pt idx="117">
                  <c:v>2.0469980794801912</c:v>
                </c:pt>
                <c:pt idx="118">
                  <c:v>2.0425341963154908</c:v>
                </c:pt>
                <c:pt idx="119">
                  <c:v>2.0379729968089122</c:v>
                </c:pt>
                <c:pt idx="120">
                  <c:v>2.033318896146477</c:v>
                </c:pt>
                <c:pt idx="121">
                  <c:v>2.0285761736709911</c:v>
                </c:pt>
                <c:pt idx="122">
                  <c:v>2.0237489760955181</c:v>
                </c:pt>
                <c:pt idx="123">
                  <c:v>2.0188413206973821</c:v>
                </c:pt>
                <c:pt idx="124">
                  <c:v>2.0138570984882058</c:v>
                </c:pt>
                <c:pt idx="125">
                  <c:v>2.0088000773554859</c:v>
                </c:pt>
                <c:pt idx="126">
                  <c:v>2.0036739051720169</c:v>
                </c:pt>
                <c:pt idx="127">
                  <c:v>1.998482112869546</c:v>
                </c:pt>
                <c:pt idx="128">
                  <c:v>1.9932281174737221</c:v>
                </c:pt>
                <c:pt idx="129">
                  <c:v>1.987915225097534</c:v>
                </c:pt>
                <c:pt idx="130">
                  <c:v>1.9825466338908719</c:v>
                </c:pt>
                <c:pt idx="131">
                  <c:v>1.9771254369440521</c:v>
                </c:pt>
                <c:pt idx="132">
                  <c:v>1.971654625143588</c:v>
                </c:pt>
                <c:pt idx="133">
                  <c:v>1.966137089978572</c:v>
                </c:pt>
                <c:pt idx="134">
                  <c:v>1.9605756262964</c:v>
                </c:pt>
                <c:pt idx="135">
                  <c:v>1.954972935006692</c:v>
                </c:pt>
                <c:pt idx="136">
                  <c:v>1.9493316257326021</c:v>
                </c:pt>
                <c:pt idx="137">
                  <c:v>1.943654219408802</c:v>
                </c:pt>
                <c:pt idx="138">
                  <c:v>1.9379431508255509</c:v>
                </c:pt>
                <c:pt idx="139">
                  <c:v>1.93220077111859</c:v>
                </c:pt>
                <c:pt idx="140">
                  <c:v>1.926429350204605</c:v>
                </c:pt>
                <c:pt idx="141">
                  <c:v>1.920631079162157</c:v>
                </c:pt>
                <c:pt idx="142">
                  <c:v>1.9148080725581751</c:v>
                </c:pt>
                <c:pt idx="143">
                  <c:v>1.9089623707201371</c:v>
                </c:pt>
                <c:pt idx="144">
                  <c:v>1.903095941954178</c:v>
                </c:pt>
                <c:pt idx="145">
                  <c:v>1.897210684709534</c:v>
                </c:pt>
                <c:pt idx="146">
                  <c:v>1.891308429689682</c:v>
                </c:pt>
                <c:pt idx="147">
                  <c:v>1.8853909419107111</c:v>
                </c:pt>
                <c:pt idx="148">
                  <c:v>1.8794599227075039</c:v>
                </c:pt>
                <c:pt idx="149">
                  <c:v>1.8735170116883419</c:v>
                </c:pt>
                <c:pt idx="150">
                  <c:v>1.8675637886385881</c:v>
                </c:pt>
                <c:pt idx="151">
                  <c:v>1.86160177537425</c:v>
                </c:pt>
                <c:pt idx="152">
                  <c:v>1.855632437546088</c:v>
                </c:pt>
                <c:pt idx="153">
                  <c:v>1.8496571863951441</c:v>
                </c:pt>
                <c:pt idx="154">
                  <c:v>1.843677380460464</c:v>
                </c:pt>
                <c:pt idx="155">
                  <c:v>1.837694327239938</c:v>
                </c:pt>
                <c:pt idx="156">
                  <c:v>1.83170928480505</c:v>
                </c:pt>
                <c:pt idx="157">
                  <c:v>1.82572346337049</c:v>
                </c:pt>
                <c:pt idx="158">
                  <c:v>1.8197380268194989</c:v>
                </c:pt>
                <c:pt idx="159">
                  <c:v>1.8137540941858881</c:v>
                </c:pt>
                <c:pt idx="160">
                  <c:v>1.807772741093622</c:v>
                </c:pt>
                <c:pt idx="161">
                  <c:v>1.801795001154938</c:v>
                </c:pt>
                <c:pt idx="162">
                  <c:v>1.7958218673278681</c:v>
                </c:pt>
                <c:pt idx="163">
                  <c:v>1.789854293234155</c:v>
                </c:pt>
                <c:pt idx="164">
                  <c:v>1.783893194438477</c:v>
                </c:pt>
                <c:pt idx="165">
                  <c:v>1.777939449689824</c:v>
                </c:pt>
                <c:pt idx="166">
                  <c:v>1.771993902126084</c:v>
                </c:pt>
                <c:pt idx="167">
                  <c:v>1.766057360442626</c:v>
                </c:pt>
                <c:pt idx="168">
                  <c:v>1.760130600025825</c:v>
                </c:pt>
                <c:pt idx="169">
                  <c:v>1.7542143640524639</c:v>
                </c:pt>
                <c:pt idx="170">
                  <c:v>1.748309364555797</c:v>
                </c:pt>
                <c:pt idx="171">
                  <c:v>1.742416283459254</c:v>
                </c:pt>
                <c:pt idx="172">
                  <c:v>1.736535773578531</c:v>
                </c:pt>
                <c:pt idx="173">
                  <c:v>1.730668459593022</c:v>
                </c:pt>
                <c:pt idx="174">
                  <c:v>1.724814938987334</c:v>
                </c:pt>
                <c:pt idx="175">
                  <c:v>1.718975782963742</c:v>
                </c:pt>
                <c:pt idx="176">
                  <c:v>1.713151537326385</c:v>
                </c:pt>
                <c:pt idx="177">
                  <c:v>1.7073427233379721</c:v>
                </c:pt>
                <c:pt idx="178">
                  <c:v>1.7015498385497869</c:v>
                </c:pt>
                <c:pt idx="179">
                  <c:v>1.695773357605733</c:v>
                </c:pt>
                <c:pt idx="180">
                  <c:v>1.6900137330211751</c:v>
                </c:pt>
                <c:pt idx="181">
                  <c:v>1.6842713959372519</c:v>
                </c:pt>
                <c:pt idx="182">
                  <c:v>1.678546756851468</c:v>
                </c:pt>
                <c:pt idx="183">
                  <c:v>1.672840206325128</c:v>
                </c:pt>
                <c:pt idx="184">
                  <c:v>1.667152115668397</c:v>
                </c:pt>
                <c:pt idx="185">
                  <c:v>1.661482837603576</c:v>
                </c:pt>
                <c:pt idx="186">
                  <c:v>1.6558327069072849</c:v>
                </c:pt>
                <c:pt idx="187">
                  <c:v>1.6502020410321361</c:v>
                </c:pt>
                <c:pt idx="188">
                  <c:v>1.6445911407085561</c:v>
                </c:pt>
                <c:pt idx="189">
                  <c:v>1.639000290527304</c:v>
                </c:pt>
                <c:pt idx="190">
                  <c:v>1.63342975950332</c:v>
                </c:pt>
                <c:pt idx="191">
                  <c:v>1.627879801621412</c:v>
                </c:pt>
                <c:pt idx="192">
                  <c:v>1.6223506563643959</c:v>
                </c:pt>
                <c:pt idx="193">
                  <c:v>1.6168425492241709</c:v>
                </c:pt>
                <c:pt idx="194">
                  <c:v>1.6113556921962691</c:v>
                </c:pt>
                <c:pt idx="195">
                  <c:v>1.6058902842584191</c:v>
                </c:pt>
                <c:pt idx="196">
                  <c:v>1.600446511833558</c:v>
                </c:pt>
                <c:pt idx="197">
                  <c:v>1.595024549237827</c:v>
                </c:pt>
                <c:pt idx="198">
                  <c:v>1.589624559113969</c:v>
                </c:pt>
                <c:pt idx="199">
                  <c:v>1.5842466928506489</c:v>
                </c:pt>
                <c:pt idx="200">
                  <c:v>1.5788910909880469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14E-451F-BBD7-9442F85C5D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>
              <a:solidFill>
                <a:srgbClr val="0060FF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0.54316692238188513</c:v>
                </c:pt>
                <c:pt idx="2">
                  <c:v>1.08633384476377</c:v>
                </c:pt>
                <c:pt idx="3">
                  <c:v>1.6295007671456549</c:v>
                </c:pt>
                <c:pt idx="4">
                  <c:v>2.172667689527541</c:v>
                </c:pt>
                <c:pt idx="5">
                  <c:v>2.715834611909425</c:v>
                </c:pt>
                <c:pt idx="6">
                  <c:v>3.2590015342913108</c:v>
                </c:pt>
                <c:pt idx="7">
                  <c:v>3.8021684566731961</c:v>
                </c:pt>
                <c:pt idx="8">
                  <c:v>4.3453353790550819</c:v>
                </c:pt>
                <c:pt idx="9">
                  <c:v>4.8885023014369668</c:v>
                </c:pt>
                <c:pt idx="10">
                  <c:v>5.4316692238188518</c:v>
                </c:pt>
                <c:pt idx="11">
                  <c:v>5.9748361462007384</c:v>
                </c:pt>
                <c:pt idx="12">
                  <c:v>6.5180030685826216</c:v>
                </c:pt>
                <c:pt idx="13">
                  <c:v>7.0611699909645083</c:v>
                </c:pt>
                <c:pt idx="14">
                  <c:v>7.6043369133463932</c:v>
                </c:pt>
                <c:pt idx="15">
                  <c:v>8.1475038357282781</c:v>
                </c:pt>
                <c:pt idx="16">
                  <c:v>8.6906707581101639</c:v>
                </c:pt>
                <c:pt idx="17">
                  <c:v>9.2338376804920497</c:v>
                </c:pt>
                <c:pt idx="18">
                  <c:v>9.7770046028739337</c:v>
                </c:pt>
                <c:pt idx="19">
                  <c:v>10.320171525255819</c:v>
                </c:pt>
                <c:pt idx="20">
                  <c:v>10.8633384476377</c:v>
                </c:pt>
                <c:pt idx="21">
                  <c:v>11.406505370019589</c:v>
                </c:pt>
                <c:pt idx="22">
                  <c:v>11.94967229240147</c:v>
                </c:pt>
                <c:pt idx="23">
                  <c:v>12.492839214783359</c:v>
                </c:pt>
                <c:pt idx="24">
                  <c:v>13.03600613716524</c:v>
                </c:pt>
                <c:pt idx="25">
                  <c:v>13.57917305954712</c:v>
                </c:pt>
                <c:pt idx="26">
                  <c:v>14.122339981929009</c:v>
                </c:pt>
                <c:pt idx="27">
                  <c:v>14.66550690431089</c:v>
                </c:pt>
                <c:pt idx="28">
                  <c:v>15.208673826692779</c:v>
                </c:pt>
                <c:pt idx="29">
                  <c:v>15.75184074907466</c:v>
                </c:pt>
                <c:pt idx="30">
                  <c:v>16.295007671456549</c:v>
                </c:pt>
                <c:pt idx="31">
                  <c:v>16.838174593838431</c:v>
                </c:pt>
                <c:pt idx="32">
                  <c:v>17.38134151622031</c:v>
                </c:pt>
                <c:pt idx="33">
                  <c:v>17.924508438602199</c:v>
                </c:pt>
                <c:pt idx="34">
                  <c:v>18.467675360984082</c:v>
                </c:pt>
                <c:pt idx="35">
                  <c:v>19.010842283365971</c:v>
                </c:pt>
                <c:pt idx="36">
                  <c:v>19.55400920574785</c:v>
                </c:pt>
                <c:pt idx="37">
                  <c:v>20.097176128129739</c:v>
                </c:pt>
                <c:pt idx="38">
                  <c:v>20.640343050511621</c:v>
                </c:pt>
                <c:pt idx="39">
                  <c:v>21.1835099728935</c:v>
                </c:pt>
                <c:pt idx="40">
                  <c:v>21.726676895275389</c:v>
                </c:pt>
                <c:pt idx="41">
                  <c:v>22.269843817657272</c:v>
                </c:pt>
                <c:pt idx="42">
                  <c:v>22.813010740039161</c:v>
                </c:pt>
                <c:pt idx="43">
                  <c:v>23.35617766242104</c:v>
                </c:pt>
                <c:pt idx="44">
                  <c:v>23.899344584802929</c:v>
                </c:pt>
                <c:pt idx="45">
                  <c:v>24.442511507184811</c:v>
                </c:pt>
                <c:pt idx="46">
                  <c:v>24.98567842956669</c:v>
                </c:pt>
                <c:pt idx="47">
                  <c:v>25.528845351948579</c:v>
                </c:pt>
                <c:pt idx="48">
                  <c:v>26.072012274330461</c:v>
                </c:pt>
                <c:pt idx="49">
                  <c:v>26.615179196712351</c:v>
                </c:pt>
                <c:pt idx="50">
                  <c:v>27.158346119094229</c:v>
                </c:pt>
                <c:pt idx="51">
                  <c:v>27.701513041476119</c:v>
                </c:pt>
                <c:pt idx="52">
                  <c:v>28.244679963858001</c:v>
                </c:pt>
                <c:pt idx="53">
                  <c:v>28.78784688623988</c:v>
                </c:pt>
                <c:pt idx="54">
                  <c:v>29.331013808621769</c:v>
                </c:pt>
                <c:pt idx="55">
                  <c:v>29.874180731003651</c:v>
                </c:pt>
                <c:pt idx="56">
                  <c:v>30.41734765338553</c:v>
                </c:pt>
                <c:pt idx="57">
                  <c:v>30.960514575767419</c:v>
                </c:pt>
                <c:pt idx="58">
                  <c:v>31.503681498149309</c:v>
                </c:pt>
                <c:pt idx="59">
                  <c:v>32.046848420531191</c:v>
                </c:pt>
                <c:pt idx="60">
                  <c:v>32.59001534291307</c:v>
                </c:pt>
                <c:pt idx="61">
                  <c:v>33.133182265294963</c:v>
                </c:pt>
                <c:pt idx="62">
                  <c:v>33.676349187676841</c:v>
                </c:pt>
                <c:pt idx="63">
                  <c:v>34.219516110058727</c:v>
                </c:pt>
                <c:pt idx="64">
                  <c:v>34.762683032440613</c:v>
                </c:pt>
                <c:pt idx="65">
                  <c:v>35.305849954822492</c:v>
                </c:pt>
                <c:pt idx="66">
                  <c:v>35.849016877204377</c:v>
                </c:pt>
                <c:pt idx="67">
                  <c:v>36.392183799586263</c:v>
                </c:pt>
                <c:pt idx="68">
                  <c:v>36.935350721968149</c:v>
                </c:pt>
                <c:pt idx="69">
                  <c:v>37.478517644350028</c:v>
                </c:pt>
                <c:pt idx="70">
                  <c:v>38.021684566731913</c:v>
                </c:pt>
                <c:pt idx="71">
                  <c:v>38.564851489113799</c:v>
                </c:pt>
                <c:pt idx="72">
                  <c:v>39.108018411495692</c:v>
                </c:pt>
                <c:pt idx="73">
                  <c:v>39.651185333877571</c:v>
                </c:pt>
                <c:pt idx="74">
                  <c:v>40.194352256259457</c:v>
                </c:pt>
                <c:pt idx="75">
                  <c:v>40.73751917864135</c:v>
                </c:pt>
                <c:pt idx="76">
                  <c:v>41.280686101023242</c:v>
                </c:pt>
                <c:pt idx="77">
                  <c:v>41.823853023405128</c:v>
                </c:pt>
                <c:pt idx="78">
                  <c:v>42.367019945787007</c:v>
                </c:pt>
                <c:pt idx="79">
                  <c:v>42.9101868681689</c:v>
                </c:pt>
                <c:pt idx="80">
                  <c:v>43.453353790550793</c:v>
                </c:pt>
                <c:pt idx="81">
                  <c:v>43.996520712932679</c:v>
                </c:pt>
                <c:pt idx="82">
                  <c:v>44.539687635314571</c:v>
                </c:pt>
                <c:pt idx="83">
                  <c:v>45.082854557696457</c:v>
                </c:pt>
                <c:pt idx="84">
                  <c:v>45.626021480078343</c:v>
                </c:pt>
                <c:pt idx="85">
                  <c:v>46.169188402460243</c:v>
                </c:pt>
                <c:pt idx="86">
                  <c:v>46.712355324842122</c:v>
                </c:pt>
                <c:pt idx="87">
                  <c:v>47.255522247224008</c:v>
                </c:pt>
                <c:pt idx="88">
                  <c:v>47.7986891696059</c:v>
                </c:pt>
                <c:pt idx="89">
                  <c:v>48.341856091987793</c:v>
                </c:pt>
                <c:pt idx="90">
                  <c:v>48.885023014369679</c:v>
                </c:pt>
                <c:pt idx="91">
                  <c:v>49.428189936751558</c:v>
                </c:pt>
                <c:pt idx="92">
                  <c:v>49.971356859133451</c:v>
                </c:pt>
                <c:pt idx="93">
                  <c:v>50.514523781515337</c:v>
                </c:pt>
                <c:pt idx="94">
                  <c:v>51.057690703897229</c:v>
                </c:pt>
                <c:pt idx="95">
                  <c:v>51.600857626279122</c:v>
                </c:pt>
                <c:pt idx="96">
                  <c:v>52.144024548661008</c:v>
                </c:pt>
                <c:pt idx="97">
                  <c:v>52.687191471042887</c:v>
                </c:pt>
                <c:pt idx="98">
                  <c:v>53.230358393424787</c:v>
                </c:pt>
                <c:pt idx="99">
                  <c:v>53.773525315806673</c:v>
                </c:pt>
                <c:pt idx="100">
                  <c:v>54.316692238188573</c:v>
                </c:pt>
                <c:pt idx="101">
                  <c:v>54.859859160570451</c:v>
                </c:pt>
                <c:pt idx="102">
                  <c:v>55.403026082952337</c:v>
                </c:pt>
                <c:pt idx="103">
                  <c:v>55.94619300533423</c:v>
                </c:pt>
                <c:pt idx="104">
                  <c:v>56.489359927716123</c:v>
                </c:pt>
                <c:pt idx="105">
                  <c:v>57.032526850098002</c:v>
                </c:pt>
                <c:pt idx="106">
                  <c:v>57.575693772479887</c:v>
                </c:pt>
                <c:pt idx="107">
                  <c:v>58.11886069486178</c:v>
                </c:pt>
                <c:pt idx="108">
                  <c:v>58.662027617243673</c:v>
                </c:pt>
                <c:pt idx="109">
                  <c:v>59.205194539625559</c:v>
                </c:pt>
                <c:pt idx="110">
                  <c:v>59.748361462007438</c:v>
                </c:pt>
                <c:pt idx="111">
                  <c:v>60.291528384389338</c:v>
                </c:pt>
                <c:pt idx="112">
                  <c:v>60.834695306771223</c:v>
                </c:pt>
                <c:pt idx="113">
                  <c:v>61.377862229153124</c:v>
                </c:pt>
                <c:pt idx="114">
                  <c:v>61.921029151535002</c:v>
                </c:pt>
                <c:pt idx="115">
                  <c:v>62.464196073916888</c:v>
                </c:pt>
                <c:pt idx="116">
                  <c:v>63.007362996298781</c:v>
                </c:pt>
                <c:pt idx="117">
                  <c:v>63.550529918680667</c:v>
                </c:pt>
                <c:pt idx="118">
                  <c:v>64.093696841062552</c:v>
                </c:pt>
                <c:pt idx="119">
                  <c:v>64.636863763444438</c:v>
                </c:pt>
                <c:pt idx="120">
                  <c:v>65.180030685826338</c:v>
                </c:pt>
                <c:pt idx="121">
                  <c:v>65.723197608208224</c:v>
                </c:pt>
                <c:pt idx="122">
                  <c:v>66.26636453059011</c:v>
                </c:pt>
                <c:pt idx="123">
                  <c:v>66.809531452971996</c:v>
                </c:pt>
                <c:pt idx="124">
                  <c:v>67.352698375353881</c:v>
                </c:pt>
                <c:pt idx="125">
                  <c:v>67.895865297735781</c:v>
                </c:pt>
                <c:pt idx="126">
                  <c:v>68.439032220117667</c:v>
                </c:pt>
                <c:pt idx="127">
                  <c:v>68.982199142499553</c:v>
                </c:pt>
                <c:pt idx="128">
                  <c:v>69.525366064881439</c:v>
                </c:pt>
                <c:pt idx="129">
                  <c:v>70.068532987263325</c:v>
                </c:pt>
                <c:pt idx="130">
                  <c:v>70.611699909645225</c:v>
                </c:pt>
                <c:pt idx="131">
                  <c:v>71.15486683202711</c:v>
                </c:pt>
                <c:pt idx="132">
                  <c:v>71.698033754408996</c:v>
                </c:pt>
                <c:pt idx="133">
                  <c:v>72.241200676790882</c:v>
                </c:pt>
                <c:pt idx="134">
                  <c:v>72.784367599172768</c:v>
                </c:pt>
                <c:pt idx="135">
                  <c:v>73.327534521554668</c:v>
                </c:pt>
                <c:pt idx="136">
                  <c:v>73.870701443936554</c:v>
                </c:pt>
                <c:pt idx="137">
                  <c:v>74.413868366318439</c:v>
                </c:pt>
                <c:pt idx="138">
                  <c:v>74.957035288700325</c:v>
                </c:pt>
                <c:pt idx="139">
                  <c:v>75.500202211082211</c:v>
                </c:pt>
                <c:pt idx="140">
                  <c:v>76.043369133464097</c:v>
                </c:pt>
                <c:pt idx="141">
                  <c:v>76.586536055845997</c:v>
                </c:pt>
                <c:pt idx="142">
                  <c:v>77.129702978227883</c:v>
                </c:pt>
                <c:pt idx="143">
                  <c:v>77.672869900609768</c:v>
                </c:pt>
                <c:pt idx="144">
                  <c:v>78.216036822991654</c:v>
                </c:pt>
                <c:pt idx="145">
                  <c:v>78.75920374537354</c:v>
                </c:pt>
                <c:pt idx="146">
                  <c:v>79.30237066775544</c:v>
                </c:pt>
                <c:pt idx="147">
                  <c:v>79.845537590137326</c:v>
                </c:pt>
                <c:pt idx="148">
                  <c:v>80.388704512519212</c:v>
                </c:pt>
                <c:pt idx="149">
                  <c:v>80.931871434901097</c:v>
                </c:pt>
                <c:pt idx="150">
                  <c:v>81.475038357282983</c:v>
                </c:pt>
                <c:pt idx="151">
                  <c:v>82.018205279664883</c:v>
                </c:pt>
                <c:pt idx="152">
                  <c:v>82.561372202046769</c:v>
                </c:pt>
                <c:pt idx="153">
                  <c:v>83.104539124428655</c:v>
                </c:pt>
                <c:pt idx="154">
                  <c:v>83.647706046810541</c:v>
                </c:pt>
                <c:pt idx="155">
                  <c:v>84.190872969192426</c:v>
                </c:pt>
                <c:pt idx="156">
                  <c:v>84.734039891574326</c:v>
                </c:pt>
                <c:pt idx="157">
                  <c:v>85.277206813956212</c:v>
                </c:pt>
                <c:pt idx="158">
                  <c:v>85.820373736338098</c:v>
                </c:pt>
                <c:pt idx="159">
                  <c:v>86.363540658719984</c:v>
                </c:pt>
                <c:pt idx="160">
                  <c:v>86.90670758110187</c:v>
                </c:pt>
                <c:pt idx="161">
                  <c:v>87.44987450348377</c:v>
                </c:pt>
                <c:pt idx="162">
                  <c:v>87.993041425865655</c:v>
                </c:pt>
                <c:pt idx="163">
                  <c:v>88.536208348247541</c:v>
                </c:pt>
                <c:pt idx="164">
                  <c:v>89.079375270629427</c:v>
                </c:pt>
                <c:pt idx="165">
                  <c:v>89.622542193011313</c:v>
                </c:pt>
                <c:pt idx="166">
                  <c:v>90.165709115393213</c:v>
                </c:pt>
                <c:pt idx="167">
                  <c:v>90.708876037775099</c:v>
                </c:pt>
                <c:pt idx="168">
                  <c:v>91.252042960156984</c:v>
                </c:pt>
                <c:pt idx="169">
                  <c:v>91.79520988253887</c:v>
                </c:pt>
                <c:pt idx="170">
                  <c:v>92.338376804920756</c:v>
                </c:pt>
                <c:pt idx="171">
                  <c:v>92.881543727302642</c:v>
                </c:pt>
                <c:pt idx="172">
                  <c:v>93.424710649684542</c:v>
                </c:pt>
                <c:pt idx="173">
                  <c:v>93.967877572066428</c:v>
                </c:pt>
                <c:pt idx="174">
                  <c:v>94.511044494448313</c:v>
                </c:pt>
                <c:pt idx="175">
                  <c:v>95.054211416830199</c:v>
                </c:pt>
                <c:pt idx="176">
                  <c:v>95.597378339212085</c:v>
                </c:pt>
                <c:pt idx="177">
                  <c:v>96.140545261593985</c:v>
                </c:pt>
                <c:pt idx="178">
                  <c:v>96.683712183975871</c:v>
                </c:pt>
                <c:pt idx="179">
                  <c:v>97.226879106357757</c:v>
                </c:pt>
                <c:pt idx="180">
                  <c:v>97.770046028739642</c:v>
                </c:pt>
                <c:pt idx="181">
                  <c:v>98.313212951121528</c:v>
                </c:pt>
                <c:pt idx="182">
                  <c:v>98.856379873503428</c:v>
                </c:pt>
                <c:pt idx="183">
                  <c:v>99.399546795885314</c:v>
                </c:pt>
                <c:pt idx="184">
                  <c:v>99.9427137182672</c:v>
                </c:pt>
                <c:pt idx="185">
                  <c:v>100.4858806406491</c:v>
                </c:pt>
                <c:pt idx="186">
                  <c:v>101.029047563031</c:v>
                </c:pt>
                <c:pt idx="187">
                  <c:v>101.5722144854129</c:v>
                </c:pt>
                <c:pt idx="188">
                  <c:v>102.1153814077948</c:v>
                </c:pt>
                <c:pt idx="189">
                  <c:v>102.6585483301766</c:v>
                </c:pt>
                <c:pt idx="190">
                  <c:v>103.2017152525585</c:v>
                </c:pt>
                <c:pt idx="191">
                  <c:v>103.7448821749404</c:v>
                </c:pt>
                <c:pt idx="192">
                  <c:v>104.2880490973223</c:v>
                </c:pt>
                <c:pt idx="193">
                  <c:v>104.8312160197042</c:v>
                </c:pt>
                <c:pt idx="194">
                  <c:v>105.3743829420861</c:v>
                </c:pt>
                <c:pt idx="195">
                  <c:v>105.917549864468</c:v>
                </c:pt>
                <c:pt idx="196">
                  <c:v>106.4607167868499</c:v>
                </c:pt>
                <c:pt idx="197">
                  <c:v>107.0038837092317</c:v>
                </c:pt>
                <c:pt idx="198">
                  <c:v>107.5470506316136</c:v>
                </c:pt>
                <c:pt idx="199">
                  <c:v>108.0902175539955</c:v>
                </c:pt>
                <c:pt idx="200">
                  <c:v>108.6333844763774</c:v>
                </c:pt>
              </c:numCache>
            </c:numRef>
          </c:cat>
          <c:val>
            <c:numRef>
              <c:f>Sheet1!$B$2:$B$202</c:f>
              <c:numCache>
                <c:formatCode>#,##0</c:formatCode>
                <c:ptCount val="201"/>
                <c:pt idx="0">
                  <c:v>0</c:v>
                </c:pt>
                <c:pt idx="1">
                  <c:v>0.17171956889532719</c:v>
                </c:pt>
                <c:pt idx="2">
                  <c:v>0.47415536565743699</c:v>
                </c:pt>
                <c:pt idx="3">
                  <c:v>0.85811448203774221</c:v>
                </c:pt>
                <c:pt idx="4">
                  <c:v>1.3061404111971799</c:v>
                </c:pt>
                <c:pt idx="5">
                  <c:v>1.808016055893495</c:v>
                </c:pt>
                <c:pt idx="6">
                  <c:v>2.3567209916807399</c:v>
                </c:pt>
                <c:pt idx="7">
                  <c:v>2.94699044633033</c:v>
                </c:pt>
                <c:pt idx="8">
                  <c:v>3.5746500944704209</c:v>
                </c:pt>
                <c:pt idx="9">
                  <c:v>4.2362599591749408</c:v>
                </c:pt>
                <c:pt idx="10">
                  <c:v>4.9289040890764371</c:v>
                </c:pt>
                <c:pt idx="11">
                  <c:v>5.6500572311130064</c:v>
                </c:pt>
                <c:pt idx="12">
                  <c:v>6.3974956576432032</c:v>
                </c:pt>
                <c:pt idx="13">
                  <c:v>7.169234955169121</c:v>
                </c:pt>
                <c:pt idx="14">
                  <c:v>7.9634851141014993</c:v>
                </c:pt>
                <c:pt idx="15">
                  <c:v>8.7786171769045716</c:v>
                </c:pt>
                <c:pt idx="16">
                  <c:v>9.6131378703387451</c:v>
                </c:pt>
                <c:pt idx="17">
                  <c:v>10.4656699102965</c:v>
                </c:pt>
                <c:pt idx="18">
                  <c:v>11.3349364351195</c:v>
                </c:pt>
                <c:pt idx="19">
                  <c:v>12.21974850682404</c:v>
                </c:pt>
                <c:pt idx="20">
                  <c:v>13.118994933995189</c:v>
                </c:pt>
                <c:pt idx="21">
                  <c:v>14.03163388006884</c:v>
                </c:pt>
                <c:pt idx="22">
                  <c:v>14.956685864351019</c:v>
                </c:pt>
                <c:pt idx="23">
                  <c:v>15.893227863477669</c:v>
                </c:pt>
                <c:pt idx="24">
                  <c:v>16.840388292468798</c:v>
                </c:pt>
                <c:pt idx="25">
                  <c:v>17.797342696272711</c:v>
                </c:pt>
                <c:pt idx="26">
                  <c:v>18.763310020741489</c:v>
                </c:pt>
                <c:pt idx="27">
                  <c:v>19.737549360343479</c:v>
                </c:pt>
                <c:pt idx="28">
                  <c:v>20.719357101334129</c:v>
                </c:pt>
                <c:pt idx="29">
                  <c:v>21.70806439546427</c:v>
                </c:pt>
                <c:pt idx="30">
                  <c:v>22.703034911929809</c:v>
                </c:pt>
                <c:pt idx="31">
                  <c:v>23.703662825108829</c:v>
                </c:pt>
                <c:pt idx="32">
                  <c:v>24.70937100337127</c:v>
                </c:pt>
                <c:pt idx="33">
                  <c:v>25.719609370384941</c:v>
                </c:pt>
                <c:pt idx="34">
                  <c:v>26.733853415246688</c:v>
                </c:pt>
                <c:pt idx="35">
                  <c:v>27.751602831715921</c:v>
                </c:pt>
                <c:pt idx="36">
                  <c:v>28.77238027002781</c:v>
                </c:pt>
                <c:pt idx="37">
                  <c:v>29.795730187370388</c:v>
                </c:pt>
                <c:pt idx="38">
                  <c:v>30.821217785252081</c:v>
                </c:pt>
                <c:pt idx="39">
                  <c:v>31.848428023746759</c:v>
                </c:pt>
                <c:pt idx="40">
                  <c:v>32.876964704069067</c:v>
                </c:pt>
                <c:pt idx="41">
                  <c:v>33.90644961214764</c:v>
                </c:pt>
                <c:pt idx="42">
                  <c:v>34.936521716884251</c:v>
                </c:pt>
                <c:pt idx="43">
                  <c:v>35.966836417641836</c:v>
                </c:pt>
                <c:pt idx="44">
                  <c:v>36.997064836226933</c:v>
                </c:pt>
                <c:pt idx="45">
                  <c:v>38.026893149242532</c:v>
                </c:pt>
                <c:pt idx="46">
                  <c:v>39.056021957207633</c:v>
                </c:pt>
                <c:pt idx="47">
                  <c:v>40.084165687282741</c:v>
                </c:pt>
                <c:pt idx="48">
                  <c:v>41.111052026818207</c:v>
                </c:pt>
                <c:pt idx="49">
                  <c:v>42.136421385269948</c:v>
                </c:pt>
                <c:pt idx="50">
                  <c:v>43.160026382305183</c:v>
                </c:pt>
                <c:pt idx="51">
                  <c:v>44.181631360162953</c:v>
                </c:pt>
                <c:pt idx="52">
                  <c:v>45.201011918544431</c:v>
                </c:pt>
                <c:pt idx="53">
                  <c:v>46.217954470488479</c:v>
                </c:pt>
                <c:pt idx="54">
                  <c:v>47.23225581784677</c:v>
                </c:pt>
                <c:pt idx="55">
                  <c:v>48.243722745110723</c:v>
                </c:pt>
                <c:pt idx="56">
                  <c:v>49.252171630462598</c:v>
                </c:pt>
                <c:pt idx="57">
                  <c:v>50.257428073030603</c:v>
                </c:pt>
                <c:pt idx="58">
                  <c:v>51.25932653541819</c:v>
                </c:pt>
                <c:pt idx="59">
                  <c:v>52.257710000662712</c:v>
                </c:pt>
                <c:pt idx="60">
                  <c:v>53.252429642849101</c:v>
                </c:pt>
                <c:pt idx="61">
                  <c:v>54.243344510668813</c:v>
                </c:pt>
                <c:pt idx="62">
                  <c:v>55.230321223271922</c:v>
                </c:pt>
                <c:pt idx="63">
                  <c:v>56.213233677809598</c:v>
                </c:pt>
                <c:pt idx="64">
                  <c:v>57.191962768111161</c:v>
                </c:pt>
                <c:pt idx="65">
                  <c:v>58.166396113977932</c:v>
                </c:pt>
                <c:pt idx="66">
                  <c:v>59.136427800615323</c:v>
                </c:pt>
                <c:pt idx="67">
                  <c:v>60.101958127753868</c:v>
                </c:pt>
                <c:pt idx="68">
                  <c:v>61.062893368041991</c:v>
                </c:pt>
                <c:pt idx="69">
                  <c:v>62.019145534317758</c:v>
                </c:pt>
                <c:pt idx="70">
                  <c:v>62.970632155392273</c:v>
                </c:pt>
                <c:pt idx="71">
                  <c:v>63.917276059997953</c:v>
                </c:pt>
                <c:pt idx="72">
                  <c:v>64.859005168575635</c:v>
                </c:pt>
                <c:pt idx="73">
                  <c:v>65.795752292591459</c:v>
                </c:pt>
                <c:pt idx="74">
                  <c:v>66.727454941092944</c:v>
                </c:pt>
                <c:pt idx="75">
                  <c:v>67.654055134225175</c:v>
                </c:pt>
                <c:pt idx="76">
                  <c:v>68.575499223447125</c:v>
                </c:pt>
                <c:pt idx="77">
                  <c:v>69.491737718195594</c:v>
                </c:pt>
                <c:pt idx="78">
                  <c:v>70.402725118760401</c:v>
                </c:pt>
                <c:pt idx="79">
                  <c:v>71.308419755141784</c:v>
                </c:pt>
                <c:pt idx="80">
                  <c:v>72.208783631675729</c:v>
                </c:pt>
                <c:pt idx="81">
                  <c:v>73.103782277216936</c:v>
                </c:pt>
                <c:pt idx="82">
                  <c:v>73.993384600682759</c:v>
                </c:pt>
                <c:pt idx="83">
                  <c:v>74.877562751767343</c:v>
                </c:pt>
                <c:pt idx="84">
                  <c:v>75.756291986643319</c:v>
                </c:pt>
                <c:pt idx="85">
                  <c:v>76.629550538476039</c:v>
                </c:pt>
                <c:pt idx="86">
                  <c:v>77.497319492582321</c:v>
                </c:pt>
                <c:pt idx="87">
                  <c:v>78.359582666071589</c:v>
                </c:pt>
                <c:pt idx="88">
                  <c:v>79.216326491814272</c:v>
                </c:pt>
                <c:pt idx="89">
                  <c:v>80.067539906587783</c:v>
                </c:pt>
                <c:pt idx="90">
                  <c:v>80.91321424325497</c:v>
                </c:pt>
                <c:pt idx="91">
                  <c:v>81.75334312683772</c:v>
                </c:pt>
                <c:pt idx="92">
                  <c:v>82.587922374350256</c:v>
                </c:pt>
                <c:pt idx="93">
                  <c:v>83.416949898263951</c:v>
                </c:pt>
                <c:pt idx="94">
                  <c:v>84.240425613478834</c:v>
                </c:pt>
                <c:pt idx="95">
                  <c:v>85.05835134768185</c:v>
                </c:pt>
                <c:pt idx="96">
                  <c:v>85.870730754974872</c:v>
                </c:pt>
                <c:pt idx="97">
                  <c:v>86.677569232662279</c:v>
                </c:pt>
                <c:pt idx="98">
                  <c:v>87.478873841087704</c:v>
                </c:pt>
                <c:pt idx="99">
                  <c:v>88.274653226417868</c:v>
                </c:pt>
                <c:pt idx="100">
                  <c:v>89.064917546270308</c:v>
                </c:pt>
                <c:pt idx="101">
                  <c:v>89.849678398089267</c:v>
                </c:pt>
                <c:pt idx="102">
                  <c:v>90.628948750174587</c:v>
                </c:pt>
                <c:pt idx="103">
                  <c:v>91.402742875272352</c:v>
                </c:pt>
                <c:pt idx="104">
                  <c:v>92.171076286640186</c:v>
                </c:pt>
                <c:pt idx="105">
                  <c:v>92.9339656765017</c:v>
                </c:pt>
                <c:pt idx="106">
                  <c:v>93.691428856806823</c:v>
                </c:pt>
                <c:pt idx="107">
                  <c:v>94.443484702220545</c:v>
                </c:pt>
                <c:pt idx="108">
                  <c:v>95.190153095261351</c:v>
                </c:pt>
                <c:pt idx="109">
                  <c:v>95.93145487351569</c:v>
                </c:pt>
                <c:pt idx="110">
                  <c:v>96.667411778857726</c:v>
                </c:pt>
                <c:pt idx="111">
                  <c:v>97.398046408602113</c:v>
                </c:pt>
                <c:pt idx="112">
                  <c:v>98.123382168526362</c:v>
                </c:pt>
                <c:pt idx="113">
                  <c:v>98.843443227694038</c:v>
                </c:pt>
                <c:pt idx="114">
                  <c:v>99.55825447501941</c:v>
                </c:pt>
                <c:pt idx="115">
                  <c:v>100.2678414775105</c:v>
                </c:pt>
                <c:pt idx="116">
                  <c:v>100.97223044013229</c:v>
                </c:pt>
                <c:pt idx="117">
                  <c:v>101.671448167235</c:v>
                </c:pt>
                <c:pt idx="118">
                  <c:v>102.36552202549009</c:v>
                </c:pt>
                <c:pt idx="119">
                  <c:v>103.0544799082828</c:v>
                </c:pt>
                <c:pt idx="120">
                  <c:v>103.73835020150899</c:v>
                </c:pt>
                <c:pt idx="121">
                  <c:v>104.4171617507279</c:v>
                </c:pt>
                <c:pt idx="122">
                  <c:v>105.0909438296212</c:v>
                </c:pt>
                <c:pt idx="123">
                  <c:v>105.7597261097137</c:v>
                </c:pt>
                <c:pt idx="124">
                  <c:v>106.42353863131</c:v>
                </c:pt>
                <c:pt idx="125">
                  <c:v>107.0824117756045</c:v>
                </c:pt>
                <c:pt idx="126">
                  <c:v>107.7363762379222</c:v>
                </c:pt>
                <c:pt idx="127">
                  <c:v>108.3854630020505</c:v>
                </c:pt>
                <c:pt idx="128">
                  <c:v>109.02970331562361</c:v>
                </c:pt>
                <c:pt idx="129">
                  <c:v>109.66912866652</c:v>
                </c:pt>
                <c:pt idx="130">
                  <c:v>110.30377076023809</c:v>
                </c:pt>
                <c:pt idx="131">
                  <c:v>110.9336614982151</c:v>
                </c:pt>
                <c:pt idx="132">
                  <c:v>111.5588329570536</c:v>
                </c:pt>
                <c:pt idx="133">
                  <c:v>112.1793173686242</c:v>
                </c:pt>
                <c:pt idx="134">
                  <c:v>112.7951471010125</c:v>
                </c:pt>
                <c:pt idx="135">
                  <c:v>113.4063546402792</c:v>
                </c:pt>
                <c:pt idx="136">
                  <c:v>114.01297257300369</c:v>
                </c:pt>
                <c:pt idx="137">
                  <c:v>114.6150335695839</c:v>
                </c:pt>
                <c:pt idx="138">
                  <c:v>115.2125703682625</c:v>
                </c:pt>
                <c:pt idx="139">
                  <c:v>115.8056157598551</c:v>
                </c:pt>
                <c:pt idx="140">
                  <c:v>116.39420257315329</c:v>
                </c:pt>
                <c:pt idx="141">
                  <c:v>116.978363660978</c:v>
                </c:pt>
                <c:pt idx="142">
                  <c:v>117.5581318868593</c:v>
                </c:pt>
                <c:pt idx="143">
                  <c:v>118.1335401123202</c:v>
                </c:pt>
                <c:pt idx="144">
                  <c:v>118.70462118473939</c:v>
                </c:pt>
                <c:pt idx="145">
                  <c:v>119.2714079257761</c:v>
                </c:pt>
                <c:pt idx="146">
                  <c:v>119.8339331203303</c:v>
                </c:pt>
                <c:pt idx="147">
                  <c:v>120.39222950602429</c:v>
                </c:pt>
                <c:pt idx="148">
                  <c:v>120.9463297631806</c:v>
                </c:pt>
                <c:pt idx="149">
                  <c:v>121.49626650528199</c:v>
                </c:pt>
                <c:pt idx="150">
                  <c:v>122.0420722698923</c:v>
                </c:pt>
                <c:pt idx="151">
                  <c:v>122.58377951002259</c:v>
                </c:pt>
                <c:pt idx="152">
                  <c:v>123.12142058592519</c:v>
                </c:pt>
                <c:pt idx="153">
                  <c:v>123.6550277572988</c:v>
                </c:pt>
                <c:pt idx="154">
                  <c:v>124.1846331758901</c:v>
                </c:pt>
                <c:pt idx="155">
                  <c:v>124.7102688784755</c:v>
                </c:pt>
                <c:pt idx="156">
                  <c:v>125.2319667802095</c:v>
                </c:pt>
                <c:pt idx="157">
                  <c:v>125.7497586683252</c:v>
                </c:pt>
                <c:pt idx="158">
                  <c:v>126.26367619617329</c:v>
                </c:pt>
                <c:pt idx="159">
                  <c:v>126.7737508775858</c:v>
                </c:pt>
                <c:pt idx="160">
                  <c:v>127.2800140815538</c:v>
                </c:pt>
                <c:pt idx="161">
                  <c:v>127.78249702720539</c:v>
                </c:pt>
                <c:pt idx="162">
                  <c:v>128.28123077907111</c:v>
                </c:pt>
                <c:pt idx="163">
                  <c:v>128.77624624262921</c:v>
                </c:pt>
                <c:pt idx="164">
                  <c:v>129.26757416011631</c:v>
                </c:pt>
                <c:pt idx="165">
                  <c:v>129.75524510659321</c:v>
                </c:pt>
                <c:pt idx="166">
                  <c:v>130.23928948625911</c:v>
                </c:pt>
                <c:pt idx="167">
                  <c:v>130.7197375289993</c:v>
                </c:pt>
                <c:pt idx="168">
                  <c:v>131.19661928716079</c:v>
                </c:pt>
                <c:pt idx="169">
                  <c:v>131.6699646325464</c:v>
                </c:pt>
                <c:pt idx="170">
                  <c:v>132.1398032536149</c:v>
                </c:pt>
                <c:pt idx="171">
                  <c:v>132.60616465288501</c:v>
                </c:pt>
                <c:pt idx="172">
                  <c:v>133.06907814452839</c:v>
                </c:pt>
                <c:pt idx="173">
                  <c:v>133.52857285214961</c:v>
                </c:pt>
                <c:pt idx="174">
                  <c:v>133.98467770674009</c:v>
                </c:pt>
                <c:pt idx="175">
                  <c:v>134.43742144480481</c:v>
                </c:pt>
                <c:pt idx="176">
                  <c:v>134.886832606648</c:v>
                </c:pt>
                <c:pt idx="177">
                  <c:v>135.33293953481709</c:v>
                </c:pt>
                <c:pt idx="178">
                  <c:v>135.77577037269489</c:v>
                </c:pt>
                <c:pt idx="179">
                  <c:v>136.21535306323389</c:v>
                </c:pt>
                <c:pt idx="180">
                  <c:v>136.65171534782871</c:v>
                </c:pt>
                <c:pt idx="181">
                  <c:v>137.0848847653177</c:v>
                </c:pt>
                <c:pt idx="182">
                  <c:v>137.5148886511123</c:v>
                </c:pt>
                <c:pt idx="183">
                  <c:v>137.94175413644379</c:v>
                </c:pt>
                <c:pt idx="184">
                  <c:v>138.36550814772639</c:v>
                </c:pt>
                <c:pt idx="185">
                  <c:v>138.78617740602911</c:v>
                </c:pt>
                <c:pt idx="186">
                  <c:v>139.20378842665289</c:v>
                </c:pt>
                <c:pt idx="187">
                  <c:v>139.61836751880821</c:v>
                </c:pt>
                <c:pt idx="188">
                  <c:v>140.0299407853872</c:v>
                </c:pt>
                <c:pt idx="189">
                  <c:v>140.43853412282871</c:v>
                </c:pt>
                <c:pt idx="190">
                  <c:v>140.8441732210691</c:v>
                </c:pt>
                <c:pt idx="191">
                  <c:v>141.24688356357731</c:v>
                </c:pt>
                <c:pt idx="192">
                  <c:v>141.64669042746851</c:v>
                </c:pt>
                <c:pt idx="193">
                  <c:v>142.04361888369479</c:v>
                </c:pt>
                <c:pt idx="194">
                  <c:v>142.4376937973054</c:v>
                </c:pt>
                <c:pt idx="195">
                  <c:v>142.82893982777881</c:v>
                </c:pt>
                <c:pt idx="196">
                  <c:v>143.21738142941749</c:v>
                </c:pt>
                <c:pt idx="197">
                  <c:v>143.60304285180641</c:v>
                </c:pt>
                <c:pt idx="198">
                  <c:v>143.98594814033001</c:v>
                </c:pt>
                <c:pt idx="199">
                  <c:v>144.3661211367457</c:v>
                </c:pt>
                <c:pt idx="200">
                  <c:v>144.74358547981089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3F-4E80-9EBF-1ED146E5A0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>
              <a:solidFill>
                <a:srgbClr val="802AB7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0.54316692238188513</c:v>
                </c:pt>
                <c:pt idx="2">
                  <c:v>1.08633384476377</c:v>
                </c:pt>
                <c:pt idx="3">
                  <c:v>1.6295007671456549</c:v>
                </c:pt>
                <c:pt idx="4">
                  <c:v>2.172667689527541</c:v>
                </c:pt>
                <c:pt idx="5">
                  <c:v>2.715834611909425</c:v>
                </c:pt>
                <c:pt idx="6">
                  <c:v>3.2590015342913108</c:v>
                </c:pt>
                <c:pt idx="7">
                  <c:v>3.8021684566731961</c:v>
                </c:pt>
                <c:pt idx="8">
                  <c:v>4.3453353790550819</c:v>
                </c:pt>
                <c:pt idx="9">
                  <c:v>4.8885023014369668</c:v>
                </c:pt>
                <c:pt idx="10">
                  <c:v>5.4316692238188518</c:v>
                </c:pt>
                <c:pt idx="11">
                  <c:v>5.9748361462007384</c:v>
                </c:pt>
                <c:pt idx="12">
                  <c:v>6.5180030685826216</c:v>
                </c:pt>
                <c:pt idx="13">
                  <c:v>7.0611699909645083</c:v>
                </c:pt>
                <c:pt idx="14">
                  <c:v>7.6043369133463932</c:v>
                </c:pt>
                <c:pt idx="15">
                  <c:v>8.1475038357282781</c:v>
                </c:pt>
                <c:pt idx="16">
                  <c:v>8.6906707581101639</c:v>
                </c:pt>
                <c:pt idx="17">
                  <c:v>9.2338376804920497</c:v>
                </c:pt>
                <c:pt idx="18">
                  <c:v>9.7770046028739337</c:v>
                </c:pt>
                <c:pt idx="19">
                  <c:v>10.320171525255819</c:v>
                </c:pt>
                <c:pt idx="20">
                  <c:v>10.8633384476377</c:v>
                </c:pt>
                <c:pt idx="21">
                  <c:v>11.406505370019589</c:v>
                </c:pt>
                <c:pt idx="22">
                  <c:v>11.94967229240147</c:v>
                </c:pt>
                <c:pt idx="23">
                  <c:v>12.492839214783359</c:v>
                </c:pt>
                <c:pt idx="24">
                  <c:v>13.03600613716524</c:v>
                </c:pt>
                <c:pt idx="25">
                  <c:v>13.57917305954712</c:v>
                </c:pt>
                <c:pt idx="26">
                  <c:v>14.122339981929009</c:v>
                </c:pt>
                <c:pt idx="27">
                  <c:v>14.66550690431089</c:v>
                </c:pt>
                <c:pt idx="28">
                  <c:v>15.208673826692779</c:v>
                </c:pt>
                <c:pt idx="29">
                  <c:v>15.75184074907466</c:v>
                </c:pt>
                <c:pt idx="30">
                  <c:v>16.295007671456549</c:v>
                </c:pt>
                <c:pt idx="31">
                  <c:v>16.838174593838431</c:v>
                </c:pt>
                <c:pt idx="32">
                  <c:v>17.38134151622031</c:v>
                </c:pt>
                <c:pt idx="33">
                  <c:v>17.924508438602199</c:v>
                </c:pt>
                <c:pt idx="34">
                  <c:v>18.467675360984082</c:v>
                </c:pt>
                <c:pt idx="35">
                  <c:v>19.010842283365971</c:v>
                </c:pt>
                <c:pt idx="36">
                  <c:v>19.55400920574785</c:v>
                </c:pt>
                <c:pt idx="37">
                  <c:v>20.097176128129739</c:v>
                </c:pt>
                <c:pt idx="38">
                  <c:v>20.640343050511621</c:v>
                </c:pt>
                <c:pt idx="39">
                  <c:v>21.1835099728935</c:v>
                </c:pt>
                <c:pt idx="40">
                  <c:v>21.726676895275389</c:v>
                </c:pt>
                <c:pt idx="41">
                  <c:v>22.269843817657272</c:v>
                </c:pt>
                <c:pt idx="42">
                  <c:v>22.813010740039161</c:v>
                </c:pt>
                <c:pt idx="43">
                  <c:v>23.35617766242104</c:v>
                </c:pt>
                <c:pt idx="44">
                  <c:v>23.899344584802929</c:v>
                </c:pt>
                <c:pt idx="45">
                  <c:v>24.442511507184811</c:v>
                </c:pt>
                <c:pt idx="46">
                  <c:v>24.98567842956669</c:v>
                </c:pt>
                <c:pt idx="47">
                  <c:v>25.528845351948579</c:v>
                </c:pt>
                <c:pt idx="48">
                  <c:v>26.072012274330461</c:v>
                </c:pt>
                <c:pt idx="49">
                  <c:v>26.615179196712351</c:v>
                </c:pt>
                <c:pt idx="50">
                  <c:v>27.158346119094229</c:v>
                </c:pt>
                <c:pt idx="51">
                  <c:v>27.701513041476119</c:v>
                </c:pt>
                <c:pt idx="52">
                  <c:v>28.244679963858001</c:v>
                </c:pt>
                <c:pt idx="53">
                  <c:v>28.78784688623988</c:v>
                </c:pt>
                <c:pt idx="54">
                  <c:v>29.331013808621769</c:v>
                </c:pt>
                <c:pt idx="55">
                  <c:v>29.874180731003651</c:v>
                </c:pt>
                <c:pt idx="56">
                  <c:v>30.41734765338553</c:v>
                </c:pt>
                <c:pt idx="57">
                  <c:v>30.960514575767419</c:v>
                </c:pt>
                <c:pt idx="58">
                  <c:v>31.503681498149309</c:v>
                </c:pt>
                <c:pt idx="59">
                  <c:v>32.046848420531191</c:v>
                </c:pt>
                <c:pt idx="60">
                  <c:v>32.59001534291307</c:v>
                </c:pt>
                <c:pt idx="61">
                  <c:v>33.133182265294963</c:v>
                </c:pt>
                <c:pt idx="62">
                  <c:v>33.676349187676841</c:v>
                </c:pt>
                <c:pt idx="63">
                  <c:v>34.219516110058727</c:v>
                </c:pt>
                <c:pt idx="64">
                  <c:v>34.762683032440613</c:v>
                </c:pt>
                <c:pt idx="65">
                  <c:v>35.305849954822492</c:v>
                </c:pt>
                <c:pt idx="66">
                  <c:v>35.849016877204377</c:v>
                </c:pt>
                <c:pt idx="67">
                  <c:v>36.392183799586263</c:v>
                </c:pt>
                <c:pt idx="68">
                  <c:v>36.935350721968149</c:v>
                </c:pt>
                <c:pt idx="69">
                  <c:v>37.478517644350028</c:v>
                </c:pt>
                <c:pt idx="70">
                  <c:v>38.021684566731913</c:v>
                </c:pt>
                <c:pt idx="71">
                  <c:v>38.564851489113799</c:v>
                </c:pt>
                <c:pt idx="72">
                  <c:v>39.108018411495692</c:v>
                </c:pt>
                <c:pt idx="73">
                  <c:v>39.651185333877571</c:v>
                </c:pt>
                <c:pt idx="74">
                  <c:v>40.194352256259457</c:v>
                </c:pt>
                <c:pt idx="75">
                  <c:v>40.73751917864135</c:v>
                </c:pt>
                <c:pt idx="76">
                  <c:v>41.280686101023242</c:v>
                </c:pt>
                <c:pt idx="77">
                  <c:v>41.823853023405128</c:v>
                </c:pt>
                <c:pt idx="78">
                  <c:v>42.367019945787007</c:v>
                </c:pt>
                <c:pt idx="79">
                  <c:v>42.9101868681689</c:v>
                </c:pt>
                <c:pt idx="80">
                  <c:v>43.453353790550793</c:v>
                </c:pt>
                <c:pt idx="81">
                  <c:v>43.996520712932679</c:v>
                </c:pt>
                <c:pt idx="82">
                  <c:v>44.539687635314571</c:v>
                </c:pt>
                <c:pt idx="83">
                  <c:v>45.082854557696457</c:v>
                </c:pt>
                <c:pt idx="84">
                  <c:v>45.626021480078343</c:v>
                </c:pt>
                <c:pt idx="85">
                  <c:v>46.169188402460243</c:v>
                </c:pt>
                <c:pt idx="86">
                  <c:v>46.712355324842122</c:v>
                </c:pt>
                <c:pt idx="87">
                  <c:v>47.255522247224008</c:v>
                </c:pt>
                <c:pt idx="88">
                  <c:v>47.7986891696059</c:v>
                </c:pt>
                <c:pt idx="89">
                  <c:v>48.341856091987793</c:v>
                </c:pt>
                <c:pt idx="90">
                  <c:v>48.885023014369679</c:v>
                </c:pt>
                <c:pt idx="91">
                  <c:v>49.428189936751558</c:v>
                </c:pt>
                <c:pt idx="92">
                  <c:v>49.971356859133451</c:v>
                </c:pt>
                <c:pt idx="93">
                  <c:v>50.514523781515337</c:v>
                </c:pt>
                <c:pt idx="94">
                  <c:v>51.057690703897229</c:v>
                </c:pt>
                <c:pt idx="95">
                  <c:v>51.600857626279122</c:v>
                </c:pt>
                <c:pt idx="96">
                  <c:v>52.144024548661008</c:v>
                </c:pt>
                <c:pt idx="97">
                  <c:v>52.687191471042887</c:v>
                </c:pt>
                <c:pt idx="98">
                  <c:v>53.230358393424787</c:v>
                </c:pt>
                <c:pt idx="99">
                  <c:v>53.773525315806673</c:v>
                </c:pt>
                <c:pt idx="100">
                  <c:v>54.316692238188573</c:v>
                </c:pt>
                <c:pt idx="101">
                  <c:v>54.859859160570451</c:v>
                </c:pt>
                <c:pt idx="102">
                  <c:v>55.403026082952337</c:v>
                </c:pt>
                <c:pt idx="103">
                  <c:v>55.94619300533423</c:v>
                </c:pt>
                <c:pt idx="104">
                  <c:v>56.489359927716123</c:v>
                </c:pt>
                <c:pt idx="105">
                  <c:v>57.032526850098002</c:v>
                </c:pt>
                <c:pt idx="106">
                  <c:v>57.575693772479887</c:v>
                </c:pt>
                <c:pt idx="107">
                  <c:v>58.11886069486178</c:v>
                </c:pt>
                <c:pt idx="108">
                  <c:v>58.662027617243673</c:v>
                </c:pt>
                <c:pt idx="109">
                  <c:v>59.205194539625559</c:v>
                </c:pt>
                <c:pt idx="110">
                  <c:v>59.748361462007438</c:v>
                </c:pt>
                <c:pt idx="111">
                  <c:v>60.291528384389338</c:v>
                </c:pt>
                <c:pt idx="112">
                  <c:v>60.834695306771223</c:v>
                </c:pt>
                <c:pt idx="113">
                  <c:v>61.377862229153124</c:v>
                </c:pt>
                <c:pt idx="114">
                  <c:v>61.921029151535002</c:v>
                </c:pt>
                <c:pt idx="115">
                  <c:v>62.464196073916888</c:v>
                </c:pt>
                <c:pt idx="116">
                  <c:v>63.007362996298781</c:v>
                </c:pt>
                <c:pt idx="117">
                  <c:v>63.550529918680667</c:v>
                </c:pt>
                <c:pt idx="118">
                  <c:v>64.093696841062552</c:v>
                </c:pt>
                <c:pt idx="119">
                  <c:v>64.636863763444438</c:v>
                </c:pt>
                <c:pt idx="120">
                  <c:v>65.180030685826338</c:v>
                </c:pt>
                <c:pt idx="121">
                  <c:v>65.723197608208224</c:v>
                </c:pt>
                <c:pt idx="122">
                  <c:v>66.26636453059011</c:v>
                </c:pt>
                <c:pt idx="123">
                  <c:v>66.809531452971996</c:v>
                </c:pt>
                <c:pt idx="124">
                  <c:v>67.352698375353881</c:v>
                </c:pt>
                <c:pt idx="125">
                  <c:v>67.895865297735781</c:v>
                </c:pt>
                <c:pt idx="126">
                  <c:v>68.439032220117667</c:v>
                </c:pt>
                <c:pt idx="127">
                  <c:v>68.982199142499553</c:v>
                </c:pt>
                <c:pt idx="128">
                  <c:v>69.525366064881439</c:v>
                </c:pt>
                <c:pt idx="129">
                  <c:v>70.068532987263325</c:v>
                </c:pt>
                <c:pt idx="130">
                  <c:v>70.611699909645225</c:v>
                </c:pt>
                <c:pt idx="131">
                  <c:v>71.15486683202711</c:v>
                </c:pt>
                <c:pt idx="132">
                  <c:v>71.698033754408996</c:v>
                </c:pt>
                <c:pt idx="133">
                  <c:v>72.241200676790882</c:v>
                </c:pt>
                <c:pt idx="134">
                  <c:v>72.784367599172768</c:v>
                </c:pt>
                <c:pt idx="135">
                  <c:v>73.327534521554668</c:v>
                </c:pt>
                <c:pt idx="136">
                  <c:v>73.870701443936554</c:v>
                </c:pt>
                <c:pt idx="137">
                  <c:v>74.413868366318439</c:v>
                </c:pt>
                <c:pt idx="138">
                  <c:v>74.957035288700325</c:v>
                </c:pt>
                <c:pt idx="139">
                  <c:v>75.500202211082211</c:v>
                </c:pt>
                <c:pt idx="140">
                  <c:v>76.043369133464097</c:v>
                </c:pt>
                <c:pt idx="141">
                  <c:v>76.586536055845997</c:v>
                </c:pt>
                <c:pt idx="142">
                  <c:v>77.129702978227883</c:v>
                </c:pt>
                <c:pt idx="143">
                  <c:v>77.672869900609768</c:v>
                </c:pt>
                <c:pt idx="144">
                  <c:v>78.216036822991654</c:v>
                </c:pt>
                <c:pt idx="145">
                  <c:v>78.75920374537354</c:v>
                </c:pt>
                <c:pt idx="146">
                  <c:v>79.30237066775544</c:v>
                </c:pt>
                <c:pt idx="147">
                  <c:v>79.845537590137326</c:v>
                </c:pt>
                <c:pt idx="148">
                  <c:v>80.388704512519212</c:v>
                </c:pt>
                <c:pt idx="149">
                  <c:v>80.931871434901097</c:v>
                </c:pt>
                <c:pt idx="150">
                  <c:v>81.475038357282983</c:v>
                </c:pt>
                <c:pt idx="151">
                  <c:v>82.018205279664883</c:v>
                </c:pt>
                <c:pt idx="152">
                  <c:v>82.561372202046769</c:v>
                </c:pt>
                <c:pt idx="153">
                  <c:v>83.104539124428655</c:v>
                </c:pt>
                <c:pt idx="154">
                  <c:v>83.647706046810541</c:v>
                </c:pt>
                <c:pt idx="155">
                  <c:v>84.190872969192426</c:v>
                </c:pt>
                <c:pt idx="156">
                  <c:v>84.734039891574326</c:v>
                </c:pt>
                <c:pt idx="157">
                  <c:v>85.277206813956212</c:v>
                </c:pt>
                <c:pt idx="158">
                  <c:v>85.820373736338098</c:v>
                </c:pt>
                <c:pt idx="159">
                  <c:v>86.363540658719984</c:v>
                </c:pt>
                <c:pt idx="160">
                  <c:v>86.90670758110187</c:v>
                </c:pt>
                <c:pt idx="161">
                  <c:v>87.44987450348377</c:v>
                </c:pt>
                <c:pt idx="162">
                  <c:v>87.993041425865655</c:v>
                </c:pt>
                <c:pt idx="163">
                  <c:v>88.536208348247541</c:v>
                </c:pt>
                <c:pt idx="164">
                  <c:v>89.079375270629427</c:v>
                </c:pt>
                <c:pt idx="165">
                  <c:v>89.622542193011313</c:v>
                </c:pt>
                <c:pt idx="166">
                  <c:v>90.165709115393213</c:v>
                </c:pt>
                <c:pt idx="167">
                  <c:v>90.708876037775099</c:v>
                </c:pt>
                <c:pt idx="168">
                  <c:v>91.252042960156984</c:v>
                </c:pt>
                <c:pt idx="169">
                  <c:v>91.79520988253887</c:v>
                </c:pt>
                <c:pt idx="170">
                  <c:v>92.338376804920756</c:v>
                </c:pt>
                <c:pt idx="171">
                  <c:v>92.881543727302642</c:v>
                </c:pt>
                <c:pt idx="172">
                  <c:v>93.424710649684542</c:v>
                </c:pt>
                <c:pt idx="173">
                  <c:v>93.967877572066428</c:v>
                </c:pt>
                <c:pt idx="174">
                  <c:v>94.511044494448313</c:v>
                </c:pt>
                <c:pt idx="175">
                  <c:v>95.054211416830199</c:v>
                </c:pt>
                <c:pt idx="176">
                  <c:v>95.597378339212085</c:v>
                </c:pt>
                <c:pt idx="177">
                  <c:v>96.140545261593985</c:v>
                </c:pt>
                <c:pt idx="178">
                  <c:v>96.683712183975871</c:v>
                </c:pt>
                <c:pt idx="179">
                  <c:v>97.226879106357757</c:v>
                </c:pt>
                <c:pt idx="180">
                  <c:v>97.770046028739642</c:v>
                </c:pt>
                <c:pt idx="181">
                  <c:v>98.313212951121528</c:v>
                </c:pt>
                <c:pt idx="182">
                  <c:v>98.856379873503428</c:v>
                </c:pt>
                <c:pt idx="183">
                  <c:v>99.399546795885314</c:v>
                </c:pt>
                <c:pt idx="184">
                  <c:v>99.9427137182672</c:v>
                </c:pt>
                <c:pt idx="185">
                  <c:v>100.4858806406491</c:v>
                </c:pt>
                <c:pt idx="186">
                  <c:v>101.029047563031</c:v>
                </c:pt>
                <c:pt idx="187">
                  <c:v>101.5722144854129</c:v>
                </c:pt>
                <c:pt idx="188">
                  <c:v>102.1153814077948</c:v>
                </c:pt>
                <c:pt idx="189">
                  <c:v>102.6585483301766</c:v>
                </c:pt>
                <c:pt idx="190">
                  <c:v>103.2017152525585</c:v>
                </c:pt>
                <c:pt idx="191">
                  <c:v>103.7448821749404</c:v>
                </c:pt>
                <c:pt idx="192">
                  <c:v>104.2880490973223</c:v>
                </c:pt>
                <c:pt idx="193">
                  <c:v>104.8312160197042</c:v>
                </c:pt>
                <c:pt idx="194">
                  <c:v>105.3743829420861</c:v>
                </c:pt>
                <c:pt idx="195">
                  <c:v>105.917549864468</c:v>
                </c:pt>
                <c:pt idx="196">
                  <c:v>106.4607167868499</c:v>
                </c:pt>
                <c:pt idx="197">
                  <c:v>107.0038837092317</c:v>
                </c:pt>
                <c:pt idx="198">
                  <c:v>107.5470506316136</c:v>
                </c:pt>
                <c:pt idx="199">
                  <c:v>108.0902175539955</c:v>
                </c:pt>
                <c:pt idx="200">
                  <c:v>108.6333844763774</c:v>
                </c:pt>
              </c:numCache>
            </c:numRef>
          </c:cat>
          <c:val>
            <c:numRef>
              <c:f>Sheet1!$C$2:$C$202</c:f>
              <c:numCache>
                <c:formatCode>#,##0</c:formatCode>
                <c:ptCount val="201"/>
                <c:pt idx="0">
                  <c:v>0</c:v>
                </c:pt>
                <c:pt idx="1">
                  <c:v>0.29382373890891711</c:v>
                </c:pt>
                <c:pt idx="2">
                  <c:v>0.40565587037466633</c:v>
                </c:pt>
                <c:pt idx="3">
                  <c:v>0.48943054296063432</c:v>
                </c:pt>
                <c:pt idx="4">
                  <c:v>0.55872353632555194</c:v>
                </c:pt>
                <c:pt idx="5">
                  <c:v>0.61872742980597606</c:v>
                </c:pt>
                <c:pt idx="6">
                  <c:v>0.67208470356190608</c:v>
                </c:pt>
                <c:pt idx="7">
                  <c:v>0.72035699753295224</c:v>
                </c:pt>
                <c:pt idx="8">
                  <c:v>0.76455836018363188</c:v>
                </c:pt>
                <c:pt idx="9">
                  <c:v>0.80539176506217958</c:v>
                </c:pt>
                <c:pt idx="10">
                  <c:v>0.84336866059724735</c:v>
                </c:pt>
                <c:pt idx="11">
                  <c:v>0.87887528770655365</c:v>
                </c:pt>
                <c:pt idx="12">
                  <c:v>0.91221213452580363</c:v>
                </c:pt>
                <c:pt idx="13">
                  <c:v>0.94361872996472906</c:v>
                </c:pt>
                <c:pt idx="14">
                  <c:v>0.97328992597105646</c:v>
                </c:pt>
                <c:pt idx="15">
                  <c:v>1.001386985366594</c:v>
                </c:pt>
                <c:pt idx="16">
                  <c:v>1.028045365577833</c:v>
                </c:pt>
                <c:pt idx="17">
                  <c:v>1.053380326119792</c:v>
                </c:pt>
                <c:pt idx="18">
                  <c:v>1.077491059369087</c:v>
                </c:pt>
                <c:pt idx="19">
                  <c:v>1.1004637931664401</c:v>
                </c:pt>
                <c:pt idx="20">
                  <c:v>1.1223741612650009</c:v>
                </c:pt>
                <c:pt idx="21">
                  <c:v>1.1432890419800441</c:v>
                </c:pt>
                <c:pt idx="22">
                  <c:v>1.1632680037099901</c:v>
                </c:pt>
                <c:pt idx="23">
                  <c:v>1.182364455231405</c:v>
                </c:pt>
                <c:pt idx="24">
                  <c:v>1.2006265711304589</c:v>
                </c:pt>
                <c:pt idx="25">
                  <c:v>1.218098043758705</c:v>
                </c:pt>
                <c:pt idx="26">
                  <c:v>1.234818699793115</c:v>
                </c:pt>
                <c:pt idx="27">
                  <c:v>1.250825009994976</c:v>
                </c:pt>
                <c:pt idx="28">
                  <c:v>1.266150513901015</c:v>
                </c:pt>
                <c:pt idx="29">
                  <c:v>1.280826176149866</c:v>
                </c:pt>
                <c:pt idx="30">
                  <c:v>1.29488068741291</c:v>
                </c:pt>
                <c:pt idx="31">
                  <c:v>1.3083407200948891</c:v>
                </c:pt>
                <c:pt idx="32">
                  <c:v>1.321231146842172</c:v>
                </c:pt>
                <c:pt idx="33">
                  <c:v>1.3335752282662821</c:v>
                </c:pt>
                <c:pt idx="34">
                  <c:v>1.3453947750294311</c:v>
                </c:pt>
                <c:pt idx="35">
                  <c:v>1.3567102884554829</c:v>
                </c:pt>
                <c:pt idx="36">
                  <c:v>1.367541083056619</c:v>
                </c:pt>
                <c:pt idx="37">
                  <c:v>1.3779053937535419</c:v>
                </c:pt>
                <c:pt idx="38">
                  <c:v>1.387820470078676</c:v>
                </c:pt>
                <c:pt idx="39">
                  <c:v>1.3973026592594591</c:v>
                </c:pt>
                <c:pt idx="40">
                  <c:v>1.4063674797620791</c:v>
                </c:pt>
                <c:pt idx="41">
                  <c:v>1.415029686618366</c:v>
                </c:pt>
                <c:pt idx="42">
                  <c:v>1.423303329648153</c:v>
                </c:pt>
                <c:pt idx="43">
                  <c:v>1.4312018055165161</c:v>
                </c:pt>
                <c:pt idx="44">
                  <c:v>1.4387379044225941</c:v>
                </c:pt>
                <c:pt idx="45">
                  <c:v>1.445923852098266</c:v>
                </c:pt>
                <c:pt idx="46">
                  <c:v>1.45277134769636</c:v>
                </c:pt>
                <c:pt idx="47">
                  <c:v>1.4592915980655059</c:v>
                </c:pt>
                <c:pt idx="48">
                  <c:v>1.46549534883939</c:v>
                </c:pt>
                <c:pt idx="49">
                  <c:v>1.471392912709742</c:v>
                </c:pt>
                <c:pt idx="50">
                  <c:v>1.4769941952028169</c:v>
                </c:pt>
                <c:pt idx="51">
                  <c:v>1.482308718237112</c:v>
                </c:pt>
                <c:pt idx="52">
                  <c:v>1.4873456417042259</c:v>
                </c:pt>
                <c:pt idx="53">
                  <c:v>1.4921137832841</c:v>
                </c:pt>
                <c:pt idx="54">
                  <c:v>1.496621636679605</c:v>
                </c:pt>
                <c:pt idx="55">
                  <c:v>1.500877388432825</c:v>
                </c:pt>
                <c:pt idx="56">
                  <c:v>1.504888933465889</c:v>
                </c:pt>
                <c:pt idx="57">
                  <c:v>1.5086638894723381</c:v>
                </c:pt>
                <c:pt idx="58">
                  <c:v>1.5122096102703431</c:v>
                </c:pt>
                <c:pt idx="59">
                  <c:v>1.5155331982164311</c:v>
                </c:pt>
                <c:pt idx="60">
                  <c:v>1.5186415157672579</c:v>
                </c:pt>
                <c:pt idx="61">
                  <c:v>1.521541196267266</c:v>
                </c:pt>
                <c:pt idx="62">
                  <c:v>1.524238654031645</c:v>
                </c:pt>
                <c:pt idx="63">
                  <c:v>1.526740093786523</c:v>
                </c:pt>
                <c:pt idx="64">
                  <c:v>1.5290515195218179</c:v>
                </c:pt>
                <c:pt idx="65">
                  <c:v>1.531178742806387</c:v>
                </c:pt>
                <c:pt idx="66">
                  <c:v>1.5331273906100891</c:v>
                </c:pt>
                <c:pt idx="67">
                  <c:v>1.5349029126728031</c:v>
                </c:pt>
                <c:pt idx="68">
                  <c:v>1.536510588456538</c:v>
                </c:pt>
                <c:pt idx="69">
                  <c:v>1.5379555337132</c:v>
                </c:pt>
                <c:pt idx="70">
                  <c:v>1.539242706697455</c:v>
                </c:pt>
                <c:pt idx="71">
                  <c:v>1.540376914051347</c:v>
                </c:pt>
                <c:pt idx="72">
                  <c:v>1.5413628163847961</c:v>
                </c:pt>
                <c:pt idx="73">
                  <c:v>1.5422049335739441</c:v>
                </c:pt>
                <c:pt idx="74">
                  <c:v>1.54290764979727</c:v>
                </c:pt>
                <c:pt idx="75">
                  <c:v>1.5434752183276259</c:v>
                </c:pt>
                <c:pt idx="76">
                  <c:v>1.543911766096784</c:v>
                </c:pt>
                <c:pt idx="77">
                  <c:v>1.544221298047592</c:v>
                </c:pt>
                <c:pt idx="78">
                  <c:v>1.544407701287599</c:v>
                </c:pt>
                <c:pt idx="79">
                  <c:v>1.5444747490567869</c:v>
                </c:pt>
                <c:pt idx="80">
                  <c:v>1.5444261045210821</c:v>
                </c:pt>
                <c:pt idx="81">
                  <c:v>1.544265324402279</c:v>
                </c:pt>
                <c:pt idx="82">
                  <c:v>1.5439958624542109</c:v>
                </c:pt>
                <c:pt idx="83">
                  <c:v>1.5436210727942321</c:v>
                </c:pt>
                <c:pt idx="84">
                  <c:v>1.5431442130983151</c:v>
                </c:pt>
                <c:pt idx="85">
                  <c:v>1.5425684476675059</c:v>
                </c:pt>
                <c:pt idx="86">
                  <c:v>1.541896850372837</c:v>
                </c:pt>
                <c:pt idx="87">
                  <c:v>1.5411324074853061</c:v>
                </c:pt>
                <c:pt idx="88">
                  <c:v>1.540278020397035</c:v>
                </c:pt>
                <c:pt idx="89">
                  <c:v>1.5393365082393029</c:v>
                </c:pt>
                <c:pt idx="90">
                  <c:v>1.5383106104027049</c:v>
                </c:pt>
                <c:pt idx="91">
                  <c:v>1.5372029889643819</c:v>
                </c:pt>
                <c:pt idx="92">
                  <c:v>1.536016231026891</c:v>
                </c:pt>
                <c:pt idx="93">
                  <c:v>1.534752850972976</c:v>
                </c:pt>
                <c:pt idx="94">
                  <c:v>1.5334152926402731</c:v>
                </c:pt>
                <c:pt idx="95">
                  <c:v>1.5320059314196419</c:v>
                </c:pt>
                <c:pt idx="96">
                  <c:v>1.530527076280644</c:v>
                </c:pt>
                <c:pt idx="97">
                  <c:v>1.5289809717274681</c:v>
                </c:pt>
                <c:pt idx="98">
                  <c:v>1.527369799688332</c:v>
                </c:pt>
                <c:pt idx="99">
                  <c:v>1.52569568134133</c:v>
                </c:pt>
                <c:pt idx="100">
                  <c:v>1.523960678879368</c:v>
                </c:pt>
                <c:pt idx="101">
                  <c:v>1.522166797216828</c:v>
                </c:pt>
                <c:pt idx="102">
                  <c:v>1.5203159856403321</c:v>
                </c:pt>
                <c:pt idx="103">
                  <c:v>1.51841013940591</c:v>
                </c:pt>
                <c:pt idx="104">
                  <c:v>1.516451101284729</c:v>
                </c:pt>
                <c:pt idx="105">
                  <c:v>1.51444066305944</c:v>
                </c:pt>
                <c:pt idx="106">
                  <c:v>1.5123805669730379</c:v>
                </c:pt>
                <c:pt idx="107">
                  <c:v>1.510272507132115</c:v>
                </c:pt>
                <c:pt idx="108">
                  <c:v>1.5081181308662139</c:v>
                </c:pt>
                <c:pt idx="109">
                  <c:v>1.505919040044948</c:v>
                </c:pt>
                <c:pt idx="110">
                  <c:v>1.5036767923544621</c:v>
                </c:pt>
                <c:pt idx="111">
                  <c:v>1.5013929025346999</c:v>
                </c:pt>
                <c:pt idx="112">
                  <c:v>1.4990688435789501</c:v>
                </c:pt>
                <c:pt idx="113">
                  <c:v>1.4967060478969689</c:v>
                </c:pt>
                <c:pt idx="114">
                  <c:v>1.4943059084430179</c:v>
                </c:pt>
                <c:pt idx="115">
                  <c:v>1.4918697798100291</c:v>
                </c:pt>
                <c:pt idx="116">
                  <c:v>1.4893989792910729</c:v>
                </c:pt>
                <c:pt idx="117">
                  <c:v>1.486894787909266</c:v>
                </c:pt>
                <c:pt idx="118">
                  <c:v>1.484358451417195</c:v>
                </c:pt>
                <c:pt idx="119">
                  <c:v>1.481791181266878</c:v>
                </c:pt>
                <c:pt idx="120">
                  <c:v>1.4791941555512571</c:v>
                </c:pt>
                <c:pt idx="121">
                  <c:v>1.4765685199181739</c:v>
                </c:pt>
                <c:pt idx="122">
                  <c:v>1.473915388457725</c:v>
                </c:pt>
                <c:pt idx="123">
                  <c:v>1.47123584456388</c:v>
                </c:pt>
                <c:pt idx="124">
                  <c:v>1.468530941771176</c:v>
                </c:pt>
                <c:pt idx="125">
                  <c:v>1.4658017045673339</c:v>
                </c:pt>
                <c:pt idx="126">
                  <c:v>1.463049129182513</c:v>
                </c:pt>
                <c:pt idx="127">
                  <c:v>1.4602741843559941</c:v>
                </c:pt>
                <c:pt idx="128">
                  <c:v>1.457477812080977</c:v>
                </c:pt>
                <c:pt idx="129">
                  <c:v>1.454660928328199</c:v>
                </c:pt>
                <c:pt idx="130">
                  <c:v>1.451824423749005</c:v>
                </c:pt>
                <c:pt idx="131">
                  <c:v>1.4489691643585469</c:v>
                </c:pt>
                <c:pt idx="132">
                  <c:v>1.446095992199703</c:v>
                </c:pt>
                <c:pt idx="133">
                  <c:v>1.4432057259882991</c:v>
                </c:pt>
                <c:pt idx="134">
                  <c:v>1.440299161740231</c:v>
                </c:pt>
                <c:pt idx="135">
                  <c:v>1.43737707338103</c:v>
                </c:pt>
                <c:pt idx="136">
                  <c:v>1.4344402133383689</c:v>
                </c:pt>
                <c:pt idx="137">
                  <c:v>1.4314893131180859</c:v>
                </c:pt>
                <c:pt idx="138">
                  <c:v>1.4285250838641641</c:v>
                </c:pt>
                <c:pt idx="139">
                  <c:v>1.425548216903171</c:v>
                </c:pt>
                <c:pt idx="140">
                  <c:v>1.422559384273627</c:v>
                </c:pt>
                <c:pt idx="141">
                  <c:v>1.4195592392407339</c:v>
                </c:pt>
                <c:pt idx="142">
                  <c:v>1.4165484167969</c:v>
                </c:pt>
                <c:pt idx="143">
                  <c:v>1.4135275341484861</c:v>
                </c:pt>
                <c:pt idx="144">
                  <c:v>1.4104971911891711</c:v>
                </c:pt>
                <c:pt idx="145">
                  <c:v>1.4074579709603341</c:v>
                </c:pt>
                <c:pt idx="146">
                  <c:v>1.4044104400988211</c:v>
                </c:pt>
                <c:pt idx="147">
                  <c:v>1.4013551492724721</c:v>
                </c:pt>
                <c:pt idx="148">
                  <c:v>1.3982926336037591</c:v>
                </c:pt>
                <c:pt idx="149">
                  <c:v>1.3952234130818819</c:v>
                </c:pt>
                <c:pt idx="150">
                  <c:v>1.3921479929636491</c:v>
                </c:pt>
                <c:pt idx="151">
                  <c:v>1.389066864163464</c:v>
                </c:pt>
                <c:pt idx="152">
                  <c:v>1.3859805036327431</c:v>
                </c:pt>
                <c:pt idx="153">
                  <c:v>1.38288937472905</c:v>
                </c:pt>
                <c:pt idx="154">
                  <c:v>1.3797939275752491</c:v>
                </c:pt>
                <c:pt idx="155">
                  <c:v>1.376694599408959</c:v>
                </c:pt>
                <c:pt idx="156">
                  <c:v>1.373591814922583</c:v>
                </c:pt>
                <c:pt idx="157">
                  <c:v>1.3704859865941781</c:v>
                </c:pt>
                <c:pt idx="158">
                  <c:v>1.367377515009438</c:v>
                </c:pt>
                <c:pt idx="159">
                  <c:v>1.364266789175006</c:v>
                </c:pt>
                <c:pt idx="160">
                  <c:v>1.3611541868234081</c:v>
                </c:pt>
                <c:pt idx="161">
                  <c:v>1.358040074709802</c:v>
                </c:pt>
                <c:pt idx="162">
                  <c:v>1.3549248089007819</c:v>
                </c:pt>
                <c:pt idx="163">
                  <c:v>1.351808735055489</c:v>
                </c:pt>
                <c:pt idx="164">
                  <c:v>1.3486921886991921</c:v>
                </c:pt>
                <c:pt idx="165">
                  <c:v>1.3455754954895871</c:v>
                </c:pt>
                <c:pt idx="166">
                  <c:v>1.342458971476018</c:v>
                </c:pt>
                <c:pt idx="167">
                  <c:v>1.339342923351778</c:v>
                </c:pt>
                <c:pt idx="168">
                  <c:v>1.336227648699724</c:v>
                </c:pt>
                <c:pt idx="169">
                  <c:v>1.333113436231387</c:v>
                </c:pt>
                <c:pt idx="170">
                  <c:v>1.330000566019707</c:v>
                </c:pt>
                <c:pt idx="171">
                  <c:v>1.326889309725648</c:v>
                </c:pt>
                <c:pt idx="172">
                  <c:v>1.323779930818791</c:v>
                </c:pt>
                <c:pt idx="173">
                  <c:v>1.3206726847921151</c:v>
                </c:pt>
                <c:pt idx="174">
                  <c:v>1.3175678193710989</c:v>
                </c:pt>
                <c:pt idx="175">
                  <c:v>1.3144655747173231</c:v>
                </c:pt>
                <c:pt idx="176">
                  <c:v>1.311366183626695</c:v>
                </c:pt>
                <c:pt idx="177">
                  <c:v>1.308269871722471</c:v>
                </c:pt>
                <c:pt idx="178">
                  <c:v>1.305176857643209</c:v>
                </c:pt>
                <c:pt idx="179">
                  <c:v>1.302087353225764</c:v>
                </c:pt>
                <c:pt idx="180">
                  <c:v>1.2990015636835119</c:v>
                </c:pt>
                <c:pt idx="181">
                  <c:v>1.2959196877798791</c:v>
                </c:pt>
                <c:pt idx="182">
                  <c:v>1.292841917997354</c:v>
                </c:pt>
                <c:pt idx="183">
                  <c:v>1.2897684407020531</c:v>
                </c:pt>
                <c:pt idx="184">
                  <c:v>1.286699436304003</c:v>
                </c:pt>
                <c:pt idx="185">
                  <c:v>1.2836350794132361</c:v>
                </c:pt>
                <c:pt idx="186">
                  <c:v>1.280575538991807</c:v>
                </c:pt>
                <c:pt idx="187">
                  <c:v>1.2775209785018651</c:v>
                </c:pt>
                <c:pt idx="188">
                  <c:v>1.2744715560498501</c:v>
                </c:pt>
                <c:pt idx="189">
                  <c:v>1.2714274245269559</c:v>
                </c:pt>
                <c:pt idx="190">
                  <c:v>1.2683887317459359</c:v>
                </c:pt>
                <c:pt idx="191">
                  <c:v>1.265355620574351</c:v>
                </c:pt>
                <c:pt idx="192">
                  <c:v>1.2623282290643749</c:v>
                </c:pt>
                <c:pt idx="193">
                  <c:v>1.2593066905792261</c:v>
                </c:pt>
                <c:pt idx="194">
                  <c:v>1.2562911339163181</c:v>
                </c:pt>
                <c:pt idx="195">
                  <c:v>1.253281683427244</c:v>
                </c:pt>
                <c:pt idx="196">
                  <c:v>1.2502784591346341</c:v>
                </c:pt>
                <c:pt idx="197">
                  <c:v>1.2472815768460139</c:v>
                </c:pt>
                <c:pt idx="198">
                  <c:v>1.244291148264713</c:v>
                </c:pt>
                <c:pt idx="199">
                  <c:v>1.2413072810979131</c:v>
                </c:pt>
                <c:pt idx="200">
                  <c:v>1.2383300791619209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C3F-4E80-9EBF-1ED146E5A0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>
              <a:solidFill>
                <a:srgbClr val="0060FF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80.350271359173774</c:v>
                </c:pt>
                <c:pt idx="2">
                  <c:v>160.70054271834749</c:v>
                </c:pt>
                <c:pt idx="3">
                  <c:v>241.0508140775213</c:v>
                </c:pt>
                <c:pt idx="4">
                  <c:v>321.4010854366951</c:v>
                </c:pt>
                <c:pt idx="5">
                  <c:v>401.7513567958689</c:v>
                </c:pt>
                <c:pt idx="6">
                  <c:v>482.10162815504259</c:v>
                </c:pt>
                <c:pt idx="7">
                  <c:v>562.45189951421639</c:v>
                </c:pt>
                <c:pt idx="8">
                  <c:v>642.8021708733902</c:v>
                </c:pt>
                <c:pt idx="9">
                  <c:v>723.152442232564</c:v>
                </c:pt>
                <c:pt idx="10">
                  <c:v>803.5027135917378</c:v>
                </c:pt>
                <c:pt idx="11">
                  <c:v>883.85298495091149</c:v>
                </c:pt>
                <c:pt idx="12">
                  <c:v>964.20325631008529</c:v>
                </c:pt>
                <c:pt idx="13">
                  <c:v>1044.553527669259</c:v>
                </c:pt>
                <c:pt idx="14">
                  <c:v>1124.903799028433</c:v>
                </c:pt>
                <c:pt idx="15">
                  <c:v>1205.254070387607</c:v>
                </c:pt>
                <c:pt idx="16">
                  <c:v>1285.6043417467799</c:v>
                </c:pt>
                <c:pt idx="17">
                  <c:v>1365.954613105954</c:v>
                </c:pt>
                <c:pt idx="18">
                  <c:v>1446.304884465128</c:v>
                </c:pt>
                <c:pt idx="19">
                  <c:v>1526.655155824302</c:v>
                </c:pt>
                <c:pt idx="20">
                  <c:v>1607.0054271834761</c:v>
                </c:pt>
                <c:pt idx="21">
                  <c:v>1687.355698542649</c:v>
                </c:pt>
                <c:pt idx="22">
                  <c:v>1767.705969901823</c:v>
                </c:pt>
                <c:pt idx="23">
                  <c:v>1848.056241260997</c:v>
                </c:pt>
                <c:pt idx="24">
                  <c:v>1928.406512620171</c:v>
                </c:pt>
                <c:pt idx="25">
                  <c:v>2008.7567839793439</c:v>
                </c:pt>
                <c:pt idx="26">
                  <c:v>2089.107055338518</c:v>
                </c:pt>
                <c:pt idx="27">
                  <c:v>2169.4573266976922</c:v>
                </c:pt>
                <c:pt idx="28">
                  <c:v>2249.807598056866</c:v>
                </c:pt>
                <c:pt idx="29">
                  <c:v>2330.1578694160389</c:v>
                </c:pt>
                <c:pt idx="30">
                  <c:v>2410.5081407752132</c:v>
                </c:pt>
                <c:pt idx="31">
                  <c:v>2490.858412134387</c:v>
                </c:pt>
                <c:pt idx="32">
                  <c:v>2571.2086834935608</c:v>
                </c:pt>
                <c:pt idx="33">
                  <c:v>2651.558954852735</c:v>
                </c:pt>
                <c:pt idx="34">
                  <c:v>2731.9092262119079</c:v>
                </c:pt>
                <c:pt idx="35">
                  <c:v>2812.2594975710822</c:v>
                </c:pt>
                <c:pt idx="36">
                  <c:v>2892.609768930256</c:v>
                </c:pt>
                <c:pt idx="37">
                  <c:v>2972.9600402894298</c:v>
                </c:pt>
                <c:pt idx="38">
                  <c:v>3053.3103116486041</c:v>
                </c:pt>
                <c:pt idx="39">
                  <c:v>3133.6605830077769</c:v>
                </c:pt>
                <c:pt idx="40">
                  <c:v>3214.0108543669512</c:v>
                </c:pt>
                <c:pt idx="41">
                  <c:v>3294.361125726125</c:v>
                </c:pt>
                <c:pt idx="42">
                  <c:v>3374.7113970852979</c:v>
                </c:pt>
                <c:pt idx="43">
                  <c:v>3455.0616684444722</c:v>
                </c:pt>
                <c:pt idx="44">
                  <c:v>3535.411939803646</c:v>
                </c:pt>
                <c:pt idx="45">
                  <c:v>3615.7622111628202</c:v>
                </c:pt>
                <c:pt idx="46">
                  <c:v>3696.112482521994</c:v>
                </c:pt>
                <c:pt idx="47">
                  <c:v>3776.4627538811669</c:v>
                </c:pt>
                <c:pt idx="48">
                  <c:v>3856.8130252403412</c:v>
                </c:pt>
                <c:pt idx="49">
                  <c:v>3937.163296599515</c:v>
                </c:pt>
                <c:pt idx="50">
                  <c:v>4017.5135679586888</c:v>
                </c:pt>
                <c:pt idx="51">
                  <c:v>4097.8638393178626</c:v>
                </c:pt>
                <c:pt idx="52">
                  <c:v>4178.2141106770359</c:v>
                </c:pt>
                <c:pt idx="53">
                  <c:v>4258.5643820362102</c:v>
                </c:pt>
                <c:pt idx="54">
                  <c:v>4338.9146533953844</c:v>
                </c:pt>
                <c:pt idx="55">
                  <c:v>4419.2649247545578</c:v>
                </c:pt>
                <c:pt idx="56">
                  <c:v>4499.6151961137311</c:v>
                </c:pt>
                <c:pt idx="57">
                  <c:v>4579.9654674729054</c:v>
                </c:pt>
                <c:pt idx="58">
                  <c:v>4660.3157388320788</c:v>
                </c:pt>
                <c:pt idx="59">
                  <c:v>4740.666010191253</c:v>
                </c:pt>
                <c:pt idx="60">
                  <c:v>4821.0162815504264</c:v>
                </c:pt>
                <c:pt idx="61">
                  <c:v>4901.3665529096006</c:v>
                </c:pt>
                <c:pt idx="62">
                  <c:v>4981.716824268774</c:v>
                </c:pt>
                <c:pt idx="63">
                  <c:v>5062.0670956279482</c:v>
                </c:pt>
                <c:pt idx="64">
                  <c:v>5142.4173669871216</c:v>
                </c:pt>
                <c:pt idx="65">
                  <c:v>5222.7676383462958</c:v>
                </c:pt>
                <c:pt idx="66">
                  <c:v>5303.1179097054692</c:v>
                </c:pt>
                <c:pt idx="67">
                  <c:v>5383.4681810646434</c:v>
                </c:pt>
                <c:pt idx="68">
                  <c:v>5463.8184524238168</c:v>
                </c:pt>
                <c:pt idx="69">
                  <c:v>5544.1687237829901</c:v>
                </c:pt>
                <c:pt idx="70">
                  <c:v>5624.5189951421644</c:v>
                </c:pt>
                <c:pt idx="71">
                  <c:v>5704.8692665013377</c:v>
                </c:pt>
                <c:pt idx="72">
                  <c:v>5785.219537860512</c:v>
                </c:pt>
                <c:pt idx="73">
                  <c:v>5865.5698092196853</c:v>
                </c:pt>
                <c:pt idx="74">
                  <c:v>5945.9200805788596</c:v>
                </c:pt>
                <c:pt idx="75">
                  <c:v>6026.2703519380329</c:v>
                </c:pt>
                <c:pt idx="76">
                  <c:v>6106.6206232972072</c:v>
                </c:pt>
                <c:pt idx="77">
                  <c:v>6186.9708946563806</c:v>
                </c:pt>
                <c:pt idx="78">
                  <c:v>6267.3211660155548</c:v>
                </c:pt>
                <c:pt idx="79">
                  <c:v>6347.6714373747282</c:v>
                </c:pt>
                <c:pt idx="80">
                  <c:v>6428.0217087339024</c:v>
                </c:pt>
                <c:pt idx="81">
                  <c:v>6508.3719800930758</c:v>
                </c:pt>
                <c:pt idx="82">
                  <c:v>6588.7222514522491</c:v>
                </c:pt>
                <c:pt idx="83">
                  <c:v>6669.0725228114234</c:v>
                </c:pt>
                <c:pt idx="84">
                  <c:v>6749.4227941705967</c:v>
                </c:pt>
                <c:pt idx="85">
                  <c:v>6829.773065529771</c:v>
                </c:pt>
                <c:pt idx="86">
                  <c:v>6910.1233368889443</c:v>
                </c:pt>
                <c:pt idx="87">
                  <c:v>6990.4736082481186</c:v>
                </c:pt>
                <c:pt idx="88">
                  <c:v>7070.8238796072919</c:v>
                </c:pt>
                <c:pt idx="89">
                  <c:v>7151.1741509664662</c:v>
                </c:pt>
                <c:pt idx="90">
                  <c:v>7231.5244223256404</c:v>
                </c:pt>
                <c:pt idx="91">
                  <c:v>7311.8746936848138</c:v>
                </c:pt>
                <c:pt idx="92">
                  <c:v>7392.2249650439871</c:v>
                </c:pt>
                <c:pt idx="93">
                  <c:v>7472.5752364031614</c:v>
                </c:pt>
                <c:pt idx="94">
                  <c:v>7552.9255077623347</c:v>
                </c:pt>
                <c:pt idx="95">
                  <c:v>7633.275779121509</c:v>
                </c:pt>
                <c:pt idx="96">
                  <c:v>7713.6260504806824</c:v>
                </c:pt>
                <c:pt idx="97">
                  <c:v>7793.9763218398566</c:v>
                </c:pt>
                <c:pt idx="98">
                  <c:v>7874.32659319903</c:v>
                </c:pt>
                <c:pt idx="99">
                  <c:v>7954.6768645582033</c:v>
                </c:pt>
                <c:pt idx="100">
                  <c:v>8035.0271359173776</c:v>
                </c:pt>
                <c:pt idx="101">
                  <c:v>8115.3774072765509</c:v>
                </c:pt>
                <c:pt idx="102">
                  <c:v>8195.7276786357252</c:v>
                </c:pt>
                <c:pt idx="103">
                  <c:v>8276.0779499948985</c:v>
                </c:pt>
                <c:pt idx="104">
                  <c:v>8356.4282213540719</c:v>
                </c:pt>
                <c:pt idx="105">
                  <c:v>8436.778492713247</c:v>
                </c:pt>
                <c:pt idx="106">
                  <c:v>8517.1287640724204</c:v>
                </c:pt>
                <c:pt idx="107">
                  <c:v>8597.4790354315937</c:v>
                </c:pt>
                <c:pt idx="108">
                  <c:v>8677.8293067907671</c:v>
                </c:pt>
                <c:pt idx="109">
                  <c:v>8758.1795781499422</c:v>
                </c:pt>
                <c:pt idx="110">
                  <c:v>8838.5298495091156</c:v>
                </c:pt>
                <c:pt idx="111">
                  <c:v>8918.8801208682889</c:v>
                </c:pt>
                <c:pt idx="112">
                  <c:v>8999.2303922274623</c:v>
                </c:pt>
                <c:pt idx="113">
                  <c:v>9079.5806635866375</c:v>
                </c:pt>
                <c:pt idx="114">
                  <c:v>9159.9309349458108</c:v>
                </c:pt>
                <c:pt idx="115">
                  <c:v>9240.2812063049842</c:v>
                </c:pt>
                <c:pt idx="116">
                  <c:v>9320.6314776641575</c:v>
                </c:pt>
                <c:pt idx="117">
                  <c:v>9400.9817490233308</c:v>
                </c:pt>
                <c:pt idx="118">
                  <c:v>9481.332020382506</c:v>
                </c:pt>
                <c:pt idx="119">
                  <c:v>9561.6822917416794</c:v>
                </c:pt>
                <c:pt idx="120">
                  <c:v>9642.0325631008527</c:v>
                </c:pt>
                <c:pt idx="121">
                  <c:v>9722.3828344600261</c:v>
                </c:pt>
                <c:pt idx="122">
                  <c:v>9802.7331058192012</c:v>
                </c:pt>
                <c:pt idx="123">
                  <c:v>9883.0833771783746</c:v>
                </c:pt>
                <c:pt idx="124">
                  <c:v>9963.4336485375479</c:v>
                </c:pt>
                <c:pt idx="125">
                  <c:v>10043.783919896719</c:v>
                </c:pt>
                <c:pt idx="126">
                  <c:v>10124.1341912559</c:v>
                </c:pt>
                <c:pt idx="127">
                  <c:v>10204.48446261507</c:v>
                </c:pt>
                <c:pt idx="128">
                  <c:v>10284.834733974239</c:v>
                </c:pt>
                <c:pt idx="129">
                  <c:v>10365.18500533342</c:v>
                </c:pt>
                <c:pt idx="130">
                  <c:v>10445.53527669259</c:v>
                </c:pt>
                <c:pt idx="131">
                  <c:v>10525.88554805176</c:v>
                </c:pt>
                <c:pt idx="132">
                  <c:v>10606.23581941094</c:v>
                </c:pt>
                <c:pt idx="133">
                  <c:v>10686.58609077011</c:v>
                </c:pt>
                <c:pt idx="134">
                  <c:v>10766.936362129291</c:v>
                </c:pt>
                <c:pt idx="135">
                  <c:v>10847.28663348846</c:v>
                </c:pt>
                <c:pt idx="136">
                  <c:v>10927.63690484763</c:v>
                </c:pt>
                <c:pt idx="137">
                  <c:v>11007.987176206811</c:v>
                </c:pt>
                <c:pt idx="138">
                  <c:v>11088.33744756598</c:v>
                </c:pt>
                <c:pt idx="139">
                  <c:v>11168.687718925161</c:v>
                </c:pt>
                <c:pt idx="140">
                  <c:v>11249.037990284331</c:v>
                </c:pt>
                <c:pt idx="141">
                  <c:v>11329.3882616435</c:v>
                </c:pt>
                <c:pt idx="142">
                  <c:v>11409.738533002679</c:v>
                </c:pt>
                <c:pt idx="143">
                  <c:v>11490.088804361851</c:v>
                </c:pt>
                <c:pt idx="144">
                  <c:v>11570.43907572102</c:v>
                </c:pt>
                <c:pt idx="145">
                  <c:v>11650.789347080199</c:v>
                </c:pt>
                <c:pt idx="146">
                  <c:v>11731.139618439371</c:v>
                </c:pt>
                <c:pt idx="147">
                  <c:v>11811.48988979854</c:v>
                </c:pt>
                <c:pt idx="148">
                  <c:v>11891.840161157719</c:v>
                </c:pt>
                <c:pt idx="149">
                  <c:v>11972.190432516891</c:v>
                </c:pt>
                <c:pt idx="150">
                  <c:v>12052.54070387607</c:v>
                </c:pt>
                <c:pt idx="151">
                  <c:v>12132.890975235239</c:v>
                </c:pt>
                <c:pt idx="152">
                  <c:v>12213.241246594411</c:v>
                </c:pt>
                <c:pt idx="153">
                  <c:v>12293.59151795359</c:v>
                </c:pt>
                <c:pt idx="154">
                  <c:v>12373.941789312759</c:v>
                </c:pt>
                <c:pt idx="155">
                  <c:v>12454.292060671931</c:v>
                </c:pt>
                <c:pt idx="156">
                  <c:v>12534.64233203111</c:v>
                </c:pt>
                <c:pt idx="157">
                  <c:v>12614.992603390279</c:v>
                </c:pt>
                <c:pt idx="158">
                  <c:v>12695.34287474946</c:v>
                </c:pt>
                <c:pt idx="159">
                  <c:v>12775.69314610863</c:v>
                </c:pt>
                <c:pt idx="160">
                  <c:v>12856.043417467799</c:v>
                </c:pt>
                <c:pt idx="161">
                  <c:v>12936.39368882698</c:v>
                </c:pt>
                <c:pt idx="162">
                  <c:v>13016.74396018615</c:v>
                </c:pt>
                <c:pt idx="163">
                  <c:v>13097.094231545319</c:v>
                </c:pt>
                <c:pt idx="164">
                  <c:v>13177.4445029045</c:v>
                </c:pt>
                <c:pt idx="165">
                  <c:v>13257.79477426367</c:v>
                </c:pt>
                <c:pt idx="166">
                  <c:v>13338.14504562285</c:v>
                </c:pt>
                <c:pt idx="167">
                  <c:v>13418.49531698202</c:v>
                </c:pt>
                <c:pt idx="168">
                  <c:v>13498.84558834119</c:v>
                </c:pt>
                <c:pt idx="169">
                  <c:v>13579.19585970037</c:v>
                </c:pt>
                <c:pt idx="170">
                  <c:v>13659.54613105954</c:v>
                </c:pt>
                <c:pt idx="171">
                  <c:v>13739.896402418721</c:v>
                </c:pt>
                <c:pt idx="172">
                  <c:v>13820.24667377789</c:v>
                </c:pt>
                <c:pt idx="173">
                  <c:v>13900.59694513706</c:v>
                </c:pt>
                <c:pt idx="174">
                  <c:v>13980.947216496241</c:v>
                </c:pt>
                <c:pt idx="175">
                  <c:v>14061.297487855411</c:v>
                </c:pt>
                <c:pt idx="176">
                  <c:v>14141.64775921458</c:v>
                </c:pt>
                <c:pt idx="177">
                  <c:v>14221.998030573761</c:v>
                </c:pt>
                <c:pt idx="178">
                  <c:v>14302.348301932931</c:v>
                </c:pt>
                <c:pt idx="179">
                  <c:v>14382.698573292109</c:v>
                </c:pt>
                <c:pt idx="180">
                  <c:v>14463.048844651281</c:v>
                </c:pt>
                <c:pt idx="181">
                  <c:v>14543.399116010451</c:v>
                </c:pt>
                <c:pt idx="182">
                  <c:v>14623.749387369629</c:v>
                </c:pt>
                <c:pt idx="183">
                  <c:v>14704.099658728799</c:v>
                </c:pt>
                <c:pt idx="184">
                  <c:v>14784.449930087971</c:v>
                </c:pt>
                <c:pt idx="185">
                  <c:v>14864.800201447149</c:v>
                </c:pt>
                <c:pt idx="186">
                  <c:v>14945.150472806319</c:v>
                </c:pt>
                <c:pt idx="187">
                  <c:v>15025.5007441655</c:v>
                </c:pt>
                <c:pt idx="188">
                  <c:v>15105.851015524669</c:v>
                </c:pt>
                <c:pt idx="189">
                  <c:v>15186.201286883839</c:v>
                </c:pt>
                <c:pt idx="190">
                  <c:v>15266.55155824302</c:v>
                </c:pt>
                <c:pt idx="191">
                  <c:v>15346.90182960219</c:v>
                </c:pt>
                <c:pt idx="192">
                  <c:v>15427.252100961359</c:v>
                </c:pt>
                <c:pt idx="193">
                  <c:v>15507.60237232054</c:v>
                </c:pt>
                <c:pt idx="194">
                  <c:v>15587.95264367971</c:v>
                </c:pt>
                <c:pt idx="195">
                  <c:v>15668.30291503889</c:v>
                </c:pt>
                <c:pt idx="196">
                  <c:v>15748.65318639806</c:v>
                </c:pt>
                <c:pt idx="197">
                  <c:v>15829.00345775723</c:v>
                </c:pt>
                <c:pt idx="198">
                  <c:v>15909.35372911641</c:v>
                </c:pt>
                <c:pt idx="199">
                  <c:v>15989.70400047558</c:v>
                </c:pt>
                <c:pt idx="200">
                  <c:v>16070.054271834761</c:v>
                </c:pt>
              </c:numCache>
            </c:numRef>
          </c:cat>
          <c:val>
            <c:numRef>
              <c:f>Sheet1!$B$2:$B$202</c:f>
              <c:numCache>
                <c:formatCode>#,##0</c:formatCode>
                <c:ptCount val="201"/>
                <c:pt idx="0">
                  <c:v>0</c:v>
                </c:pt>
                <c:pt idx="1">
                  <c:v>1.859807913173759E-7</c:v>
                </c:pt>
                <c:pt idx="2">
                  <c:v>6.1193365235795074E-6</c:v>
                </c:pt>
                <c:pt idx="3">
                  <c:v>4.7231347292977778E-5</c:v>
                </c:pt>
                <c:pt idx="4">
                  <c:v>2.0134415000622541E-4</c:v>
                </c:pt>
                <c:pt idx="5">
                  <c:v>6.1997837208011941E-4</c:v>
                </c:pt>
                <c:pt idx="6">
                  <c:v>1.5540112292983931E-3</c:v>
                </c:pt>
                <c:pt idx="7">
                  <c:v>3.3795656670477119E-3</c:v>
                </c:pt>
                <c:pt idx="8">
                  <c:v>6.6240274959320248E-3</c:v>
                </c:pt>
                <c:pt idx="9">
                  <c:v>1.199206710105569E-2</c:v>
                </c:pt>
                <c:pt idx="10">
                  <c:v>2.0391496071056229E-2</c:v>
                </c:pt>
                <c:pt idx="11">
                  <c:v>3.2958718348407919E-2</c:v>
                </c:pt>
                <c:pt idx="12">
                  <c:v>5.1083439291972559E-2</c:v>
                </c:pt>
                <c:pt idx="13">
                  <c:v>7.643217306041869E-2</c:v>
                </c:pt>
                <c:pt idx="14">
                  <c:v>0.1109699382648969</c:v>
                </c:pt>
                <c:pt idx="15">
                  <c:v>0.15697935456519349</c:v>
                </c:pt>
                <c:pt idx="16">
                  <c:v>0.21707615164965771</c:v>
                </c:pt>
                <c:pt idx="17">
                  <c:v>0.29421988282943812</c:v>
                </c:pt>
                <c:pt idx="18">
                  <c:v>0.39171840845858541</c:v>
                </c:pt>
                <c:pt idx="19">
                  <c:v>0.51322449501065726</c:v>
                </c:pt>
                <c:pt idx="20">
                  <c:v>0.66272268562745218</c:v>
                </c:pt>
                <c:pt idx="21">
                  <c:v>0.8445044659890909</c:v>
                </c:pt>
                <c:pt idx="22">
                  <c:v>1.0631297110965969</c:v>
                </c:pt>
                <c:pt idx="23">
                  <c:v>1.323372495605224</c:v>
                </c:pt>
                <c:pt idx="24">
                  <c:v>1.630149627662056</c:v>
                </c:pt>
                <c:pt idx="25">
                  <c:v>1.9884307675868831</c:v>
                </c:pt>
                <c:pt idx="26">
                  <c:v>2.4031297540664509</c:v>
                </c:pt>
                <c:pt idx="27">
                  <c:v>2.8789778008425531</c:v>
                </c:pt>
                <c:pt idx="28">
                  <c:v>3.4203805379236032</c:v>
                </c:pt>
                <c:pt idx="29">
                  <c:v>4.0312624070660936</c:v>
                </c:pt>
                <c:pt idx="30">
                  <c:v>4.7149035893032369</c:v>
                </c:pt>
                <c:pt idx="31">
                  <c:v>5.4737763005318447</c:v>
                </c:pt>
                <c:pt idx="32">
                  <c:v>6.3093887524039332</c:v>
                </c:pt>
                <c:pt idx="33">
                  <c:v>7.2221461229671906</c:v>
                </c:pt>
                <c:pt idx="34">
                  <c:v>8.2112382945216478</c:v>
                </c:pt>
                <c:pt idx="35">
                  <c:v>9.2745637080587304</c:v>
                </c:pt>
                <c:pt idx="36">
                  <c:v>10.408697341305061</c:v>
                </c:pt>
                <c:pt idx="37">
                  <c:v>11.608908538260771</c:v>
                </c:pt>
                <c:pt idx="38">
                  <c:v>12.869231333294319</c:v>
                </c:pt>
                <c:pt idx="39">
                  <c:v>14.182586287766521</c:v>
                </c:pt>
                <c:pt idx="40">
                  <c:v>15.540949065145369</c:v>
                </c:pt>
                <c:pt idx="41">
                  <c:v>16.935557441177519</c:v>
                </c:pt>
                <c:pt idx="42">
                  <c:v>18.35714559636941</c:v>
                </c:pt>
                <c:pt idx="43">
                  <c:v>19.796192703706229</c:v>
                </c:pt>
                <c:pt idx="44">
                  <c:v>21.24317220078149</c:v>
                </c:pt>
                <c:pt idx="45">
                  <c:v>22.68878874847897</c:v>
                </c:pt>
                <c:pt idx="46">
                  <c:v>24.124191587755959</c:v>
                </c:pt>
                <c:pt idx="47">
                  <c:v>25.541155538783869</c:v>
                </c:pt>
                <c:pt idx="48">
                  <c:v>26.932223891637889</c:v>
                </c:pt>
                <c:pt idx="49">
                  <c:v>28.2908105480799</c:v>
                </c:pt>
                <c:pt idx="50">
                  <c:v>29.61126166339859</c:v>
                </c:pt>
                <c:pt idx="51">
                  <c:v>30.888879459691861</c:v>
                </c:pt>
                <c:pt idx="52">
                  <c:v>32.119912690769063</c:v>
                </c:pt>
                <c:pt idx="53">
                  <c:v>33.3015193859977</c:v>
                </c:pt>
                <c:pt idx="54">
                  <c:v>34.43170802061443</c:v>
                </c:pt>
                <c:pt idx="55">
                  <c:v>35.509263246316642</c:v>
                </c:pt>
                <c:pt idx="56">
                  <c:v>36.533661893363757</c:v>
                </c:pt>
                <c:pt idx="57">
                  <c:v>37.504984257411557</c:v>
                </c:pt>
                <c:pt idx="58">
                  <c:v>38.423824835098188</c:v>
                </c:pt>
                <c:pt idx="59">
                  <c:v>39.2912057757665</c:v>
                </c:pt>
                <c:pt idx="60">
                  <c:v>40.108495451083293</c:v>
                </c:pt>
                <c:pt idx="61">
                  <c:v>40.877333762426147</c:v>
                </c:pt>
                <c:pt idx="62">
                  <c:v>41.599565137738793</c:v>
                </c:pt>
                <c:pt idx="63">
                  <c:v>42.277179626757203</c:v>
                </c:pt>
                <c:pt idx="64">
                  <c:v>42.912262084388708</c:v>
                </c:pt>
                <c:pt idx="65">
                  <c:v>43.50694912616185</c:v>
                </c:pt>
                <c:pt idx="66">
                  <c:v>44.063393331730623</c:v>
                </c:pt>
                <c:pt idx="67">
                  <c:v>44.583734045186468</c:v>
                </c:pt>
                <c:pt idx="68">
                  <c:v>45.070074057275583</c:v>
                </c:pt>
                <c:pt idx="69">
                  <c:v>45.524461438842579</c:v>
                </c:pt>
                <c:pt idx="70">
                  <c:v>45.948875813323554</c:v>
                </c:pt>
                <c:pt idx="71">
                  <c:v>46.345218397645368</c:v>
                </c:pt>
                <c:pt idx="72">
                  <c:v>46.715305196534302</c:v>
                </c:pt>
                <c:pt idx="73">
                  <c:v>47.06086279818075</c:v>
                </c:pt>
                <c:pt idx="74">
                  <c:v>47.383526284459663</c:v>
                </c:pt>
                <c:pt idx="75">
                  <c:v>47.684838832973078</c:v>
                </c:pt>
                <c:pt idx="76">
                  <c:v>47.966252648761547</c:v>
                </c:pt>
                <c:pt idx="77">
                  <c:v>48.229130919238912</c:v>
                </c:pt>
                <c:pt idx="78">
                  <c:v>48.474750536023912</c:v>
                </c:pt>
                <c:pt idx="79">
                  <c:v>48.704305371647962</c:v>
                </c:pt>
                <c:pt idx="80">
                  <c:v>48.918909937709167</c:v>
                </c:pt>
                <c:pt idx="81">
                  <c:v>49.119603284236931</c:v>
                </c:pt>
                <c:pt idx="82">
                  <c:v>49.307353028259932</c:v>
                </c:pt>
                <c:pt idx="83">
                  <c:v>49.483059423343803</c:v>
                </c:pt>
                <c:pt idx="84">
                  <c:v>49.647559401692249</c:v>
                </c:pt>
                <c:pt idx="85">
                  <c:v>49.801630536800751</c:v>
                </c:pt>
                <c:pt idx="86">
                  <c:v>49.945994888088457</c:v>
                </c:pt>
                <c:pt idx="87">
                  <c:v>50.08132269985046</c:v>
                </c:pt>
                <c:pt idx="88">
                  <c:v>50.208235935658998</c:v>
                </c:pt>
                <c:pt idx="89">
                  <c:v>50.327311636346607</c:v>
                </c:pt>
                <c:pt idx="90">
                  <c:v>50.43908509522457</c:v>
                </c:pt>
                <c:pt idx="91">
                  <c:v>50.544052848486238</c:v>
                </c:pt>
                <c:pt idx="92">
                  <c:v>50.642675482038683</c:v>
                </c:pt>
                <c:pt idx="93">
                  <c:v>50.735380258481143</c:v>
                </c:pt>
                <c:pt idx="94">
                  <c:v>50.822563569765251</c:v>
                </c:pt>
                <c:pt idx="95">
                  <c:v>50.904593222356993</c:v>
                </c:pt>
                <c:pt idx="96">
                  <c:v>50.981810562584393</c:v>
                </c:pt>
                <c:pt idx="97">
                  <c:v>51.054532450386873</c:v>
                </c:pt>
                <c:pt idx="98">
                  <c:v>51.123053089953729</c:v>
                </c:pt>
                <c:pt idx="99">
                  <c:v>51.18764572581108</c:v>
                </c:pt>
                <c:pt idx="100">
                  <c:v>51.248564212837728</c:v>
                </c:pt>
                <c:pt idx="101">
                  <c:v>51.306044468497042</c:v>
                </c:pt>
                <c:pt idx="102">
                  <c:v>51.360305815298638</c:v>
                </c:pt>
                <c:pt idx="103">
                  <c:v>51.411552221172371</c:v>
                </c:pt>
                <c:pt idx="104">
                  <c:v>51.459973445068172</c:v>
                </c:pt>
                <c:pt idx="105">
                  <c:v>51.505746094705742</c:v>
                </c:pt>
                <c:pt idx="106">
                  <c:v>51.549034602996258</c:v>
                </c:pt>
                <c:pt idx="107">
                  <c:v>51.589992129256373</c:v>
                </c:pt>
                <c:pt idx="108">
                  <c:v>51.628761390938067</c:v>
                </c:pt>
                <c:pt idx="109">
                  <c:v>51.665475431211568</c:v>
                </c:pt>
                <c:pt idx="110">
                  <c:v>51.700258327365987</c:v>
                </c:pt>
                <c:pt idx="111">
                  <c:v>51.733225844636792</c:v>
                </c:pt>
                <c:pt idx="112">
                  <c:v>51.764486039730713</c:v>
                </c:pt>
                <c:pt idx="113">
                  <c:v>51.794139818000268</c:v>
                </c:pt>
                <c:pt idx="114">
                  <c:v>51.822281447919472</c:v>
                </c:pt>
                <c:pt idx="115">
                  <c:v>51.848999036231866</c:v>
                </c:pt>
                <c:pt idx="116">
                  <c:v>51.87437496687965</c:v>
                </c:pt>
                <c:pt idx="117">
                  <c:v>51.898486306578768</c:v>
                </c:pt>
                <c:pt idx="118">
                  <c:v>51.921405179678523</c:v>
                </c:pt>
                <c:pt idx="119">
                  <c:v>51.943199114733993</c:v>
                </c:pt>
                <c:pt idx="120">
                  <c:v>51.963931365025822</c:v>
                </c:pt>
                <c:pt idx="121">
                  <c:v>51.983661205082157</c:v>
                </c:pt>
                <c:pt idx="122">
                  <c:v>52.002444205092537</c:v>
                </c:pt>
                <c:pt idx="123">
                  <c:v>52.020332484950742</c:v>
                </c:pt>
                <c:pt idx="124">
                  <c:v>52.03737494952329</c:v>
                </c:pt>
                <c:pt idx="125">
                  <c:v>52.053617506611431</c:v>
                </c:pt>
                <c:pt idx="126">
                  <c:v>52.069103268955303</c:v>
                </c:pt>
                <c:pt idx="127">
                  <c:v>52.083872741520253</c:v>
                </c:pt>
                <c:pt idx="128">
                  <c:v>52.097963995204758</c:v>
                </c:pt>
                <c:pt idx="129">
                  <c:v>52.111412828017777</c:v>
                </c:pt>
                <c:pt idx="130">
                  <c:v>52.124252914688462</c:v>
                </c:pt>
                <c:pt idx="131">
                  <c:v>52.136515945594013</c:v>
                </c:pt>
                <c:pt idx="132">
                  <c:v>52.148231755820092</c:v>
                </c:pt>
                <c:pt idx="133">
                  <c:v>52.15942844510333</c:v>
                </c:pt>
                <c:pt idx="134">
                  <c:v>52.170132489344873</c:v>
                </c:pt>
                <c:pt idx="135">
                  <c:v>52.180368844329891</c:v>
                </c:pt>
                <c:pt idx="136">
                  <c:v>52.190161042236888</c:v>
                </c:pt>
                <c:pt idx="137">
                  <c:v>52.199531281474577</c:v>
                </c:pt>
                <c:pt idx="138">
                  <c:v>52.208500510341963</c:v>
                </c:pt>
                <c:pt idx="139">
                  <c:v>52.217088504967613</c:v>
                </c:pt>
                <c:pt idx="140">
                  <c:v>52.225313941949388</c:v>
                </c:pt>
                <c:pt idx="141">
                  <c:v>52.233194466081997</c:v>
                </c:pt>
                <c:pt idx="142">
                  <c:v>52.240746753530019</c:v>
                </c:pt>
                <c:pt idx="143">
                  <c:v>52.247986570776881</c:v>
                </c:pt>
                <c:pt idx="144">
                  <c:v>52.254928829653849</c:v>
                </c:pt>
                <c:pt idx="145">
                  <c:v>52.261587638730397</c:v>
                </c:pt>
                <c:pt idx="146">
                  <c:v>52.267976351325643</c:v>
                </c:pt>
                <c:pt idx="147">
                  <c:v>52.274107610380611</c:v>
                </c:pt>
                <c:pt idx="148">
                  <c:v>52.27999339041336</c:v>
                </c:pt>
                <c:pt idx="149">
                  <c:v>52.285645036761501</c:v>
                </c:pt>
                <c:pt idx="150">
                  <c:v>52.291073302302209</c:v>
                </c:pt>
                <c:pt idx="151">
                  <c:v>52.296288381824773</c:v>
                </c:pt>
                <c:pt idx="152">
                  <c:v>52.301299944218322</c:v>
                </c:pt>
                <c:pt idx="153">
                  <c:v>52.306117162624943</c:v>
                </c:pt>
                <c:pt idx="154">
                  <c:v>52.310748742697477</c:v>
                </c:pt>
                <c:pt idx="155">
                  <c:v>52.315202949091173</c:v>
                </c:pt>
                <c:pt idx="156">
                  <c:v>52.319487630308721</c:v>
                </c:pt>
                <c:pt idx="157">
                  <c:v>52.323610242009593</c:v>
                </c:pt>
                <c:pt idx="158">
                  <c:v>52.327577868886763</c:v>
                </c:pt>
                <c:pt idx="159">
                  <c:v>52.331397245206162</c:v>
                </c:pt>
                <c:pt idx="160">
                  <c:v>52.335074774097727</c:v>
                </c:pt>
                <c:pt idx="161">
                  <c:v>52.33861654568026</c:v>
                </c:pt>
                <c:pt idx="162">
                  <c:v>52.342028354096648</c:v>
                </c:pt>
                <c:pt idx="163">
                  <c:v>52.345315713530702</c:v>
                </c:pt>
                <c:pt idx="164">
                  <c:v>52.348483873271682</c:v>
                </c:pt>
                <c:pt idx="165">
                  <c:v>52.351537831887818</c:v>
                </c:pt>
                <c:pt idx="166">
                  <c:v>52.354482350566578</c:v>
                </c:pt>
                <c:pt idx="167">
                  <c:v>52.357321965674267</c:v>
                </c:pt>
                <c:pt idx="168">
                  <c:v>52.360061000585382</c:v>
                </c:pt>
                <c:pt idx="169">
                  <c:v>52.362703576827172</c:v>
                </c:pt>
                <c:pt idx="170">
                  <c:v>52.365253624583019</c:v>
                </c:pt>
                <c:pt idx="171">
                  <c:v>52.367714892594549</c:v>
                </c:pt>
                <c:pt idx="172">
                  <c:v>52.370090957499983</c:v>
                </c:pt>
                <c:pt idx="173">
                  <c:v>52.372385232643559</c:v>
                </c:pt>
                <c:pt idx="174">
                  <c:v>52.374600976388876</c:v>
                </c:pt>
                <c:pt idx="175">
                  <c:v>52.376741299966227</c:v>
                </c:pt>
                <c:pt idx="176">
                  <c:v>52.378809174882683</c:v>
                </c:pt>
                <c:pt idx="177">
                  <c:v>52.380807439921242</c:v>
                </c:pt>
                <c:pt idx="178">
                  <c:v>52.382738807753988</c:v>
                </c:pt>
                <c:pt idx="179">
                  <c:v>52.384605871192328</c:v>
                </c:pt>
                <c:pt idx="180">
                  <c:v>52.386411109096173</c:v>
                </c:pt>
                <c:pt idx="181">
                  <c:v>52.388156891962133</c:v>
                </c:pt>
                <c:pt idx="182">
                  <c:v>52.389845487209939</c:v>
                </c:pt>
                <c:pt idx="183">
                  <c:v>52.391479064184693</c:v>
                </c:pt>
                <c:pt idx="184">
                  <c:v>52.393059698891641</c:v>
                </c:pt>
                <c:pt idx="185">
                  <c:v>52.39458937847909</c:v>
                </c:pt>
                <c:pt idx="186">
                  <c:v>52.396070005484113</c:v>
                </c:pt>
                <c:pt idx="187">
                  <c:v>52.397503401854571</c:v>
                </c:pt>
                <c:pt idx="188">
                  <c:v>52.398891312760462</c:v>
                </c:pt>
                <c:pt idx="189">
                  <c:v>52.400235410206569</c:v>
                </c:pt>
                <c:pt idx="190">
                  <c:v>52.401537296457747</c:v>
                </c:pt>
                <c:pt idx="191">
                  <c:v>52.402798507287372</c:v>
                </c:pt>
                <c:pt idx="192">
                  <c:v>52.404020515058903</c:v>
                </c:pt>
                <c:pt idx="193">
                  <c:v>52.405204731650123</c:v>
                </c:pt>
                <c:pt idx="194">
                  <c:v>52.406352511228476</c:v>
                </c:pt>
                <c:pt idx="195">
                  <c:v>52.407465152886147</c:v>
                </c:pt>
                <c:pt idx="196">
                  <c:v>52.408543903142267</c:v>
                </c:pt>
                <c:pt idx="197">
                  <c:v>52.409589958319849</c:v>
                </c:pt>
                <c:pt idx="198">
                  <c:v>52.410604466804067</c:v>
                </c:pt>
                <c:pt idx="199">
                  <c:v>52.411588531188642</c:v>
                </c:pt>
                <c:pt idx="200">
                  <c:v>52.412543210315938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02-4367-9C59-04BA303C95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>
              <a:solidFill>
                <a:srgbClr val="802AB7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80.350271359173774</c:v>
                </c:pt>
                <c:pt idx="2">
                  <c:v>160.70054271834749</c:v>
                </c:pt>
                <c:pt idx="3">
                  <c:v>241.0508140775213</c:v>
                </c:pt>
                <c:pt idx="4">
                  <c:v>321.4010854366951</c:v>
                </c:pt>
                <c:pt idx="5">
                  <c:v>401.7513567958689</c:v>
                </c:pt>
                <c:pt idx="6">
                  <c:v>482.10162815504259</c:v>
                </c:pt>
                <c:pt idx="7">
                  <c:v>562.45189951421639</c:v>
                </c:pt>
                <c:pt idx="8">
                  <c:v>642.8021708733902</c:v>
                </c:pt>
                <c:pt idx="9">
                  <c:v>723.152442232564</c:v>
                </c:pt>
                <c:pt idx="10">
                  <c:v>803.5027135917378</c:v>
                </c:pt>
                <c:pt idx="11">
                  <c:v>883.85298495091149</c:v>
                </c:pt>
                <c:pt idx="12">
                  <c:v>964.20325631008529</c:v>
                </c:pt>
                <c:pt idx="13">
                  <c:v>1044.553527669259</c:v>
                </c:pt>
                <c:pt idx="14">
                  <c:v>1124.903799028433</c:v>
                </c:pt>
                <c:pt idx="15">
                  <c:v>1205.254070387607</c:v>
                </c:pt>
                <c:pt idx="16">
                  <c:v>1285.6043417467799</c:v>
                </c:pt>
                <c:pt idx="17">
                  <c:v>1365.954613105954</c:v>
                </c:pt>
                <c:pt idx="18">
                  <c:v>1446.304884465128</c:v>
                </c:pt>
                <c:pt idx="19">
                  <c:v>1526.655155824302</c:v>
                </c:pt>
                <c:pt idx="20">
                  <c:v>1607.0054271834761</c:v>
                </c:pt>
                <c:pt idx="21">
                  <c:v>1687.355698542649</c:v>
                </c:pt>
                <c:pt idx="22">
                  <c:v>1767.705969901823</c:v>
                </c:pt>
                <c:pt idx="23">
                  <c:v>1848.056241260997</c:v>
                </c:pt>
                <c:pt idx="24">
                  <c:v>1928.406512620171</c:v>
                </c:pt>
                <c:pt idx="25">
                  <c:v>2008.7567839793439</c:v>
                </c:pt>
                <c:pt idx="26">
                  <c:v>2089.107055338518</c:v>
                </c:pt>
                <c:pt idx="27">
                  <c:v>2169.4573266976922</c:v>
                </c:pt>
                <c:pt idx="28">
                  <c:v>2249.807598056866</c:v>
                </c:pt>
                <c:pt idx="29">
                  <c:v>2330.1578694160389</c:v>
                </c:pt>
                <c:pt idx="30">
                  <c:v>2410.5081407752132</c:v>
                </c:pt>
                <c:pt idx="31">
                  <c:v>2490.858412134387</c:v>
                </c:pt>
                <c:pt idx="32">
                  <c:v>2571.2086834935608</c:v>
                </c:pt>
                <c:pt idx="33">
                  <c:v>2651.558954852735</c:v>
                </c:pt>
                <c:pt idx="34">
                  <c:v>2731.9092262119079</c:v>
                </c:pt>
                <c:pt idx="35">
                  <c:v>2812.2594975710822</c:v>
                </c:pt>
                <c:pt idx="36">
                  <c:v>2892.609768930256</c:v>
                </c:pt>
                <c:pt idx="37">
                  <c:v>2972.9600402894298</c:v>
                </c:pt>
                <c:pt idx="38">
                  <c:v>3053.3103116486041</c:v>
                </c:pt>
                <c:pt idx="39">
                  <c:v>3133.6605830077769</c:v>
                </c:pt>
                <c:pt idx="40">
                  <c:v>3214.0108543669512</c:v>
                </c:pt>
                <c:pt idx="41">
                  <c:v>3294.361125726125</c:v>
                </c:pt>
                <c:pt idx="42">
                  <c:v>3374.7113970852979</c:v>
                </c:pt>
                <c:pt idx="43">
                  <c:v>3455.0616684444722</c:v>
                </c:pt>
                <c:pt idx="44">
                  <c:v>3535.411939803646</c:v>
                </c:pt>
                <c:pt idx="45">
                  <c:v>3615.7622111628202</c:v>
                </c:pt>
                <c:pt idx="46">
                  <c:v>3696.112482521994</c:v>
                </c:pt>
                <c:pt idx="47">
                  <c:v>3776.4627538811669</c:v>
                </c:pt>
                <c:pt idx="48">
                  <c:v>3856.8130252403412</c:v>
                </c:pt>
                <c:pt idx="49">
                  <c:v>3937.163296599515</c:v>
                </c:pt>
                <c:pt idx="50">
                  <c:v>4017.5135679586888</c:v>
                </c:pt>
                <c:pt idx="51">
                  <c:v>4097.8638393178626</c:v>
                </c:pt>
                <c:pt idx="52">
                  <c:v>4178.2141106770359</c:v>
                </c:pt>
                <c:pt idx="53">
                  <c:v>4258.5643820362102</c:v>
                </c:pt>
                <c:pt idx="54">
                  <c:v>4338.9146533953844</c:v>
                </c:pt>
                <c:pt idx="55">
                  <c:v>4419.2649247545578</c:v>
                </c:pt>
                <c:pt idx="56">
                  <c:v>4499.6151961137311</c:v>
                </c:pt>
                <c:pt idx="57">
                  <c:v>4579.9654674729054</c:v>
                </c:pt>
                <c:pt idx="58">
                  <c:v>4660.3157388320788</c:v>
                </c:pt>
                <c:pt idx="59">
                  <c:v>4740.666010191253</c:v>
                </c:pt>
                <c:pt idx="60">
                  <c:v>4821.0162815504264</c:v>
                </c:pt>
                <c:pt idx="61">
                  <c:v>4901.3665529096006</c:v>
                </c:pt>
                <c:pt idx="62">
                  <c:v>4981.716824268774</c:v>
                </c:pt>
                <c:pt idx="63">
                  <c:v>5062.0670956279482</c:v>
                </c:pt>
                <c:pt idx="64">
                  <c:v>5142.4173669871216</c:v>
                </c:pt>
                <c:pt idx="65">
                  <c:v>5222.7676383462958</c:v>
                </c:pt>
                <c:pt idx="66">
                  <c:v>5303.1179097054692</c:v>
                </c:pt>
                <c:pt idx="67">
                  <c:v>5383.4681810646434</c:v>
                </c:pt>
                <c:pt idx="68">
                  <c:v>5463.8184524238168</c:v>
                </c:pt>
                <c:pt idx="69">
                  <c:v>5544.1687237829901</c:v>
                </c:pt>
                <c:pt idx="70">
                  <c:v>5624.5189951421644</c:v>
                </c:pt>
                <c:pt idx="71">
                  <c:v>5704.8692665013377</c:v>
                </c:pt>
                <c:pt idx="72">
                  <c:v>5785.219537860512</c:v>
                </c:pt>
                <c:pt idx="73">
                  <c:v>5865.5698092196853</c:v>
                </c:pt>
                <c:pt idx="74">
                  <c:v>5945.9200805788596</c:v>
                </c:pt>
                <c:pt idx="75">
                  <c:v>6026.2703519380329</c:v>
                </c:pt>
                <c:pt idx="76">
                  <c:v>6106.6206232972072</c:v>
                </c:pt>
                <c:pt idx="77">
                  <c:v>6186.9708946563806</c:v>
                </c:pt>
                <c:pt idx="78">
                  <c:v>6267.3211660155548</c:v>
                </c:pt>
                <c:pt idx="79">
                  <c:v>6347.6714373747282</c:v>
                </c:pt>
                <c:pt idx="80">
                  <c:v>6428.0217087339024</c:v>
                </c:pt>
                <c:pt idx="81">
                  <c:v>6508.3719800930758</c:v>
                </c:pt>
                <c:pt idx="82">
                  <c:v>6588.7222514522491</c:v>
                </c:pt>
                <c:pt idx="83">
                  <c:v>6669.0725228114234</c:v>
                </c:pt>
                <c:pt idx="84">
                  <c:v>6749.4227941705967</c:v>
                </c:pt>
                <c:pt idx="85">
                  <c:v>6829.773065529771</c:v>
                </c:pt>
                <c:pt idx="86">
                  <c:v>6910.1233368889443</c:v>
                </c:pt>
                <c:pt idx="87">
                  <c:v>6990.4736082481186</c:v>
                </c:pt>
                <c:pt idx="88">
                  <c:v>7070.8238796072919</c:v>
                </c:pt>
                <c:pt idx="89">
                  <c:v>7151.1741509664662</c:v>
                </c:pt>
                <c:pt idx="90">
                  <c:v>7231.5244223256404</c:v>
                </c:pt>
                <c:pt idx="91">
                  <c:v>7311.8746936848138</c:v>
                </c:pt>
                <c:pt idx="92">
                  <c:v>7392.2249650439871</c:v>
                </c:pt>
                <c:pt idx="93">
                  <c:v>7472.5752364031614</c:v>
                </c:pt>
                <c:pt idx="94">
                  <c:v>7552.9255077623347</c:v>
                </c:pt>
                <c:pt idx="95">
                  <c:v>7633.275779121509</c:v>
                </c:pt>
                <c:pt idx="96">
                  <c:v>7713.6260504806824</c:v>
                </c:pt>
                <c:pt idx="97">
                  <c:v>7793.9763218398566</c:v>
                </c:pt>
                <c:pt idx="98">
                  <c:v>7874.32659319903</c:v>
                </c:pt>
                <c:pt idx="99">
                  <c:v>7954.6768645582033</c:v>
                </c:pt>
                <c:pt idx="100">
                  <c:v>8035.0271359173776</c:v>
                </c:pt>
                <c:pt idx="101">
                  <c:v>8115.3774072765509</c:v>
                </c:pt>
                <c:pt idx="102">
                  <c:v>8195.7276786357252</c:v>
                </c:pt>
                <c:pt idx="103">
                  <c:v>8276.0779499948985</c:v>
                </c:pt>
                <c:pt idx="104">
                  <c:v>8356.4282213540719</c:v>
                </c:pt>
                <c:pt idx="105">
                  <c:v>8436.778492713247</c:v>
                </c:pt>
                <c:pt idx="106">
                  <c:v>8517.1287640724204</c:v>
                </c:pt>
                <c:pt idx="107">
                  <c:v>8597.4790354315937</c:v>
                </c:pt>
                <c:pt idx="108">
                  <c:v>8677.8293067907671</c:v>
                </c:pt>
                <c:pt idx="109">
                  <c:v>8758.1795781499422</c:v>
                </c:pt>
                <c:pt idx="110">
                  <c:v>8838.5298495091156</c:v>
                </c:pt>
                <c:pt idx="111">
                  <c:v>8918.8801208682889</c:v>
                </c:pt>
                <c:pt idx="112">
                  <c:v>8999.2303922274623</c:v>
                </c:pt>
                <c:pt idx="113">
                  <c:v>9079.5806635866375</c:v>
                </c:pt>
                <c:pt idx="114">
                  <c:v>9159.9309349458108</c:v>
                </c:pt>
                <c:pt idx="115">
                  <c:v>9240.2812063049842</c:v>
                </c:pt>
                <c:pt idx="116">
                  <c:v>9320.6314776641575</c:v>
                </c:pt>
                <c:pt idx="117">
                  <c:v>9400.9817490233308</c:v>
                </c:pt>
                <c:pt idx="118">
                  <c:v>9481.332020382506</c:v>
                </c:pt>
                <c:pt idx="119">
                  <c:v>9561.6822917416794</c:v>
                </c:pt>
                <c:pt idx="120">
                  <c:v>9642.0325631008527</c:v>
                </c:pt>
                <c:pt idx="121">
                  <c:v>9722.3828344600261</c:v>
                </c:pt>
                <c:pt idx="122">
                  <c:v>9802.7331058192012</c:v>
                </c:pt>
                <c:pt idx="123">
                  <c:v>9883.0833771783746</c:v>
                </c:pt>
                <c:pt idx="124">
                  <c:v>9963.4336485375479</c:v>
                </c:pt>
                <c:pt idx="125">
                  <c:v>10043.783919896719</c:v>
                </c:pt>
                <c:pt idx="126">
                  <c:v>10124.1341912559</c:v>
                </c:pt>
                <c:pt idx="127">
                  <c:v>10204.48446261507</c:v>
                </c:pt>
                <c:pt idx="128">
                  <c:v>10284.834733974239</c:v>
                </c:pt>
                <c:pt idx="129">
                  <c:v>10365.18500533342</c:v>
                </c:pt>
                <c:pt idx="130">
                  <c:v>10445.53527669259</c:v>
                </c:pt>
                <c:pt idx="131">
                  <c:v>10525.88554805176</c:v>
                </c:pt>
                <c:pt idx="132">
                  <c:v>10606.23581941094</c:v>
                </c:pt>
                <c:pt idx="133">
                  <c:v>10686.58609077011</c:v>
                </c:pt>
                <c:pt idx="134">
                  <c:v>10766.936362129291</c:v>
                </c:pt>
                <c:pt idx="135">
                  <c:v>10847.28663348846</c:v>
                </c:pt>
                <c:pt idx="136">
                  <c:v>10927.63690484763</c:v>
                </c:pt>
                <c:pt idx="137">
                  <c:v>11007.987176206811</c:v>
                </c:pt>
                <c:pt idx="138">
                  <c:v>11088.33744756598</c:v>
                </c:pt>
                <c:pt idx="139">
                  <c:v>11168.687718925161</c:v>
                </c:pt>
                <c:pt idx="140">
                  <c:v>11249.037990284331</c:v>
                </c:pt>
                <c:pt idx="141">
                  <c:v>11329.3882616435</c:v>
                </c:pt>
                <c:pt idx="142">
                  <c:v>11409.738533002679</c:v>
                </c:pt>
                <c:pt idx="143">
                  <c:v>11490.088804361851</c:v>
                </c:pt>
                <c:pt idx="144">
                  <c:v>11570.43907572102</c:v>
                </c:pt>
                <c:pt idx="145">
                  <c:v>11650.789347080199</c:v>
                </c:pt>
                <c:pt idx="146">
                  <c:v>11731.139618439371</c:v>
                </c:pt>
                <c:pt idx="147">
                  <c:v>11811.48988979854</c:v>
                </c:pt>
                <c:pt idx="148">
                  <c:v>11891.840161157719</c:v>
                </c:pt>
                <c:pt idx="149">
                  <c:v>11972.190432516891</c:v>
                </c:pt>
                <c:pt idx="150">
                  <c:v>12052.54070387607</c:v>
                </c:pt>
                <c:pt idx="151">
                  <c:v>12132.890975235239</c:v>
                </c:pt>
                <c:pt idx="152">
                  <c:v>12213.241246594411</c:v>
                </c:pt>
                <c:pt idx="153">
                  <c:v>12293.59151795359</c:v>
                </c:pt>
                <c:pt idx="154">
                  <c:v>12373.941789312759</c:v>
                </c:pt>
                <c:pt idx="155">
                  <c:v>12454.292060671931</c:v>
                </c:pt>
                <c:pt idx="156">
                  <c:v>12534.64233203111</c:v>
                </c:pt>
                <c:pt idx="157">
                  <c:v>12614.992603390279</c:v>
                </c:pt>
                <c:pt idx="158">
                  <c:v>12695.34287474946</c:v>
                </c:pt>
                <c:pt idx="159">
                  <c:v>12775.69314610863</c:v>
                </c:pt>
                <c:pt idx="160">
                  <c:v>12856.043417467799</c:v>
                </c:pt>
                <c:pt idx="161">
                  <c:v>12936.39368882698</c:v>
                </c:pt>
                <c:pt idx="162">
                  <c:v>13016.74396018615</c:v>
                </c:pt>
                <c:pt idx="163">
                  <c:v>13097.094231545319</c:v>
                </c:pt>
                <c:pt idx="164">
                  <c:v>13177.4445029045</c:v>
                </c:pt>
                <c:pt idx="165">
                  <c:v>13257.79477426367</c:v>
                </c:pt>
                <c:pt idx="166">
                  <c:v>13338.14504562285</c:v>
                </c:pt>
                <c:pt idx="167">
                  <c:v>13418.49531698202</c:v>
                </c:pt>
                <c:pt idx="168">
                  <c:v>13498.84558834119</c:v>
                </c:pt>
                <c:pt idx="169">
                  <c:v>13579.19585970037</c:v>
                </c:pt>
                <c:pt idx="170">
                  <c:v>13659.54613105954</c:v>
                </c:pt>
                <c:pt idx="171">
                  <c:v>13739.896402418721</c:v>
                </c:pt>
                <c:pt idx="172">
                  <c:v>13820.24667377789</c:v>
                </c:pt>
                <c:pt idx="173">
                  <c:v>13900.59694513706</c:v>
                </c:pt>
                <c:pt idx="174">
                  <c:v>13980.947216496241</c:v>
                </c:pt>
                <c:pt idx="175">
                  <c:v>14061.297487855411</c:v>
                </c:pt>
                <c:pt idx="176">
                  <c:v>14141.64775921458</c:v>
                </c:pt>
                <c:pt idx="177">
                  <c:v>14221.998030573761</c:v>
                </c:pt>
                <c:pt idx="178">
                  <c:v>14302.348301932931</c:v>
                </c:pt>
                <c:pt idx="179">
                  <c:v>14382.698573292109</c:v>
                </c:pt>
                <c:pt idx="180">
                  <c:v>14463.048844651281</c:v>
                </c:pt>
                <c:pt idx="181">
                  <c:v>14543.399116010451</c:v>
                </c:pt>
                <c:pt idx="182">
                  <c:v>14623.749387369629</c:v>
                </c:pt>
                <c:pt idx="183">
                  <c:v>14704.099658728799</c:v>
                </c:pt>
                <c:pt idx="184">
                  <c:v>14784.449930087971</c:v>
                </c:pt>
                <c:pt idx="185">
                  <c:v>14864.800201447149</c:v>
                </c:pt>
                <c:pt idx="186">
                  <c:v>14945.150472806319</c:v>
                </c:pt>
                <c:pt idx="187">
                  <c:v>15025.5007441655</c:v>
                </c:pt>
                <c:pt idx="188">
                  <c:v>15105.851015524669</c:v>
                </c:pt>
                <c:pt idx="189">
                  <c:v>15186.201286883839</c:v>
                </c:pt>
                <c:pt idx="190">
                  <c:v>15266.55155824302</c:v>
                </c:pt>
                <c:pt idx="191">
                  <c:v>15346.90182960219</c:v>
                </c:pt>
                <c:pt idx="192">
                  <c:v>15427.252100961359</c:v>
                </c:pt>
                <c:pt idx="193">
                  <c:v>15507.60237232054</c:v>
                </c:pt>
                <c:pt idx="194">
                  <c:v>15587.95264367971</c:v>
                </c:pt>
                <c:pt idx="195">
                  <c:v>15668.30291503889</c:v>
                </c:pt>
                <c:pt idx="196">
                  <c:v>15748.65318639806</c:v>
                </c:pt>
                <c:pt idx="197">
                  <c:v>15829.00345775723</c:v>
                </c:pt>
                <c:pt idx="198">
                  <c:v>15909.35372911641</c:v>
                </c:pt>
                <c:pt idx="199">
                  <c:v>15989.70400047558</c:v>
                </c:pt>
                <c:pt idx="200">
                  <c:v>16070.054271834761</c:v>
                </c:pt>
              </c:numCache>
            </c:numRef>
          </c:cat>
          <c:val>
            <c:numRef>
              <c:f>Sheet1!$C$2:$C$202</c:f>
              <c:numCache>
                <c:formatCode>#,##0</c:formatCode>
                <c:ptCount val="201"/>
                <c:pt idx="0">
                  <c:v>0</c:v>
                </c:pt>
                <c:pt idx="1">
                  <c:v>1.280601662255603E-6</c:v>
                </c:pt>
                <c:pt idx="2">
                  <c:v>2.106785455769052E-5</c:v>
                </c:pt>
                <c:pt idx="3">
                  <c:v>1.084064316992505E-4</c:v>
                </c:pt>
                <c:pt idx="4">
                  <c:v>3.4659715575600399E-4</c:v>
                </c:pt>
                <c:pt idx="5">
                  <c:v>8.5379283336143772E-4</c:v>
                </c:pt>
                <c:pt idx="6">
                  <c:v>1.7834004516514329E-3</c:v>
                </c:pt>
                <c:pt idx="7">
                  <c:v>3.3243659045701802E-3</c:v>
                </c:pt>
                <c:pt idx="8">
                  <c:v>5.7013553402684384E-3</c:v>
                </c:pt>
                <c:pt idx="9">
                  <c:v>9.1748191094314802E-3</c:v>
                </c:pt>
                <c:pt idx="10">
                  <c:v>1.404090367585905E-2</c:v>
                </c:pt>
                <c:pt idx="11">
                  <c:v>2.0631157758437171E-2</c:v>
                </c:pt>
                <c:pt idx="12">
                  <c:v>2.931195958807304E-2</c:v>
                </c:pt>
                <c:pt idx="13">
                  <c:v>4.0483572018239503E-2</c:v>
                </c:pt>
                <c:pt idx="14">
                  <c:v>5.457871151862323E-2</c:v>
                </c:pt>
                <c:pt idx="15">
                  <c:v>7.2060496488924805E-2</c:v>
                </c:pt>
                <c:pt idx="16">
                  <c:v>9.3419621009480605E-2</c:v>
                </c:pt>
                <c:pt idx="17">
                  <c:v>0.1191705837725167</c:v>
                </c:pt>
                <c:pt idx="18">
                  <c:v>0.14984679076410151</c:v>
                </c:pt>
                <c:pt idx="19">
                  <c:v>0.1859943471540019</c:v>
                </c:pt>
                <c:pt idx="20">
                  <c:v>0.22816436224876979</c:v>
                </c:pt>
                <c:pt idx="21">
                  <c:v>0.27690361519580298</c:v>
                </c:pt>
                <c:pt idx="22">
                  <c:v>0.33274347253820219</c:v>
                </c:pt>
                <c:pt idx="23">
                  <c:v>0.3961870156522192</c:v>
                </c:pt>
                <c:pt idx="24">
                  <c:v>0.46769442965101299</c:v>
                </c:pt>
                <c:pt idx="25">
                  <c:v>0.54766682692655921</c:v>
                </c:pt>
                <c:pt idx="26">
                  <c:v>0.63642882684376223</c:v>
                </c:pt>
                <c:pt idx="27">
                  <c:v>0.73421038314220177</c:v>
                </c:pt>
                <c:pt idx="28">
                  <c:v>0.84112853256537345</c:v>
                </c:pt>
                <c:pt idx="29">
                  <c:v>0.95716991707431198</c:v>
                </c:pt>
                <c:pt idx="30">
                  <c:v>1.0821750875574641</c:v>
                </c:pt>
                <c:pt idx="31">
                  <c:v>1.2158257051663901</c:v>
                </c:pt>
                <c:pt idx="32">
                  <c:v>1.3576357917988371</c:v>
                </c:pt>
                <c:pt idx="33">
                  <c:v>1.5069481205986579</c:v>
                </c:pt>
                <c:pt idx="34">
                  <c:v>1.662936664312141</c:v>
                </c:pt>
                <c:pt idx="35">
                  <c:v>1.824615729261351</c:v>
                </c:pt>
                <c:pt idx="36">
                  <c:v>1.9908560064446139</c:v>
                </c:pt>
                <c:pt idx="37">
                  <c:v>2.160407297073526</c:v>
                </c:pt>
                <c:pt idx="38">
                  <c:v>2.3319271619724602</c:v>
                </c:pt>
                <c:pt idx="39">
                  <c:v>2.5040142582008582</c:v>
                </c:pt>
                <c:pt idx="40">
                  <c:v>2.67524472082341</c:v>
                </c:pt>
                <c:pt idx="41">
                  <c:v>2.8442096754205348</c:v>
                </c:pt>
                <c:pt idx="42">
                  <c:v>3.009551864451637</c:v>
                </c:pt>
                <c:pt idx="43">
                  <c:v>3.169999452084816</c:v>
                </c:pt>
                <c:pt idx="44">
                  <c:v>3.324395326382136</c:v>
                </c:pt>
                <c:pt idx="45">
                  <c:v>3.471720610387071</c:v>
                </c:pt>
                <c:pt idx="46">
                  <c:v>3.6111115736179569</c:v>
                </c:pt>
                <c:pt idx="47">
                  <c:v>3.741869644138299</c:v>
                </c:pt>
                <c:pt idx="48">
                  <c:v>3.8634647024083599</c:v>
                </c:pt>
                <c:pt idx="49">
                  <c:v>3.9755322456167081</c:v>
                </c:pt>
                <c:pt idx="50">
                  <c:v>4.0778653149101851</c:v>
                </c:pt>
                <c:pt idx="51">
                  <c:v>4.1704022650120196</c:v>
                </c:pt>
                <c:pt idx="52">
                  <c:v>4.2532115291567738</c:v>
                </c:pt>
                <c:pt idx="53">
                  <c:v>4.3264745072791104</c:v>
                </c:pt>
                <c:pt idx="54">
                  <c:v>4.390467604622958</c:v>
                </c:pt>
                <c:pt idx="55">
                  <c:v>4.4455442968159087</c:v>
                </c:pt>
                <c:pt idx="56">
                  <c:v>4.4921179203439463</c:v>
                </c:pt>
                <c:pt idx="57">
                  <c:v>4.5306457049453757</c:v>
                </c:pt>
                <c:pt idx="58">
                  <c:v>4.5616143923827979</c:v>
                </c:pt>
                <c:pt idx="59">
                  <c:v>4.5855276347027916</c:v>
                </c:pt>
                <c:pt idx="60">
                  <c:v>4.6028952400051582</c:v>
                </c:pt>
                <c:pt idx="61">
                  <c:v>4.6142242365630084</c:v>
                </c:pt>
                <c:pt idx="62">
                  <c:v>4.6200116556911688</c:v>
                </c:pt>
                <c:pt idx="63">
                  <c:v>4.620738887082311</c:v>
                </c:pt>
                <c:pt idx="64">
                  <c:v>4.6168674335228594</c:v>
                </c:pt>
                <c:pt idx="65">
                  <c:v>4.6088358808025927</c:v>
                </c:pt>
                <c:pt idx="66">
                  <c:v>4.5970578992640361</c:v>
                </c:pt>
                <c:pt idx="67">
                  <c:v>4.5819211022790132</c:v>
                </c:pt>
                <c:pt idx="68">
                  <c:v>4.5637866010484096</c:v>
                </c:pt>
                <c:pt idx="69">
                  <c:v>4.5429891121675459</c:v>
                </c:pt>
                <c:pt idx="70">
                  <c:v>4.5198374926261096</c:v>
                </c:pt>
                <c:pt idx="71">
                  <c:v>4.4946155950614779</c:v>
                </c:pt>
                <c:pt idx="72">
                  <c:v>4.4675833533148301</c:v>
                </c:pt>
                <c:pt idx="73">
                  <c:v>4.4389780241343422</c:v>
                </c:pt>
                <c:pt idx="74">
                  <c:v>4.4090155249581473</c:v>
                </c:pt>
                <c:pt idx="75">
                  <c:v>4.3778918199989816</c:v>
                </c:pt>
                <c:pt idx="76">
                  <c:v>4.3457843173702484</c:v>
                </c:pt>
                <c:pt idx="77">
                  <c:v>4.3128532488460793</c:v>
                </c:pt>
                <c:pt idx="78">
                  <c:v>4.2792430111859652</c:v>
                </c:pt>
                <c:pt idx="79">
                  <c:v>4.2450834539498059</c:v>
                </c:pt>
                <c:pt idx="80">
                  <c:v>4.2104911035582306</c:v>
                </c:pt>
                <c:pt idx="81">
                  <c:v>4.1755703171866676</c:v>
                </c:pt>
                <c:pt idx="82">
                  <c:v>4.1404143630775607</c:v>
                </c:pt>
                <c:pt idx="83">
                  <c:v>4.1051064261565298</c:v>
                </c:pt>
                <c:pt idx="84">
                  <c:v>4.0697205395698148</c:v>
                </c:pt>
                <c:pt idx="85">
                  <c:v>4.0343224440302352</c:v>
                </c:pt>
                <c:pt idx="86">
                  <c:v>3.998970377759286</c:v>
                </c:pt>
                <c:pt idx="87">
                  <c:v>3.9637158004205459</c:v>
                </c:pt>
                <c:pt idx="88">
                  <c:v>3.928604054818519</c:v>
                </c:pt>
                <c:pt idx="89">
                  <c:v>3.8936749703395939</c:v>
                </c:pt>
                <c:pt idx="90">
                  <c:v>3.8589634121807772</c:v>
                </c:pt>
                <c:pt idx="91">
                  <c:v>3.824499780381184</c:v>
                </c:pt>
                <c:pt idx="92">
                  <c:v>3.7903104625687369</c:v>
                </c:pt>
                <c:pt idx="93">
                  <c:v>3.756418244181154</c:v>
                </c:pt>
                <c:pt idx="94">
                  <c:v>3.722842679733521</c:v>
                </c:pt>
                <c:pt idx="95">
                  <c:v>3.6896004284969721</c:v>
                </c:pt>
                <c:pt idx="96">
                  <c:v>3.6567055577346892</c:v>
                </c:pt>
                <c:pt idx="97">
                  <c:v>3.6241698164196108</c:v>
                </c:pt>
                <c:pt idx="98">
                  <c:v>3.5920028821387011</c:v>
                </c:pt>
                <c:pt idx="99">
                  <c:v>3.5602125836749421</c:v>
                </c:pt>
                <c:pt idx="100">
                  <c:v>3.5288051015535911</c:v>
                </c:pt>
                <c:pt idx="101">
                  <c:v>3.4977851486448812</c:v>
                </c:pt>
                <c:pt idx="102">
                  <c:v>3.4671561327328289</c:v>
                </c:pt>
                <c:pt idx="103">
                  <c:v>3.436920302789332</c:v>
                </c:pt>
                <c:pt idx="104">
                  <c:v>3.407078880534542</c:v>
                </c:pt>
                <c:pt idx="105">
                  <c:v>3.3776321787184882</c:v>
                </c:pt>
                <c:pt idx="106">
                  <c:v>3.3485797074245158</c:v>
                </c:pt>
                <c:pt idx="107">
                  <c:v>3.319920269572016</c:v>
                </c:pt>
                <c:pt idx="108">
                  <c:v>3.29165204668341</c:v>
                </c:pt>
                <c:pt idx="109">
                  <c:v>3.2637726758777612</c:v>
                </c:pt>
                <c:pt idx="110">
                  <c:v>3.2362793189601291</c:v>
                </c:pt>
                <c:pt idx="111">
                  <c:v>3.2091687243909921</c:v>
                </c:pt>
                <c:pt idx="112">
                  <c:v>3.1824372828433489</c:v>
                </c:pt>
                <c:pt idx="113">
                  <c:v>3.156081076985501</c:v>
                </c:pt>
                <c:pt idx="114">
                  <c:v>3.1300959260646661</c:v>
                </c:pt>
                <c:pt idx="115">
                  <c:v>3.1044774258097272</c:v>
                </c:pt>
                <c:pt idx="116">
                  <c:v>3.0792209841201168</c:v>
                </c:pt>
                <c:pt idx="117">
                  <c:v>3.0543218529615719</c:v>
                </c:pt>
                <c:pt idx="118">
                  <c:v>3.0297751568477018</c:v>
                </c:pt>
                <c:pt idx="119">
                  <c:v>3.0055759182487631</c:v>
                </c:pt>
                <c:pt idx="120">
                  <c:v>2.9817190802350568</c:v>
                </c:pt>
                <c:pt idx="121">
                  <c:v>2.9581995266319039</c:v>
                </c:pt>
                <c:pt idx="122">
                  <c:v>2.9350120999356002</c:v>
                </c:pt>
                <c:pt idx="123">
                  <c:v>2.9121516172150428</c:v>
                </c:pt>
                <c:pt idx="124">
                  <c:v>2.889612884201382</c:v>
                </c:pt>
                <c:pt idx="125">
                  <c:v>2.8673907077480418</c:v>
                </c:pt>
                <c:pt idx="126">
                  <c:v>2.8454799068253389</c:v>
                </c:pt>
                <c:pt idx="127">
                  <c:v>2.823875322197698</c:v>
                </c:pt>
                <c:pt idx="128">
                  <c:v>2.802571824916809</c:v>
                </c:pt>
                <c:pt idx="129">
                  <c:v>2.78156432375091</c:v>
                </c:pt>
                <c:pt idx="130">
                  <c:v>2.7608477716584772</c:v>
                </c:pt>
                <c:pt idx="131">
                  <c:v>2.7404171714039451</c:v>
                </c:pt>
                <c:pt idx="132">
                  <c:v>2.720267580403446</c:v>
                </c:pt>
                <c:pt idx="133">
                  <c:v>2.700394114879888</c:v>
                </c:pt>
                <c:pt idx="134">
                  <c:v>2.6807919533988578</c:v>
                </c:pt>
                <c:pt idx="135">
                  <c:v>2.6614563398498432</c:v>
                </c:pt>
                <c:pt idx="136">
                  <c:v>2.6423825859308709</c:v>
                </c:pt>
                <c:pt idx="137">
                  <c:v>2.6235660731889801</c:v>
                </c:pt>
                <c:pt idx="138">
                  <c:v>2.6050022546637668</c:v>
                </c:pt>
                <c:pt idx="139">
                  <c:v>2.5866866561766111</c:v>
                </c:pt>
                <c:pt idx="140">
                  <c:v>2.568614877303983</c:v>
                </c:pt>
                <c:pt idx="141">
                  <c:v>2.5507825920694569</c:v>
                </c:pt>
                <c:pt idx="142">
                  <c:v>2.533185549385637</c:v>
                </c:pt>
                <c:pt idx="143">
                  <c:v>2.5158195732741402</c:v>
                </c:pt>
                <c:pt idx="144">
                  <c:v>2.4986805628889699</c:v>
                </c:pt>
                <c:pt idx="145">
                  <c:v>2.4817644923661422</c:v>
                </c:pt>
                <c:pt idx="146">
                  <c:v>2.4650674105201191</c:v>
                </c:pt>
                <c:pt idx="147">
                  <c:v>2.448585440405612</c:v>
                </c:pt>
                <c:pt idx="148">
                  <c:v>2.432314778761409</c:v>
                </c:pt>
                <c:pt idx="149">
                  <c:v>2.4162516953512529</c:v>
                </c:pt>
                <c:pt idx="150">
                  <c:v>2.4003925322152848</c:v>
                </c:pt>
                <c:pt idx="151">
                  <c:v>2.3847337028441982</c:v>
                </c:pt>
                <c:pt idx="152">
                  <c:v>2.3692716912869982</c:v>
                </c:pt>
                <c:pt idx="153">
                  <c:v>2.3540030512022039</c:v>
                </c:pt>
                <c:pt idx="154">
                  <c:v>2.338924404861265</c:v>
                </c:pt>
                <c:pt idx="155">
                  <c:v>2.3240324421120908</c:v>
                </c:pt>
                <c:pt idx="156">
                  <c:v>2.3093239193097799</c:v>
                </c:pt>
                <c:pt idx="157">
                  <c:v>2.294795658220842</c:v>
                </c:pt>
                <c:pt idx="158">
                  <c:v>2.280444544906616</c:v>
                </c:pt>
                <c:pt idx="159">
                  <c:v>2.2662675285909</c:v>
                </c:pt>
                <c:pt idx="160">
                  <c:v>2.2522616205163168</c:v>
                </c:pt>
                <c:pt idx="161">
                  <c:v>2.2384238927934419</c:v>
                </c:pt>
                <c:pt idx="162">
                  <c:v>2.224751477246222</c:v>
                </c:pt>
                <c:pt idx="163">
                  <c:v>2.2112415642568788</c:v>
                </c:pt>
                <c:pt idx="164">
                  <c:v>2.197891401613099</c:v>
                </c:pt>
                <c:pt idx="165">
                  <c:v>2.184698293359947</c:v>
                </c:pt>
                <c:pt idx="166">
                  <c:v>2.171659598658727</c:v>
                </c:pt>
                <c:pt idx="167">
                  <c:v>2.1587727306546398</c:v>
                </c:pt>
                <c:pt idx="168">
                  <c:v>2.146035155354963</c:v>
                </c:pt>
                <c:pt idx="169">
                  <c:v>2.1334443905191498</c:v>
                </c:pt>
                <c:pt idx="170">
                  <c:v>2.1209980045621419</c:v>
                </c:pt>
                <c:pt idx="171">
                  <c:v>2.108693615471934</c:v>
                </c:pt>
                <c:pt idx="172">
                  <c:v>2.096528889742344</c:v>
                </c:pt>
                <c:pt idx="173">
                  <c:v>2.0845015413217398</c:v>
                </c:pt>
                <c:pt idx="174">
                  <c:v>2.0726093305783819</c:v>
                </c:pt>
                <c:pt idx="175">
                  <c:v>2.060850063282909</c:v>
                </c:pt>
                <c:pt idx="176">
                  <c:v>2.049221589608401</c:v>
                </c:pt>
                <c:pt idx="177">
                  <c:v>2.0377218031483602</c:v>
                </c:pt>
                <c:pt idx="178">
                  <c:v>2.026348639952849</c:v>
                </c:pt>
                <c:pt idx="179">
                  <c:v>2.0151000775829861</c:v>
                </c:pt>
                <c:pt idx="180">
                  <c:v>2.0039741341839119</c:v>
                </c:pt>
                <c:pt idx="181">
                  <c:v>1.99296886757627</c:v>
                </c:pt>
                <c:pt idx="182">
                  <c:v>1.982082374366219</c:v>
                </c:pt>
                <c:pt idx="183">
                  <c:v>1.971312789073945</c:v>
                </c:pt>
                <c:pt idx="184">
                  <c:v>1.960658283280565</c:v>
                </c:pt>
                <c:pt idx="185">
                  <c:v>1.9501170647933419</c:v>
                </c:pt>
                <c:pt idx="186">
                  <c:v>1.9396873768290319</c:v>
                </c:pt>
                <c:pt idx="187">
                  <c:v>1.9293674972152111</c:v>
                </c:pt>
                <c:pt idx="188">
                  <c:v>1.9191557376093591</c:v>
                </c:pt>
                <c:pt idx="189">
                  <c:v>1.9090504427355131</c:v>
                </c:pt>
                <c:pt idx="190">
                  <c:v>1.8990499896382289</c:v>
                </c:pt>
                <c:pt idx="191">
                  <c:v>1.8891527869535949</c:v>
                </c:pt>
                <c:pt idx="192">
                  <c:v>1.8793572741970559</c:v>
                </c:pt>
                <c:pt idx="193">
                  <c:v>1.869661921067757</c:v>
                </c:pt>
                <c:pt idx="194">
                  <c:v>1.860065226769118</c:v>
                </c:pt>
                <c:pt idx="195">
                  <c:v>1.850565719345362</c:v>
                </c:pt>
                <c:pt idx="196">
                  <c:v>1.84116195503368</c:v>
                </c:pt>
                <c:pt idx="197">
                  <c:v>1.831852517631765</c:v>
                </c:pt>
                <c:pt idx="198">
                  <c:v>1.8226360178803609</c:v>
                </c:pt>
                <c:pt idx="199">
                  <c:v>1.813511092860578</c:v>
                </c:pt>
                <c:pt idx="200">
                  <c:v>1.8044764054056179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02-4367-9C59-04BA303C95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2023-06</c:v>
                </c:pt>
                <c:pt idx="1">
                  <c:v>2023-07</c:v>
                </c:pt>
                <c:pt idx="2">
                  <c:v>2023-08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1194909</c:v>
                </c:pt>
                <c:pt idx="1">
                  <c:v>1460318</c:v>
                </c:pt>
                <c:pt idx="2">
                  <c:v>877715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B2-41B2-B840-4250A50BCC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 Display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23' Camp ROI</c:v>
                </c:pt>
                <c:pt idx="1">
                  <c:v>24' Camp ROI</c:v>
                </c:pt>
                <c:pt idx="2">
                  <c:v>No Campaign ROI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5.2662043605003124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90-46A2-ACF3-2675EE241A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GRPs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cat>
            <c:strRef>
              <c:f>Sheet1!$A$2:$A$9</c:f>
              <c:strCache>
                <c:ptCount val="8"/>
                <c:pt idx="0">
                  <c:v>2023-06</c:v>
                </c:pt>
                <c:pt idx="1">
                  <c:v>2023-07</c:v>
                </c:pt>
                <c:pt idx="2">
                  <c:v>2023-08</c:v>
                </c:pt>
                <c:pt idx="3">
                  <c:v>2023-09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51.010408779300001</c:v>
                </c:pt>
                <c:pt idx="1">
                  <c:v>55.716711592999999</c:v>
                </c:pt>
                <c:pt idx="2">
                  <c:v>80.308709654599994</c:v>
                </c:pt>
                <c:pt idx="3">
                  <c:v>11.8516017001</c:v>
                </c:pt>
                <c:pt idx="4">
                  <c:v>22.686274509803901</c:v>
                </c:pt>
                <c:pt idx="5">
                  <c:v>26.176470588235301</c:v>
                </c:pt>
                <c:pt idx="6">
                  <c:v>27.0490196078431</c:v>
                </c:pt>
                <c:pt idx="7">
                  <c:v>13.088235294117601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36-4B4F-AD8D-A12CBF345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OOH Retail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23' Camp ROI</c:v>
                </c:pt>
                <c:pt idx="1">
                  <c:v>24' Camp ROI</c:v>
                </c:pt>
                <c:pt idx="2">
                  <c:v>No Campaign ROI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3.5355810179211757</c:v>
                </c:pt>
                <c:pt idx="1">
                  <c:v>1.4187318433720215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5F-4DE4-A784-971D00F8FE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cat>
            <c:strRef>
              <c:f>Sheet1!$A$2:$A$8</c:f>
              <c:strCache>
                <c:ptCount val="7"/>
                <c:pt idx="0">
                  <c:v>2023-06</c:v>
                </c:pt>
                <c:pt idx="1">
                  <c:v>2023-07</c:v>
                </c:pt>
                <c:pt idx="2">
                  <c:v>2023-08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</c:strCache>
            </c:strRef>
          </c:cat>
          <c:val>
            <c:numRef>
              <c:f>Sheet1!$B$2:$B$8</c:f>
              <c:numCache>
                <c:formatCode>#,##0</c:formatCode>
                <c:ptCount val="7"/>
                <c:pt idx="0">
                  <c:v>28820514</c:v>
                </c:pt>
                <c:pt idx="1">
                  <c:v>32446299</c:v>
                </c:pt>
                <c:pt idx="2">
                  <c:v>17030313</c:v>
                </c:pt>
                <c:pt idx="3">
                  <c:v>12929947.2857143</c:v>
                </c:pt>
                <c:pt idx="4">
                  <c:v>63784715.428571403</c:v>
                </c:pt>
                <c:pt idx="5">
                  <c:v>57380577.285714298</c:v>
                </c:pt>
                <c:pt idx="6">
                  <c:v>57252357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A5-46C6-8FD6-265C3262A5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 YT+Meta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23' Camp ROI</c:v>
                </c:pt>
                <c:pt idx="1">
                  <c:v>24' Camp ROI</c:v>
                </c:pt>
                <c:pt idx="2">
                  <c:v>No Campaign ROI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3.9692754395305037</c:v>
                </c:pt>
                <c:pt idx="1">
                  <c:v>1.2090627596683525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C7-4011-9E93-3FAC48B545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GRPs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2023-06</c:v>
                </c:pt>
                <c:pt idx="1">
                  <c:v>2023-07</c:v>
                </c:pt>
                <c:pt idx="2">
                  <c:v>2023-08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272.21156777819999</c:v>
                </c:pt>
                <c:pt idx="1">
                  <c:v>148.01530524680001</c:v>
                </c:pt>
                <c:pt idx="2">
                  <c:v>39.888855236200001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5C-42F5-A010-D3B6E0B5BB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OOH Screen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23' Camp ROI</c:v>
                </c:pt>
                <c:pt idx="1">
                  <c:v>24' Camp ROI</c:v>
                </c:pt>
                <c:pt idx="2">
                  <c:v>No Campaign ROI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2.4934097192761842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15-42EB-97A8-38C61D3929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Clicks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2023-06</c:v>
                </c:pt>
                <c:pt idx="1">
                  <c:v>2023-07</c:v>
                </c:pt>
                <c:pt idx="2">
                  <c:v>2023-08</c:v>
                </c:pt>
                <c:pt idx="3">
                  <c:v>2024-05</c:v>
                </c:pt>
                <c:pt idx="4">
                  <c:v>2024-06</c:v>
                </c:pt>
                <c:pt idx="5">
                  <c:v>2024-07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16340</c:v>
                </c:pt>
                <c:pt idx="1">
                  <c:v>32735</c:v>
                </c:pt>
                <c:pt idx="2">
                  <c:v>11260</c:v>
                </c:pt>
                <c:pt idx="3">
                  <c:v>21903</c:v>
                </c:pt>
                <c:pt idx="4">
                  <c:v>11517</c:v>
                </c:pt>
                <c:pt idx="5">
                  <c:v>7899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C-4267-9F5A-ECEEEADE29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Search Google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23' Camp ROI</c:v>
                </c:pt>
                <c:pt idx="1">
                  <c:v>24' Camp ROI</c:v>
                </c:pt>
                <c:pt idx="2">
                  <c:v>No Campaign ROI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4.9984139416915365</c:v>
                </c:pt>
                <c:pt idx="1">
                  <c:v>2.8231874519650688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DC-4FC8-AACF-3631DB789A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91DDE-BA6A-4F57-909C-98F49C72955F}" type="datetimeFigureOut">
              <a:rPr lang="en-GB" smtClean="0"/>
              <a:t>10/09/2025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50D33-42BE-4A7B-9A0E-84D31BC6EF4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455353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AC5B1-F58D-4268-BB75-9856A9D794A6}" type="datetimeFigureOut">
              <a:rPr lang="en-GB" smtClean="0"/>
              <a:t>10/09/2025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00C33-90AE-4963-9AD8-3B07939F57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960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3.sv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0.sv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0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0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0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0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15.sv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4" Type="http://schemas.openxmlformats.org/officeDocument/2006/relationships/image" Target="../media/image10.svg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Relationship Id="rId4" Type="http://schemas.openxmlformats.org/officeDocument/2006/relationships/image" Target="../media/image10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4" Type="http://schemas.openxmlformats.org/officeDocument/2006/relationships/image" Target="../media/image10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4" Type="http://schemas.openxmlformats.org/officeDocument/2006/relationships/image" Target="../media/image10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Relationship Id="rId4" Type="http://schemas.openxmlformats.org/officeDocument/2006/relationships/image" Target="../media/image10.sv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C51B2C-A001-27DE-ABA0-3328CCE12A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Kick">
            <a:extLst>
              <a:ext uri="{FF2B5EF4-FFF2-40B4-BE49-F238E27FC236}">
                <a16:creationId xmlns:a16="http://schemas.microsoft.com/office/drawing/2014/main" id="{4E5D019C-AA62-A8CE-6450-8FB165C5A1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950AE92-B676-F52E-7F87-1418597EB9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413DB59D-2F78-ADDF-7991-8E63A4119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4A62E9B-33C3-F47A-DB13-8F29BB312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6046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1864" y="1490655"/>
            <a:ext cx="2572735" cy="4499238"/>
          </a:xfrm>
          <a:prstGeom prst="rect">
            <a:avLst/>
          </a:prstGeom>
        </p:spPr>
      </p:pic>
      <p:pic>
        <p:nvPicPr>
          <p:cNvPr id="8" name="Logo" descr="Kantar logo">
            <a:extLst>
              <a:ext uri="{FF2B5EF4-FFF2-40B4-BE49-F238E27FC236}">
                <a16:creationId xmlns:a16="http://schemas.microsoft.com/office/drawing/2014/main" id="{B6564A35-867D-4FB8-BD9A-08422621EC42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880E437-5815-A26A-B9AB-7D40640C0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36136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C30B4D4-F26B-B72E-FA60-D63ED90D4B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Kick">
            <a:extLst>
              <a:ext uri="{FF2B5EF4-FFF2-40B4-BE49-F238E27FC236}">
                <a16:creationId xmlns:a16="http://schemas.microsoft.com/office/drawing/2014/main" id="{D6E4C6C4-422B-CEDC-43DB-1AFEEB8913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AB7A737-652E-4890-72A0-3C24634AB3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61544F70-E3D0-9F87-1D9D-CDA395FD9A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205D716-6C88-8C97-0D4B-269A16E21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9203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3021" y="1491162"/>
            <a:ext cx="2566638" cy="4499238"/>
          </a:xfrm>
          <a:prstGeom prst="rect">
            <a:avLst/>
          </a:prstGeom>
        </p:spPr>
      </p:pic>
      <p:pic>
        <p:nvPicPr>
          <p:cNvPr id="11" name="Kantar Logo" descr="Kantar logo">
            <a:extLst>
              <a:ext uri="{FF2B5EF4-FFF2-40B4-BE49-F238E27FC236}">
                <a16:creationId xmlns:a16="http://schemas.microsoft.com/office/drawing/2014/main" id="{01EE2173-34DD-4E4A-828D-CFC09D3A11C3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C6E9524-5C51-E505-192A-727347954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24638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2258559"/>
            <a:ext cx="5643563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59999" y="1713600"/>
            <a:ext cx="976676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40192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8" y="2257200"/>
            <a:ext cx="5643927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1713332"/>
            <a:ext cx="976312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32493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94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401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75CB8A6-3325-2B22-16AE-C24167711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9FB89-AC67-1B6B-85A1-ED5931B49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96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51D583-D2F5-4206-82FD-3E7E687E57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910800"/>
            <a:ext cx="11466513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637646D-FA49-2AEF-9D75-86EC81EFF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0B10690-B4CA-B333-6A40-A9F5EE2DF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348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129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1F22C1D-496B-4E53-BF19-ED9291DCCF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B80976DC-A442-2F24-8832-FD9478D6F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4DCCD-E531-859A-5031-9FA141448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535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301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93581B-25F6-45F4-A388-25B916985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FAC4EF7-B915-1513-7378-7A839196B7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D4B6EE4-B819-1190-E0EF-A0130AE99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183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638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A444E5-6DCB-4387-82D7-374FBA34E3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2F426DB-EDD9-AC45-023D-B477753F8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C15DAAA-ACAD-06A2-9225-C985F288F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848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874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574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EED4C4-55A2-440F-BFEB-B054C51690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41933E2-3FEC-89F6-8CD4-6749302ED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6134EAD-A5BA-DE0E-3902-77532655D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416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12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224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36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44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56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008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26D01CC-3541-4F97-AF97-73FF635203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12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224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36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36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44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56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26F8F77-60AB-17B7-3432-19FFA91DC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539D15-09BC-164C-FB43-5071A5434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292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2903-71A8-4BD2-B059-6BA4C3AA3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5437D9-CE22-451C-B458-B3F648A642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169CDD-9FFC-4BEA-A4C1-F55F1EBC5A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2799" y="430717"/>
            <a:ext cx="5626800" cy="5284283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A831F2D-B2DA-DA45-51A2-A1F441938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35A06C-5D8C-6FC1-D4D4-B336A8DE5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45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ABB0-FC25-4DDA-B141-9861B8EF6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2361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D6BD01-6C23-44ED-8363-1C234E2533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2361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4F34447-13E0-43B9-BE1F-C60C03555D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000" y="432000"/>
            <a:ext cx="5627561" cy="5283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F084A7A-3F3F-E40A-77AB-CD182CE4A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81A6B93-83F1-8F5E-2FAB-0FBA90C85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5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C6D4BB-14E1-42DC-832A-2D0CE78632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4ABC294-FCE6-5EB7-79AC-9C91525B7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6626BA-65BF-4D50-2E26-754A96716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37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BD805A2-374A-B38B-47E2-96838EF5E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A31AADF-58A3-1943-8F8F-11D9CCE09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75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D3E48C71-27A9-8E1D-64DF-2141DFF7AE9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71524" y="910800"/>
            <a:ext cx="8554475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1DCC66D3-273E-C4D4-E66B-ABBBFBF0D827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" name="Group 14" descr="Kantar logo">
            <a:extLst>
              <a:ext uri="{FF2B5EF4-FFF2-40B4-BE49-F238E27FC236}">
                <a16:creationId xmlns:a16="http://schemas.microsoft.com/office/drawing/2014/main" id="{3F231E62-1FE1-116F-4FDE-F1ADC464FC91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CB31C91-0C4B-9B64-6435-2533957E15D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06533A51-300E-1741-73A9-4BFBFBA562D7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949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278B934D-6AC2-E660-AF80-A9EFA384E7E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952558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7093C849-593E-4F8D-EA17-3F282670D20E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08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A9F06CE-64A5-131D-9B39-5B48F430A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EC62E80-CC51-39F5-9357-50894767FF32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3" name="KantarWhiteLine">
              <a:extLst>
                <a:ext uri="{FF2B5EF4-FFF2-40B4-BE49-F238E27FC236}">
                  <a16:creationId xmlns:a16="http://schemas.microsoft.com/office/drawing/2014/main" id="{DAA53EF3-7193-9326-49B1-712F2C671DC4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KantarWhiteLogo">
              <a:extLst>
                <a:ext uri="{FF2B5EF4-FFF2-40B4-BE49-F238E27FC236}">
                  <a16:creationId xmlns:a16="http://schemas.microsoft.com/office/drawing/2014/main" id="{300F33B3-053B-F76A-6999-78F6532B26AE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300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598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6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859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0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780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96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126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476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461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537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1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CA3A6B-089A-48DA-907F-9446B1276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73D13-8BEF-4470-A16D-19EDE6E7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25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51D181-5AC8-CB98-2DF7-B33FB347F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z="1000">
                <a:solidFill>
                  <a:schemeClr val="tx1"/>
                </a:solidFill>
              </a:rPr>
              <a:t>© Kantar 2024 | </a:t>
            </a:r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B499311-9512-FDCA-0201-021061BF5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01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106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B32B944-6B80-259F-C6C7-52A3FB4A4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C39A07E-819E-5142-7737-672A3B0CE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7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7B62BA0-11FE-FD4D-6F6C-6F65222EA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109FA3E-B0CA-E698-5526-C41DBDDFF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213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8A0D150-475E-7ACA-4924-BD45DB493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FA4142-D959-FCD1-2E32-9BA5813C6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683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1EF671F-AC1C-3DC6-C88D-286CD03A9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563B4C9-8956-6F87-B308-5F1D749A7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717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FCBF256-F848-4C16-0D24-A8C14320A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E8A5C17-4617-96C8-4DDC-8232FAA3B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847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885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9CA7E69-90E6-B161-F704-4F9C38AE7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83F8F46-CE0B-B903-A0F8-CFA8CB821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58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ADCBE04-27AE-89B4-B588-C2C39221C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E7EF9C-D289-D17D-355D-3DDAC1A5A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308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3DD9635-058C-4CDE-B4A3-8561025BC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7A1D1F8-DB89-2428-0F8D-EB1393B75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874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6474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982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29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29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08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08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88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88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51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51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6474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6474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141AF45-D27A-94C6-4B24-C8AEB3622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DCBF9A-F376-18DC-787A-4BF05E2B7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89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CFF00D6-CD37-91B6-3ABE-9BA309D78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FE44AF0-0B77-3221-022D-85D85C44F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502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Blue purple gradient">
            <a:extLst>
              <a:ext uri="{FF2B5EF4-FFF2-40B4-BE49-F238E27FC236}">
                <a16:creationId xmlns:a16="http://schemas.microsoft.com/office/drawing/2014/main" id="{B59E31C1-6089-A1D8-9FCA-1583768125BA}"/>
              </a:ext>
            </a:extLst>
          </p:cNvPr>
          <p:cNvPicPr>
            <a:picLocks/>
          </p:cNvPicPr>
          <p:nvPr userDrawn="1"/>
        </p:nvPicPr>
        <p:blipFill>
          <a:blip r:embed="rId4"/>
          <a:srcRect t="20" b="20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8161" y="428625"/>
            <a:ext cx="11466000" cy="528097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  <a:lvl2pPr>
              <a:defRPr sz="4000">
                <a:solidFill>
                  <a:schemeClr val="bg1"/>
                </a:solidFill>
              </a:defRPr>
            </a:lvl2pPr>
            <a:lvl3pPr>
              <a:defRPr sz="4000">
                <a:solidFill>
                  <a:schemeClr val="bg1"/>
                </a:solidFill>
              </a:defRPr>
            </a:lvl3pPr>
            <a:lvl4pPr>
              <a:defRPr sz="4000">
                <a:solidFill>
                  <a:schemeClr val="bg1"/>
                </a:solidFill>
              </a:defRPr>
            </a:lvl4pPr>
            <a:lvl5pPr>
              <a:defRPr sz="4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6" descr="Footer line and Kantar logo">
            <a:extLst>
              <a:ext uri="{FF2B5EF4-FFF2-40B4-BE49-F238E27FC236}">
                <a16:creationId xmlns:a16="http://schemas.microsoft.com/office/drawing/2014/main" id="{B6B2934E-79E7-1ACB-1005-15FA75D82E58}"/>
              </a:ext>
            </a:extLst>
          </p:cNvPr>
          <p:cNvGrpSpPr/>
          <p:nvPr userDrawn="1"/>
        </p:nvGrpSpPr>
        <p:grpSpPr>
          <a:xfrm>
            <a:off x="360000" y="6120000"/>
            <a:ext cx="11474161" cy="474788"/>
            <a:chOff x="360000" y="6120000"/>
            <a:chExt cx="11474161" cy="47478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40D98F-1ED9-F28B-5EEA-8DE953E7426D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1147416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4F7B3CE-C0BF-577F-BA47-2BD8689E7102}"/>
                </a:ext>
              </a:extLst>
            </p:cNvPr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0001" y="6390412"/>
              <a:ext cx="1080270" cy="2043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582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5" name="Rectangle 14" descr="Blue purple gradient">
            <a:extLst>
              <a:ext uri="{FF2B5EF4-FFF2-40B4-BE49-F238E27FC236}">
                <a16:creationId xmlns:a16="http://schemas.microsoft.com/office/drawing/2014/main" id="{156C88F4-E4D3-8B68-E4A3-6877B6044D4A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6" name="Group 15" descr="Footer line and Kantar logo">
            <a:extLst>
              <a:ext uri="{FF2B5EF4-FFF2-40B4-BE49-F238E27FC236}">
                <a16:creationId xmlns:a16="http://schemas.microsoft.com/office/drawing/2014/main" id="{EF9E4583-BD78-7B8A-9AC5-CF21203FDA80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65322BA-B266-A28B-D20B-93A5DDBB905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Kantar logo">
              <a:extLst>
                <a:ext uri="{FF2B5EF4-FFF2-40B4-BE49-F238E27FC236}">
                  <a16:creationId xmlns:a16="http://schemas.microsoft.com/office/drawing/2014/main" id="{0C137E41-1DF1-A199-921A-AB172041A3F2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930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Rectangle 8" descr="Blue purple gradient">
            <a:extLst>
              <a:ext uri="{FF2B5EF4-FFF2-40B4-BE49-F238E27FC236}">
                <a16:creationId xmlns:a16="http://schemas.microsoft.com/office/drawing/2014/main" id="{89F633D2-8814-E252-70F6-19C3AB4AA265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 and Kantar logo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81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9D51FFFA-209C-A06F-EAB4-7D67393A8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Group 10" descr="Footer line and Kantar logo">
            <a:extLst>
              <a:ext uri="{FF2B5EF4-FFF2-40B4-BE49-F238E27FC236}">
                <a16:creationId xmlns:a16="http://schemas.microsoft.com/office/drawing/2014/main" id="{1D01D2BA-FBF8-F720-3F2E-F878412C055E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5" name="KantarWhiteLine">
              <a:extLst>
                <a:ext uri="{FF2B5EF4-FFF2-40B4-BE49-F238E27FC236}">
                  <a16:creationId xmlns:a16="http://schemas.microsoft.com/office/drawing/2014/main" id="{11A6C15C-D15E-E3A0-1E2E-CFD1F16FC89E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KantarWhiteLogo">
              <a:extLst>
                <a:ext uri="{FF2B5EF4-FFF2-40B4-BE49-F238E27FC236}">
                  <a16:creationId xmlns:a16="http://schemas.microsoft.com/office/drawing/2014/main" id="{BAF0541C-D791-87DC-C8F5-484351A5171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573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6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Footer line and Kantar logo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01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2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408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5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409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4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49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035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20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5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ashboard ex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51B97-D115-41B0-A593-DB194CD0637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432000"/>
            <a:ext cx="95364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56DFF0-F399-4C7B-9862-88E481176C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62000" y="432000"/>
            <a:ext cx="17640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C310F2F-94C0-63BA-B027-523FA6819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424F01-B367-DE44-9714-A4DD2EB57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704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61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image" Target="../media/image2.svg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tags" Target="../tags/tag23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tags" Target="../tags/tag22.xml"/><Relationship Id="rId8" Type="http://schemas.openxmlformats.org/officeDocument/2006/relationships/slideLayout" Target="../slideLayouts/slideLayout4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913023"/>
            <a:chOff x="-1143000" y="-600255"/>
            <a:chExt cx="13680281" cy="6913023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4382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925CEB6-6DDA-49BF-824C-CFA9D8A07E3F}"/>
                </a:ext>
              </a:extLst>
            </p:cNvPr>
            <p:cNvSpPr txBox="1"/>
            <p:nvPr userDrawn="1"/>
          </p:nvSpPr>
          <p:spPr>
            <a:xfrm>
              <a:off x="-747711" y="606654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1658A23-15A2-4406-AF7E-89707B5575E7}"/>
                </a:ext>
              </a:extLst>
            </p:cNvPr>
            <p:cNvSpPr txBox="1"/>
            <p:nvPr userDrawn="1"/>
          </p:nvSpPr>
          <p:spPr>
            <a:xfrm>
              <a:off x="-1143000" y="618965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cxnSp>
        <p:nvCxnSpPr>
          <p:cNvPr id="6" name="Straight Connector 5" descr="Footer line">
            <a:extLst>
              <a:ext uri="{FF2B5EF4-FFF2-40B4-BE49-F238E27FC236}">
                <a16:creationId xmlns:a16="http://schemas.microsoft.com/office/drawing/2014/main" id="{6805F70E-6BF1-451B-AC5F-64819FD40883}"/>
              </a:ext>
            </a:extLst>
          </p:cNvPr>
          <p:cNvCxnSpPr>
            <a:cxnSpLocks/>
          </p:cNvCxnSpPr>
          <p:nvPr userDrawn="1">
            <p:custDataLst>
              <p:tags r:id="rId42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Kantar logo">
            <a:extLst>
              <a:ext uri="{FF2B5EF4-FFF2-40B4-BE49-F238E27FC236}">
                <a16:creationId xmlns:a16="http://schemas.microsoft.com/office/drawing/2014/main" id="{2CC2F24E-468A-4212-A014-115B799B0109}"/>
              </a:ext>
            </a:extLst>
          </p:cNvPr>
          <p:cNvPicPr>
            <a:picLocks noChangeAspect="1"/>
          </p:cNvPicPr>
          <p:nvPr userDrawn="1"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14C844D-A5F7-B0AD-7C8B-1F71318F6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448BFD7-2625-2414-23A8-A50970BF9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066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7" r:id="rId2"/>
    <p:sldLayoutId id="2147483865" r:id="rId3"/>
    <p:sldLayoutId id="2147483868" r:id="rId4"/>
    <p:sldLayoutId id="2147483697" r:id="rId5"/>
    <p:sldLayoutId id="2147483696" r:id="rId6"/>
    <p:sldLayoutId id="2147483844" r:id="rId7"/>
    <p:sldLayoutId id="2147483862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  <p:sldLayoutId id="2147483772" r:id="rId20"/>
    <p:sldLayoutId id="2147483773" r:id="rId21"/>
    <p:sldLayoutId id="2147483774" r:id="rId22"/>
    <p:sldLayoutId id="2147483775" r:id="rId23"/>
    <p:sldLayoutId id="2147483776" r:id="rId24"/>
    <p:sldLayoutId id="2147483827" r:id="rId25"/>
    <p:sldLayoutId id="2147483829" r:id="rId26"/>
    <p:sldLayoutId id="2147483845" r:id="rId27"/>
    <p:sldLayoutId id="2147483846" r:id="rId28"/>
    <p:sldLayoutId id="2147483830" r:id="rId29"/>
    <p:sldLayoutId id="2147483847" r:id="rId30"/>
    <p:sldLayoutId id="2147483848" r:id="rId31"/>
    <p:sldLayoutId id="2147483849" r:id="rId32"/>
    <p:sldLayoutId id="2147483850" r:id="rId33"/>
    <p:sldLayoutId id="2147483851" r:id="rId34"/>
    <p:sldLayoutId id="2147483869" r:id="rId35"/>
    <p:sldLayoutId id="2147483870" r:id="rId36"/>
    <p:sldLayoutId id="2147483871" r:id="rId37"/>
    <p:sldLayoutId id="2147483872" r:id="rId38"/>
    <p:sldLayoutId id="2147483879" r:id="rId39"/>
    <p:sldLayoutId id="2147483880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 userDrawn="1">
          <p15:clr>
            <a:srgbClr val="F26B43"/>
          </p15:clr>
        </p15:guide>
        <p15:guide id="14" pos="7453" userDrawn="1">
          <p15:clr>
            <a:srgbClr val="F26B43"/>
          </p15:clr>
        </p15:guide>
        <p15:guide id="28" orient="horz" pos="1076" userDrawn="1">
          <p15:clr>
            <a:srgbClr val="F26B43"/>
          </p15:clr>
        </p15:guide>
        <p15:guide id="29" orient="horz" pos="270" userDrawn="1">
          <p15:clr>
            <a:srgbClr val="F26B43"/>
          </p15:clr>
        </p15:guide>
        <p15:guide id="33" orient="horz" pos="3600" userDrawn="1">
          <p15:clr>
            <a:srgbClr val="F26B43"/>
          </p15:clr>
        </p15:guide>
        <p15:guide id="35" pos="228" userDrawn="1">
          <p15:clr>
            <a:srgbClr val="F26B43"/>
          </p15:clr>
        </p15:guide>
        <p15:guide id="36" pos="3840" userDrawn="1">
          <p15:clr>
            <a:srgbClr val="F26B43"/>
          </p15:clr>
        </p15:guide>
        <p15:guide id="37" pos="3782" userDrawn="1">
          <p15:clr>
            <a:srgbClr val="F26B43"/>
          </p15:clr>
        </p15:guide>
        <p15:guide id="38" pos="3900" userDrawn="1">
          <p15:clr>
            <a:srgbClr val="F26B43"/>
          </p15:clr>
        </p15:guide>
        <p15:guide id="39" orient="horz" pos="38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81FD9D1B-8E5A-447D-B2D0-15FF23DD7EDA}"/>
              </a:ext>
            </a:extLst>
          </p:cNvPr>
          <p:cNvCxnSpPr>
            <a:cxnSpLocks/>
          </p:cNvCxnSpPr>
          <p:nvPr userDrawn="1">
            <p:custDataLst>
              <p:tags r:id="rId30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rgbClr val="33333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7AF91A0-A869-4C9D-8D84-C843E57FF9C6}"/>
              </a:ext>
            </a:extLst>
          </p:cNvPr>
          <p:cNvGrpSpPr/>
          <p:nvPr userDrawn="1"/>
        </p:nvGrpSpPr>
        <p:grpSpPr>
          <a:xfrm>
            <a:off x="-1143000" y="-600255"/>
            <a:ext cx="13680281" cy="6916199"/>
            <a:chOff x="-1143000" y="-600255"/>
            <a:chExt cx="13680281" cy="6916199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C819980-719E-42BA-84AA-491FF69717D9}"/>
                </a:ext>
              </a:extLst>
            </p:cNvPr>
            <p:cNvCxnSpPr/>
            <p:nvPr userDrawn="1"/>
          </p:nvCxnSpPr>
          <p:spPr>
            <a:xfrm>
              <a:off x="-256200" y="6145408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D636BE3-4FEE-45BA-A183-BCB80C007E10}"/>
                </a:ext>
              </a:extLst>
            </p:cNvPr>
            <p:cNvSpPr txBox="1"/>
            <p:nvPr userDrawn="1"/>
          </p:nvSpPr>
          <p:spPr>
            <a:xfrm>
              <a:off x="-747711" y="6069722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2FC16A6-CA4F-4B0F-B25C-7772D09D7351}"/>
                </a:ext>
              </a:extLst>
            </p:cNvPr>
            <p:cNvSpPr txBox="1"/>
            <p:nvPr userDrawn="1"/>
          </p:nvSpPr>
          <p:spPr>
            <a:xfrm>
              <a:off x="-1143000" y="6192833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pic>
        <p:nvPicPr>
          <p:cNvPr id="38" name="Graphic 37" descr="Kantar logo">
            <a:extLst>
              <a:ext uri="{FF2B5EF4-FFF2-40B4-BE49-F238E27FC236}">
                <a16:creationId xmlns:a16="http://schemas.microsoft.com/office/drawing/2014/main" id="{BDB25C72-3FD4-461E-BCBE-96F525FA2297}"/>
              </a:ext>
            </a:extLst>
          </p:cNvPr>
          <p:cNvPicPr>
            <a:picLocks noChangeAspect="1"/>
          </p:cNvPicPr>
          <p:nvPr userDrawn="1"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753515A-DBD1-3C6D-DC72-D442571B0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546C623-0862-D697-5E0B-AE8411041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403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800" r:id="rId13"/>
    <p:sldLayoutId id="2147483801" r:id="rId14"/>
    <p:sldLayoutId id="2147483837" r:id="rId15"/>
    <p:sldLayoutId id="2147483838" r:id="rId16"/>
    <p:sldLayoutId id="2147483852" r:id="rId17"/>
    <p:sldLayoutId id="2147483853" r:id="rId18"/>
    <p:sldLayoutId id="2147483854" r:id="rId19"/>
    <p:sldLayoutId id="2147483855" r:id="rId20"/>
    <p:sldLayoutId id="2147483856" r:id="rId21"/>
    <p:sldLayoutId id="2147483857" r:id="rId22"/>
    <p:sldLayoutId id="2147483858" r:id="rId23"/>
    <p:sldLayoutId id="2147483859" r:id="rId24"/>
    <p:sldLayoutId id="2147483873" r:id="rId25"/>
    <p:sldLayoutId id="2147483874" r:id="rId26"/>
    <p:sldLayoutId id="2147483875" r:id="rId27"/>
    <p:sldLayoutId id="2147483876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  <p15:guide id="39" orient="horz" pos="387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720255"/>
            <a:chOff x="-1143000" y="-600255"/>
            <a:chExt cx="13680281" cy="6720255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2000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</p:grp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BB75DB98-1BD1-4926-8750-16657B153BE4}"/>
              </a:ext>
            </a:extLst>
          </p:cNvPr>
          <p:cNvCxnSpPr>
            <a:cxnSpLocks/>
          </p:cNvCxnSpPr>
          <p:nvPr userDrawn="1"/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 descr="Kantar logo">
            <a:extLst>
              <a:ext uri="{FF2B5EF4-FFF2-40B4-BE49-F238E27FC236}">
                <a16:creationId xmlns:a16="http://schemas.microsoft.com/office/drawing/2014/main" id="{D3E635D0-BA07-4485-8050-85E8C801F8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02CEF36-8560-BD0B-FDA8-C4B70227D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D0A28B0-CA4A-8D2C-9D82-9A624FE4A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707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8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sv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3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3.xml"/><Relationship Id="rId4" Type="http://schemas.openxmlformats.org/officeDocument/2006/relationships/chart" Target="../charts/char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1CD888E-8280-12F7-D8D8-1CF8D2C045C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/>
          <a:srcRect t="3125" b="3125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E963EC-0165-9AB9-15A6-29BA57CE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1DFF0AD-BD7E-122C-5472-FC8E9690FC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FD53B-3908-A49A-AFCA-B13A7C21D4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err="1"/>
              <a:t>Fecha</a:t>
            </a:r>
            <a:endParaRPr lang="en-US" noProof="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5D1112-0D16-F8B1-1BC0-C3A70CB84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Study name </a:t>
            </a:r>
          </a:p>
          <a:p>
            <a:r>
              <a:rPr lang="en-US" b="1" noProof="0" dirty="0"/>
              <a:t>LIFT ROI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A30FE8B-5E53-5ED7-12EE-7CEEAB5D25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Identifying marketing investment efficiencies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8DB876-366E-12C0-073B-76B1B8832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350379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868E-0B37-A56C-3F0E-978324561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428624"/>
            <a:ext cx="5643926" cy="403200"/>
          </a:xfrm>
        </p:spPr>
        <p:txBody>
          <a:bodyPr/>
          <a:lstStyle/>
          <a:p>
            <a:r>
              <a:rPr lang="en-US" noProof="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ADAD1-BAB6-7DCD-66CF-73C36FB3517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070960"/>
            <a:ext cx="6610350" cy="4006850"/>
          </a:xfrm>
        </p:spPr>
        <p:txBody>
          <a:bodyPr vert="horz" lIns="0" tIns="0" rIns="0" bIns="0" rtlCol="0" anchor="t">
            <a:noAutofit/>
          </a:bodyPr>
          <a:lstStyle/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noProof="0" dirty="0"/>
              <a:t>Project status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cs typeface="Arial"/>
              </a:rPr>
              <a:t>Scope / Objectives </a:t>
            </a:r>
            <a:endParaRPr lang="en-US" noProof="0" dirty="0">
              <a:cs typeface="Arial"/>
            </a:endParaRP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/>
              <a:t>Timeline and next steps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endParaRPr lang="en-US" sz="1200" noProof="0" dirty="0">
              <a:cs typeface="Arial"/>
            </a:endParaRP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noProof="0" dirty="0"/>
              <a:t> Category overview 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endParaRPr lang="en-US" noProof="0" dirty="0"/>
          </a:p>
          <a:p>
            <a:pPr marL="0" lvl="1" indent="0">
              <a:buSzPct val="100000"/>
              <a:buNone/>
            </a:pPr>
            <a:r>
              <a:rPr lang="en-US" noProof="0" dirty="0"/>
              <a:t>3. Brand focus 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/>
              <a:t>Media deep dive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45C0A-9F2B-A008-235F-FF4D25879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60D18-FBE4-3731-E055-AD178FF4C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 | </a:t>
            </a:r>
            <a:fld id="{4034BEE3-566C-4068-A777-C3A4762E861B}" type="slidenum">
              <a:rPr lang="en-US" noProof="0" smtClean="0"/>
              <a:pPr/>
              <a:t>2</a:t>
            </a:fld>
            <a:endParaRPr lang="en-US" noProof="0" dirty="0"/>
          </a:p>
        </p:txBody>
      </p:sp>
      <p:pic>
        <p:nvPicPr>
          <p:cNvPr id="8" name="Picture Placeholder 7" descr="A close up of blue lights&#10;&#10;AI-generated content may be incorrect.">
            <a:extLst>
              <a:ext uri="{FF2B5EF4-FFF2-40B4-BE49-F238E27FC236}">
                <a16:creationId xmlns:a16="http://schemas.microsoft.com/office/drawing/2014/main" id="{58DCCC24-8332-B4B6-B235-23DFC9A4130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21359" r="2135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0025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5A4F9E-D694-F470-7136-D6E29ACC5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/>
              <a:t>Project status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17512-4DA8-5316-E3F9-A41B3AB501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/>
              <a:t>1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737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AE5F8-8E77-F8D2-2307-B5FBA344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Objective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38183-5FB4-86F6-DC0E-72D5AFFAC1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noProof="0" dirty="0">
                <a:solidFill>
                  <a:schemeClr val="tx1">
                    <a:lumMod val="50000"/>
                  </a:schemeClr>
                </a:solidFill>
              </a:rPr>
              <a:t>Understand the impact of marketing efforts in sales and/or brand equity. </a:t>
            </a:r>
            <a:endParaRPr lang="en-US" sz="1800" noProof="0" dirty="0">
              <a:solidFill>
                <a:schemeClr val="tx1">
                  <a:lumMod val="50000"/>
                </a:schemeClr>
              </a:solidFill>
              <a:cs typeface="Arial"/>
            </a:endParaRPr>
          </a:p>
          <a:p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355D0-FAB2-3B4A-8718-225A16D33E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0363" y="1710000"/>
            <a:ext cx="11466000" cy="2654610"/>
          </a:xfrm>
        </p:spPr>
        <p:txBody>
          <a:bodyPr/>
          <a:lstStyle/>
          <a:p>
            <a:r>
              <a:rPr lang="en-US" noProof="0" dirty="0"/>
              <a:t>For that, we </a:t>
            </a:r>
            <a:r>
              <a:rPr lang="en-US" b="1" noProof="0" dirty="0"/>
              <a:t>decompose sales volume and/or measured brand equity</a:t>
            </a:r>
            <a:r>
              <a:rPr lang="en-US" noProof="0" dirty="0"/>
              <a:t> results, </a:t>
            </a:r>
            <a:r>
              <a:rPr lang="en-US" b="1" noProof="0" dirty="0"/>
              <a:t>isolating the effects of each marketing</a:t>
            </a:r>
            <a:r>
              <a:rPr lang="en-US" noProof="0" dirty="0"/>
              <a:t> </a:t>
            </a:r>
            <a:r>
              <a:rPr lang="en-US" b="1" noProof="0" dirty="0"/>
              <a:t>effort</a:t>
            </a:r>
            <a:r>
              <a:rPr lang="en-US" noProof="0" dirty="0"/>
              <a:t> to understand their individual effects.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9AFAF-E89C-517E-B08C-20ECC2B5D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DD2E7-8775-8414-CB47-581EE6A29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 | </a:t>
            </a:r>
            <a:fld id="{4034BEE3-566C-4068-A777-C3A4762E861B}" type="slidenum">
              <a:rPr lang="en-US" noProof="0" smtClean="0"/>
              <a:pPr/>
              <a:t>4</a:t>
            </a:fld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EFAE740-53C4-DEB2-80C1-7FCFD2A425DB}"/>
              </a:ext>
            </a:extLst>
          </p:cNvPr>
          <p:cNvGrpSpPr/>
          <p:nvPr/>
        </p:nvGrpSpPr>
        <p:grpSpPr>
          <a:xfrm>
            <a:off x="3272400" y="2506231"/>
            <a:ext cx="6021466" cy="1169337"/>
            <a:chOff x="3372923" y="2786504"/>
            <a:chExt cx="6021466" cy="1169337"/>
          </a:xfrm>
        </p:grpSpPr>
        <p:sp>
          <p:nvSpPr>
            <p:cNvPr id="8" name="object 70">
              <a:extLst>
                <a:ext uri="{FF2B5EF4-FFF2-40B4-BE49-F238E27FC236}">
                  <a16:creationId xmlns:a16="http://schemas.microsoft.com/office/drawing/2014/main" id="{3DA3081C-EC66-7255-35F4-F851F38FBA39}"/>
                </a:ext>
              </a:extLst>
            </p:cNvPr>
            <p:cNvSpPr txBox="1"/>
            <p:nvPr/>
          </p:nvSpPr>
          <p:spPr>
            <a:xfrm>
              <a:off x="4925104" y="3066730"/>
              <a:ext cx="2325806" cy="19749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Direct impact in</a:t>
              </a:r>
            </a:p>
          </p:txBody>
        </p:sp>
        <p:sp>
          <p:nvSpPr>
            <p:cNvPr id="9" name="object 70">
              <a:extLst>
                <a:ext uri="{FF2B5EF4-FFF2-40B4-BE49-F238E27FC236}">
                  <a16:creationId xmlns:a16="http://schemas.microsoft.com/office/drawing/2014/main" id="{59A12D96-60D5-12C0-BF1C-36F6800FAED0}"/>
                </a:ext>
              </a:extLst>
            </p:cNvPr>
            <p:cNvSpPr txBox="1"/>
            <p:nvPr/>
          </p:nvSpPr>
          <p:spPr>
            <a:xfrm>
              <a:off x="7426353" y="3645814"/>
              <a:ext cx="1016558" cy="26344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Sales</a:t>
              </a:r>
            </a:p>
          </p:txBody>
        </p:sp>
        <p:sp>
          <p:nvSpPr>
            <p:cNvPr id="10" name="Rectangle 28">
              <a:extLst>
                <a:ext uri="{FF2B5EF4-FFF2-40B4-BE49-F238E27FC236}">
                  <a16:creationId xmlns:a16="http://schemas.microsoft.com/office/drawing/2014/main" id="{D6A8EAC7-3E09-53B5-58A2-B77FF21CA2C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980087" y="3445846"/>
              <a:ext cx="2231826" cy="317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40" tIns="45720" rIns="91440" b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712">
                <a:defRPr/>
              </a:pPr>
              <a:r>
                <a:rPr lang="en-US" sz="1600" b="1" kern="0" spc="-5" noProof="0" dirty="0" err="1">
                  <a:solidFill>
                    <a:srgbClr val="333333"/>
                  </a:solidFill>
                  <a:latin typeface="Arial"/>
                  <a:cs typeface="Arial"/>
                </a:rPr>
                <a:t>LiftROI</a:t>
              </a:r>
              <a:r>
                <a:rPr lang="en-US" sz="1600" b="1" kern="0" spc="-5" noProof="0" dirty="0">
                  <a:solidFill>
                    <a:srgbClr val="333333"/>
                  </a:solidFill>
                  <a:latin typeface="Arial"/>
                  <a:cs typeface="Arial"/>
                </a:rPr>
                <a:t> Model</a:t>
              </a:r>
              <a:endParaRPr lang="en-US" sz="1600" b="1" i="0" u="none" strike="noStrike" kern="0" cap="none" spc="-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  <p:pic>
          <p:nvPicPr>
            <p:cNvPr id="11" name="Graphic 30">
              <a:extLst>
                <a:ext uri="{FF2B5EF4-FFF2-40B4-BE49-F238E27FC236}">
                  <a16:creationId xmlns:a16="http://schemas.microsoft.com/office/drawing/2014/main" id="{6F90FE9B-501E-227B-37D2-5121C8D35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50972" y="2865624"/>
              <a:ext cx="767320" cy="767320"/>
            </a:xfrm>
            <a:prstGeom prst="rect">
              <a:avLst/>
            </a:prstGeom>
          </p:spPr>
        </p:pic>
        <p:grpSp>
          <p:nvGrpSpPr>
            <p:cNvPr id="12" name="Group 37">
              <a:extLst>
                <a:ext uri="{FF2B5EF4-FFF2-40B4-BE49-F238E27FC236}">
                  <a16:creationId xmlns:a16="http://schemas.microsoft.com/office/drawing/2014/main" id="{1281B54A-F258-376B-B302-E248C0DCC402}"/>
                </a:ext>
              </a:extLst>
            </p:cNvPr>
            <p:cNvGrpSpPr/>
            <p:nvPr/>
          </p:nvGrpSpPr>
          <p:grpSpPr>
            <a:xfrm>
              <a:off x="3372923" y="2786504"/>
              <a:ext cx="1483685" cy="1169337"/>
              <a:chOff x="646605" y="3103699"/>
              <a:chExt cx="1258576" cy="1027058"/>
            </a:xfrm>
          </p:grpSpPr>
          <p:grpSp>
            <p:nvGrpSpPr>
              <p:cNvPr id="15" name="Group 32">
                <a:extLst>
                  <a:ext uri="{FF2B5EF4-FFF2-40B4-BE49-F238E27FC236}">
                    <a16:creationId xmlns:a16="http://schemas.microsoft.com/office/drawing/2014/main" id="{3789BE0C-8F5B-1E54-CA95-B4B979C5EC42}"/>
                  </a:ext>
                </a:extLst>
              </p:cNvPr>
              <p:cNvGrpSpPr/>
              <p:nvPr/>
            </p:nvGrpSpPr>
            <p:grpSpPr>
              <a:xfrm>
                <a:off x="646605" y="3103699"/>
                <a:ext cx="1258576" cy="655680"/>
                <a:chOff x="646605" y="3103699"/>
                <a:chExt cx="3355269" cy="1747993"/>
              </a:xfrm>
            </p:grpSpPr>
            <p:pic>
              <p:nvPicPr>
                <p:cNvPr id="17" name="Graphic 45">
                  <a:extLst>
                    <a:ext uri="{FF2B5EF4-FFF2-40B4-BE49-F238E27FC236}">
                      <a16:creationId xmlns:a16="http://schemas.microsoft.com/office/drawing/2014/main" id="{B0B65CB2-560C-52A4-2FBD-B313104985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25574" y="4165891"/>
                  <a:ext cx="876300" cy="609601"/>
                </a:xfrm>
                <a:prstGeom prst="rect">
                  <a:avLst/>
                </a:prstGeom>
              </p:spPr>
            </p:pic>
            <p:pic>
              <p:nvPicPr>
                <p:cNvPr id="18" name="Graphic 46">
                  <a:extLst>
                    <a:ext uri="{FF2B5EF4-FFF2-40B4-BE49-F238E27FC236}">
                      <a16:creationId xmlns:a16="http://schemas.microsoft.com/office/drawing/2014/main" id="{FE0CE547-EF7A-BE04-77E8-258DDE7A2F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73078" y="3103699"/>
                  <a:ext cx="495300" cy="876300"/>
                </a:xfrm>
                <a:prstGeom prst="rect">
                  <a:avLst/>
                </a:prstGeom>
              </p:spPr>
            </p:pic>
            <p:pic>
              <p:nvPicPr>
                <p:cNvPr id="19" name="Graphic 48">
                  <a:extLst>
                    <a:ext uri="{FF2B5EF4-FFF2-40B4-BE49-F238E27FC236}">
                      <a16:creationId xmlns:a16="http://schemas.microsoft.com/office/drawing/2014/main" id="{B05B218E-6E79-1B2E-D1CD-FE5E018C8D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6605" y="4089692"/>
                  <a:ext cx="876300" cy="762000"/>
                </a:xfrm>
                <a:prstGeom prst="rect">
                  <a:avLst/>
                </a:prstGeom>
              </p:spPr>
            </p:pic>
          </p:grpSp>
          <p:pic>
            <p:nvPicPr>
              <p:cNvPr id="16" name="Graphic 44">
                <a:extLst>
                  <a:ext uri="{FF2B5EF4-FFF2-40B4-BE49-F238E27FC236}">
                    <a16:creationId xmlns:a16="http://schemas.microsoft.com/office/drawing/2014/main" id="{11399F01-FE7A-7EE2-E2A6-BB9ADF1A9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47132" y="3501842"/>
                <a:ext cx="657502" cy="628915"/>
              </a:xfrm>
              <a:prstGeom prst="rect">
                <a:avLst/>
              </a:prstGeom>
            </p:spPr>
          </p:pic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CB2FF91-307B-5842-A14E-FFF3B538FF9D}"/>
                </a:ext>
              </a:extLst>
            </p:cNvPr>
            <p:cNvCxnSpPr/>
            <p:nvPr/>
          </p:nvCxnSpPr>
          <p:spPr>
            <a:xfrm flipV="1">
              <a:off x="4893605" y="3352977"/>
              <a:ext cx="2620370" cy="18196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D71076C-5955-E6E1-D5B4-64A4C94F3033}"/>
                </a:ext>
              </a:extLst>
            </p:cNvPr>
            <p:cNvGrpSpPr/>
            <p:nvPr/>
          </p:nvGrpSpPr>
          <p:grpSpPr>
            <a:xfrm>
              <a:off x="8541104" y="2862802"/>
              <a:ext cx="768096" cy="768096"/>
              <a:chOff x="8450454" y="2929429"/>
              <a:chExt cx="768096" cy="768096"/>
            </a:xfrm>
            <a:solidFill>
              <a:schemeClr val="tx2"/>
            </a:solidFill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F1CD8B9-EE57-B2E9-981B-3CC004C4DEAA}"/>
                  </a:ext>
                </a:extLst>
              </p:cNvPr>
              <p:cNvGrpSpPr/>
              <p:nvPr/>
            </p:nvGrpSpPr>
            <p:grpSpPr>
              <a:xfrm>
                <a:off x="8641495" y="3206862"/>
                <a:ext cx="386014" cy="213230"/>
                <a:chOff x="8609365" y="3201550"/>
                <a:chExt cx="386014" cy="213230"/>
              </a:xfrm>
              <a:grpFill/>
            </p:grpSpPr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C1CC94DB-C81E-9E36-64C0-25D78B2547D4}"/>
                    </a:ext>
                  </a:extLst>
                </p:cNvPr>
                <p:cNvSpPr/>
                <p:nvPr/>
              </p:nvSpPr>
              <p:spPr>
                <a:xfrm>
                  <a:off x="8609365" y="3201550"/>
                  <a:ext cx="142750" cy="213230"/>
                </a:xfrm>
                <a:custGeom>
                  <a:avLst/>
                  <a:gdLst>
                    <a:gd name="connsiteX0" fmla="*/ 0 w 142750"/>
                    <a:gd name="connsiteY0" fmla="*/ 18139 h 213230"/>
                    <a:gd name="connsiteX1" fmla="*/ 61411 w 142750"/>
                    <a:gd name="connsiteY1" fmla="*/ 18139 h 213230"/>
                    <a:gd name="connsiteX2" fmla="*/ 61411 w 142750"/>
                    <a:gd name="connsiteY2" fmla="*/ 213231 h 213230"/>
                    <a:gd name="connsiteX3" fmla="*/ 81187 w 142750"/>
                    <a:gd name="connsiteY3" fmla="*/ 213231 h 213230"/>
                    <a:gd name="connsiteX4" fmla="*/ 81187 w 142750"/>
                    <a:gd name="connsiteY4" fmla="*/ 18139 h 213230"/>
                    <a:gd name="connsiteX5" fmla="*/ 142750 w 142750"/>
                    <a:gd name="connsiteY5" fmla="*/ 18139 h 213230"/>
                    <a:gd name="connsiteX6" fmla="*/ 142750 w 142750"/>
                    <a:gd name="connsiteY6" fmla="*/ 0 h 213230"/>
                    <a:gd name="connsiteX7" fmla="*/ 0 w 142750"/>
                    <a:gd name="connsiteY7" fmla="*/ 0 h 213230"/>
                    <a:gd name="connsiteX8" fmla="*/ 0 w 142750"/>
                    <a:gd name="connsiteY8" fmla="*/ 18139 h 213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2750" h="213230">
                      <a:moveTo>
                        <a:pt x="0" y="18139"/>
                      </a:moveTo>
                      <a:lnTo>
                        <a:pt x="61411" y="18139"/>
                      </a:lnTo>
                      <a:lnTo>
                        <a:pt x="61411" y="213231"/>
                      </a:lnTo>
                      <a:lnTo>
                        <a:pt x="81187" y="213231"/>
                      </a:lnTo>
                      <a:lnTo>
                        <a:pt x="81187" y="18139"/>
                      </a:lnTo>
                      <a:lnTo>
                        <a:pt x="142750" y="18139"/>
                      </a:lnTo>
                      <a:lnTo>
                        <a:pt x="142750" y="0"/>
                      </a:lnTo>
                      <a:lnTo>
                        <a:pt x="0" y="0"/>
                      </a:lnTo>
                      <a:lnTo>
                        <a:pt x="0" y="18139"/>
                      </a:lnTo>
                      <a:close/>
                    </a:path>
                  </a:pathLst>
                </a:custGeom>
                <a:grpFill/>
                <a:ln w="94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noProof="0" dirty="0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48A207F8-E305-0833-689E-04C3FCDDA418}"/>
                    </a:ext>
                  </a:extLst>
                </p:cNvPr>
                <p:cNvSpPr/>
                <p:nvPr/>
              </p:nvSpPr>
              <p:spPr>
                <a:xfrm>
                  <a:off x="8787212" y="3201550"/>
                  <a:ext cx="208167" cy="213230"/>
                </a:xfrm>
                <a:custGeom>
                  <a:avLst/>
                  <a:gdLst>
                    <a:gd name="connsiteX0" fmla="*/ 113011 w 208167"/>
                    <a:gd name="connsiteY0" fmla="*/ 160442 h 213230"/>
                    <a:gd name="connsiteX1" fmla="*/ 108766 w 208167"/>
                    <a:gd name="connsiteY1" fmla="*/ 171005 h 213230"/>
                    <a:gd name="connsiteX2" fmla="*/ 104959 w 208167"/>
                    <a:gd name="connsiteY2" fmla="*/ 181854 h 213230"/>
                    <a:gd name="connsiteX3" fmla="*/ 104065 w 208167"/>
                    <a:gd name="connsiteY3" fmla="*/ 181854 h 213230"/>
                    <a:gd name="connsiteX4" fmla="*/ 100125 w 208167"/>
                    <a:gd name="connsiteY4" fmla="*/ 170624 h 213230"/>
                    <a:gd name="connsiteX5" fmla="*/ 95738 w 208167"/>
                    <a:gd name="connsiteY5" fmla="*/ 160299 h 213230"/>
                    <a:gd name="connsiteX6" fmla="*/ 23344 w 208167"/>
                    <a:gd name="connsiteY6" fmla="*/ 0 h 213230"/>
                    <a:gd name="connsiteX7" fmla="*/ 0 w 208167"/>
                    <a:gd name="connsiteY7" fmla="*/ 0 h 213230"/>
                    <a:gd name="connsiteX8" fmla="*/ 0 w 208167"/>
                    <a:gd name="connsiteY8" fmla="*/ 213231 h 213230"/>
                    <a:gd name="connsiteX9" fmla="*/ 19328 w 208167"/>
                    <a:gd name="connsiteY9" fmla="*/ 213231 h 213230"/>
                    <a:gd name="connsiteX10" fmla="*/ 19328 w 208167"/>
                    <a:gd name="connsiteY10" fmla="*/ 64380 h 213230"/>
                    <a:gd name="connsiteX11" fmla="*/ 19109 w 208167"/>
                    <a:gd name="connsiteY11" fmla="*/ 44909 h 213230"/>
                    <a:gd name="connsiteX12" fmla="*/ 18291 w 208167"/>
                    <a:gd name="connsiteY12" fmla="*/ 29292 h 213230"/>
                    <a:gd name="connsiteX13" fmla="*/ 18881 w 208167"/>
                    <a:gd name="connsiteY13" fmla="*/ 29292 h 213230"/>
                    <a:gd name="connsiteX14" fmla="*/ 25543 w 208167"/>
                    <a:gd name="connsiteY14" fmla="*/ 50229 h 213230"/>
                    <a:gd name="connsiteX15" fmla="*/ 100058 w 208167"/>
                    <a:gd name="connsiteY15" fmla="*/ 213231 h 213230"/>
                    <a:gd name="connsiteX16" fmla="*/ 108538 w 208167"/>
                    <a:gd name="connsiteY16" fmla="*/ 213231 h 213230"/>
                    <a:gd name="connsiteX17" fmla="*/ 182853 w 208167"/>
                    <a:gd name="connsiteY17" fmla="*/ 49220 h 213230"/>
                    <a:gd name="connsiteX18" fmla="*/ 186051 w 208167"/>
                    <a:gd name="connsiteY18" fmla="*/ 41188 h 213230"/>
                    <a:gd name="connsiteX19" fmla="*/ 189858 w 208167"/>
                    <a:gd name="connsiteY19" fmla="*/ 29587 h 213230"/>
                    <a:gd name="connsiteX20" fmla="*/ 190467 w 208167"/>
                    <a:gd name="connsiteY20" fmla="*/ 29587 h 213230"/>
                    <a:gd name="connsiteX21" fmla="*/ 188687 w 208167"/>
                    <a:gd name="connsiteY21" fmla="*/ 66017 h 213230"/>
                    <a:gd name="connsiteX22" fmla="*/ 188687 w 208167"/>
                    <a:gd name="connsiteY22" fmla="*/ 213231 h 213230"/>
                    <a:gd name="connsiteX23" fmla="*/ 208168 w 208167"/>
                    <a:gd name="connsiteY23" fmla="*/ 213231 h 213230"/>
                    <a:gd name="connsiteX24" fmla="*/ 208168 w 208167"/>
                    <a:gd name="connsiteY24" fmla="*/ 0 h 213230"/>
                    <a:gd name="connsiteX25" fmla="*/ 186022 w 208167"/>
                    <a:gd name="connsiteY25" fmla="*/ 0 h 213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208167" h="213230">
                      <a:moveTo>
                        <a:pt x="113011" y="160442"/>
                      </a:moveTo>
                      <a:cubicBezTo>
                        <a:pt x="111317" y="164248"/>
                        <a:pt x="109908" y="167731"/>
                        <a:pt x="108766" y="171005"/>
                      </a:cubicBezTo>
                      <a:lnTo>
                        <a:pt x="104959" y="181854"/>
                      </a:lnTo>
                      <a:lnTo>
                        <a:pt x="104065" y="181854"/>
                      </a:lnTo>
                      <a:cubicBezTo>
                        <a:pt x="102878" y="177895"/>
                        <a:pt x="101565" y="174152"/>
                        <a:pt x="100125" y="170624"/>
                      </a:cubicBezTo>
                      <a:cubicBezTo>
                        <a:pt x="98685" y="167097"/>
                        <a:pt x="97222" y="163655"/>
                        <a:pt x="95738" y="160299"/>
                      </a:cubicBezTo>
                      <a:lnTo>
                        <a:pt x="23344" y="0"/>
                      </a:lnTo>
                      <a:lnTo>
                        <a:pt x="0" y="0"/>
                      </a:lnTo>
                      <a:lnTo>
                        <a:pt x="0" y="213231"/>
                      </a:lnTo>
                      <a:lnTo>
                        <a:pt x="19328" y="213231"/>
                      </a:lnTo>
                      <a:lnTo>
                        <a:pt x="19328" y="64380"/>
                      </a:lnTo>
                      <a:cubicBezTo>
                        <a:pt x="19328" y="57243"/>
                        <a:pt x="19255" y="50752"/>
                        <a:pt x="19109" y="44909"/>
                      </a:cubicBezTo>
                      <a:cubicBezTo>
                        <a:pt x="18964" y="39066"/>
                        <a:pt x="18691" y="33860"/>
                        <a:pt x="18291" y="29292"/>
                      </a:cubicBezTo>
                      <a:lnTo>
                        <a:pt x="18881" y="29292"/>
                      </a:lnTo>
                      <a:cubicBezTo>
                        <a:pt x="20545" y="36436"/>
                        <a:pt x="22772" y="43437"/>
                        <a:pt x="25543" y="50229"/>
                      </a:cubicBezTo>
                      <a:lnTo>
                        <a:pt x="100058" y="213231"/>
                      </a:lnTo>
                      <a:lnTo>
                        <a:pt x="108538" y="213231"/>
                      </a:lnTo>
                      <a:lnTo>
                        <a:pt x="182853" y="49220"/>
                      </a:lnTo>
                      <a:cubicBezTo>
                        <a:pt x="184058" y="46600"/>
                        <a:pt x="185126" y="43919"/>
                        <a:pt x="186051" y="41188"/>
                      </a:cubicBezTo>
                      <a:cubicBezTo>
                        <a:pt x="187193" y="37914"/>
                        <a:pt x="188462" y="34048"/>
                        <a:pt x="189858" y="29587"/>
                      </a:cubicBezTo>
                      <a:lnTo>
                        <a:pt x="190467" y="29587"/>
                      </a:lnTo>
                      <a:cubicBezTo>
                        <a:pt x="189280" y="46343"/>
                        <a:pt x="188687" y="58487"/>
                        <a:pt x="188687" y="66017"/>
                      </a:cubicBezTo>
                      <a:lnTo>
                        <a:pt x="188687" y="213231"/>
                      </a:lnTo>
                      <a:lnTo>
                        <a:pt x="208168" y="213231"/>
                      </a:lnTo>
                      <a:lnTo>
                        <a:pt x="208168" y="0"/>
                      </a:lnTo>
                      <a:lnTo>
                        <a:pt x="186022" y="0"/>
                      </a:lnTo>
                      <a:close/>
                    </a:path>
                  </a:pathLst>
                </a:custGeom>
                <a:grpFill/>
                <a:ln w="94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noProof="0" dirty="0"/>
                </a:p>
              </p:txBody>
            </p:sp>
          </p:grp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9FD216B-070B-4856-D062-2D13CC8A6DCB}"/>
                  </a:ext>
                </a:extLst>
              </p:cNvPr>
              <p:cNvSpPr/>
              <p:nvPr/>
            </p:nvSpPr>
            <p:spPr>
              <a:xfrm>
                <a:off x="8450454" y="2929429"/>
                <a:ext cx="768096" cy="768096"/>
              </a:xfrm>
              <a:custGeom>
                <a:avLst/>
                <a:gdLst>
                  <a:gd name="connsiteX0" fmla="*/ 361434 w 722867"/>
                  <a:gd name="connsiteY0" fmla="*/ 0 h 722867"/>
                  <a:gd name="connsiteX1" fmla="*/ 0 w 722867"/>
                  <a:gd name="connsiteY1" fmla="*/ 361434 h 722867"/>
                  <a:gd name="connsiteX2" fmla="*/ 361434 w 722867"/>
                  <a:gd name="connsiteY2" fmla="*/ 722868 h 722867"/>
                  <a:gd name="connsiteX3" fmla="*/ 722868 w 722867"/>
                  <a:gd name="connsiteY3" fmla="*/ 361434 h 722867"/>
                  <a:gd name="connsiteX4" fmla="*/ 361757 w 722867"/>
                  <a:gd name="connsiteY4" fmla="*/ 0 h 722867"/>
                  <a:gd name="connsiteX5" fmla="*/ 361434 w 722867"/>
                  <a:gd name="connsiteY5" fmla="*/ 0 h 722867"/>
                  <a:gd name="connsiteX6" fmla="*/ 361434 w 722867"/>
                  <a:gd name="connsiteY6" fmla="*/ 703834 h 722867"/>
                  <a:gd name="connsiteX7" fmla="*/ 19033 w 722867"/>
                  <a:gd name="connsiteY7" fmla="*/ 361434 h 722867"/>
                  <a:gd name="connsiteX8" fmla="*/ 361434 w 722867"/>
                  <a:gd name="connsiteY8" fmla="*/ 19033 h 722867"/>
                  <a:gd name="connsiteX9" fmla="*/ 703834 w 722867"/>
                  <a:gd name="connsiteY9" fmla="*/ 361434 h 722867"/>
                  <a:gd name="connsiteX10" fmla="*/ 361434 w 722867"/>
                  <a:gd name="connsiteY10" fmla="*/ 703834 h 722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2867" h="722867">
                    <a:moveTo>
                      <a:pt x="361434" y="0"/>
                    </a:moveTo>
                    <a:cubicBezTo>
                      <a:pt x="161820" y="0"/>
                      <a:pt x="0" y="161820"/>
                      <a:pt x="0" y="361434"/>
                    </a:cubicBezTo>
                    <a:cubicBezTo>
                      <a:pt x="0" y="561048"/>
                      <a:pt x="161820" y="722868"/>
                      <a:pt x="361434" y="722868"/>
                    </a:cubicBezTo>
                    <a:cubicBezTo>
                      <a:pt x="561048" y="722868"/>
                      <a:pt x="722868" y="561048"/>
                      <a:pt x="722868" y="361434"/>
                    </a:cubicBezTo>
                    <a:cubicBezTo>
                      <a:pt x="722957" y="161909"/>
                      <a:pt x="561282" y="89"/>
                      <a:pt x="361757" y="0"/>
                    </a:cubicBezTo>
                    <a:cubicBezTo>
                      <a:pt x="361650" y="0"/>
                      <a:pt x="361541" y="0"/>
                      <a:pt x="361434" y="0"/>
                    </a:cubicBezTo>
                    <a:close/>
                    <a:moveTo>
                      <a:pt x="361434" y="703834"/>
                    </a:moveTo>
                    <a:cubicBezTo>
                      <a:pt x="172331" y="703834"/>
                      <a:pt x="19033" y="550537"/>
                      <a:pt x="19033" y="361434"/>
                    </a:cubicBezTo>
                    <a:cubicBezTo>
                      <a:pt x="19033" y="172331"/>
                      <a:pt x="172331" y="19033"/>
                      <a:pt x="361434" y="19033"/>
                    </a:cubicBezTo>
                    <a:cubicBezTo>
                      <a:pt x="550537" y="19033"/>
                      <a:pt x="703834" y="172331"/>
                      <a:pt x="703834" y="361434"/>
                    </a:cubicBezTo>
                    <a:cubicBezTo>
                      <a:pt x="703619" y="550448"/>
                      <a:pt x="550448" y="703619"/>
                      <a:pt x="361434" y="703834"/>
                    </a:cubicBezTo>
                    <a:close/>
                  </a:path>
                </a:pathLst>
              </a:custGeom>
              <a:grpFill/>
              <a:ln w="94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  <p:sp>
          <p:nvSpPr>
            <p:cNvPr id="28" name="object 70">
              <a:extLst>
                <a:ext uri="{FF2B5EF4-FFF2-40B4-BE49-F238E27FC236}">
                  <a16:creationId xmlns:a16="http://schemas.microsoft.com/office/drawing/2014/main" id="{AF3D8430-30F6-AEE9-2535-CB64508F9BEF}"/>
                </a:ext>
              </a:extLst>
            </p:cNvPr>
            <p:cNvSpPr txBox="1"/>
            <p:nvPr/>
          </p:nvSpPr>
          <p:spPr>
            <a:xfrm>
              <a:off x="8455915" y="3645814"/>
              <a:ext cx="938474" cy="26344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Equity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C4593D8-19DA-AF5F-0913-4585E4B5784A}"/>
              </a:ext>
            </a:extLst>
          </p:cNvPr>
          <p:cNvSpPr txBox="1"/>
          <p:nvPr/>
        </p:nvSpPr>
        <p:spPr>
          <a:xfrm>
            <a:off x="363000" y="4148450"/>
            <a:ext cx="11466000" cy="154657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0" lvl="1">
              <a:spcBef>
                <a:spcPts val="1800"/>
              </a:spcBef>
              <a:buSzPct val="100000"/>
            </a:pPr>
            <a:r>
              <a:rPr lang="en-US" sz="1200" b="1" noProof="0" dirty="0">
                <a:solidFill>
                  <a:srgbClr val="383838"/>
                </a:solidFill>
              </a:rPr>
              <a:t>Input:</a:t>
            </a:r>
            <a:endParaRPr lang="en-US" sz="1200" noProof="0" dirty="0">
              <a:solidFill>
                <a:srgbClr val="383838"/>
              </a:solidFill>
            </a:endParaRPr>
          </a:p>
          <a:p>
            <a:pPr marL="0" lvl="1">
              <a:spcBef>
                <a:spcPts val="300"/>
              </a:spcBef>
            </a:pPr>
            <a:r>
              <a:rPr lang="en-US" sz="1200" noProof="0" dirty="0">
                <a:solidFill>
                  <a:srgbClr val="383838"/>
                </a:solidFill>
              </a:rPr>
              <a:t>XX years of monthly/weekly data:</a:t>
            </a:r>
            <a:endParaRPr lang="en-US" sz="1200" noProof="0" dirty="0">
              <a:solidFill>
                <a:srgbClr val="383838"/>
              </a:solidFill>
              <a:cs typeface="Arial"/>
            </a:endParaRP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Brand sales, distribution and average price.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Media investment and media activity results (TV, OOH, Digital, etc.)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Other marketing efforts (owned media activity, innovations, promotions, etc.)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Macroeconomic variables </a:t>
            </a:r>
          </a:p>
        </p:txBody>
      </p:sp>
    </p:spTree>
    <p:extLst>
      <p:ext uri="{BB962C8B-B14F-4D97-AF65-F5344CB8AC3E}">
        <p14:creationId xmlns:p14="http://schemas.microsoft.com/office/powerpoint/2010/main" val="331940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C025-D177-1BE4-0AE0-314D31FE7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At the end, we’ll have the following results: 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5014D-59FB-3061-8A64-AE66A587D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384A3-7108-DA45-35CC-5A0253BF5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 | </a:t>
            </a:r>
            <a:fld id="{4034BEE3-566C-4068-A777-C3A4762E861B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5BC1789-0180-5FF9-F1CF-A82AEA60A0FE}"/>
              </a:ext>
            </a:extLst>
          </p:cNvPr>
          <p:cNvSpPr/>
          <p:nvPr/>
        </p:nvSpPr>
        <p:spPr bwMode="ltGray">
          <a:xfrm>
            <a:off x="359999" y="1724834"/>
            <a:ext cx="5593126" cy="3017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b="0" noProof="0" dirty="0"/>
              <a:t>1. Sales decomposition / Equity decomposition 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D19759C-B251-A141-C334-C96C382BB2A6}"/>
              </a:ext>
            </a:extLst>
          </p:cNvPr>
          <p:cNvSpPr/>
          <p:nvPr/>
        </p:nvSpPr>
        <p:spPr bwMode="ltGray">
          <a:xfrm>
            <a:off x="6238877" y="1724835"/>
            <a:ext cx="5593126" cy="301752"/>
          </a:xfrm>
          <a:prstGeom prst="rect">
            <a:avLst/>
          </a:prstGeom>
          <a:solidFill>
            <a:srgbClr val="0060FF"/>
          </a:solidFill>
          <a:ln w="12700">
            <a:solidFill>
              <a:srgbClr val="006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noProof="0" dirty="0">
                <a:solidFill>
                  <a:schemeClr val="bg1"/>
                </a:solidFill>
                <a:cs typeface="Arial"/>
              </a:rPr>
              <a:t>2. Incremental volume for each individual effort</a:t>
            </a:r>
            <a:endParaRPr lang="en-US" sz="1400" noProof="0" dirty="0">
              <a:solidFill>
                <a:srgbClr val="0060FF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B7215349-1B07-6AEF-F6D9-32FC66A72D64}"/>
              </a:ext>
            </a:extLst>
          </p:cNvPr>
          <p:cNvSpPr/>
          <p:nvPr/>
        </p:nvSpPr>
        <p:spPr bwMode="ltGray">
          <a:xfrm>
            <a:off x="359997" y="3831319"/>
            <a:ext cx="5593126" cy="3017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b="0" noProof="0" dirty="0">
                <a:solidFill>
                  <a:schemeClr val="bg1"/>
                </a:solidFill>
              </a:rPr>
              <a:t>3. ROI </a:t>
            </a:r>
            <a:r>
              <a:rPr lang="en-US" sz="1400" dirty="0">
                <a:solidFill>
                  <a:schemeClr val="bg1"/>
                </a:solidFill>
              </a:rPr>
              <a:t>and saturation curves</a:t>
            </a:r>
            <a:endParaRPr lang="en-US" sz="1400" b="0" noProof="0" dirty="0">
              <a:solidFill>
                <a:schemeClr val="bg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FEDAED1A-4636-AA8B-AEA9-5B26C505DEAD}"/>
              </a:ext>
            </a:extLst>
          </p:cNvPr>
          <p:cNvSpPr/>
          <p:nvPr/>
        </p:nvSpPr>
        <p:spPr bwMode="ltGray">
          <a:xfrm>
            <a:off x="6233748" y="3835081"/>
            <a:ext cx="5593126" cy="301752"/>
          </a:xfrm>
          <a:prstGeom prst="rect">
            <a:avLst/>
          </a:prstGeom>
          <a:solidFill>
            <a:srgbClr val="FA0028"/>
          </a:solidFill>
          <a:ln w="12700">
            <a:solidFill>
              <a:srgbClr val="FA00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b="0" noProof="0" dirty="0">
                <a:solidFill>
                  <a:schemeClr val="bg1"/>
                </a:solidFill>
              </a:rPr>
              <a:t>4. Optimization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EB30EC48-85A9-6249-538A-69C40A4A8AA5}"/>
              </a:ext>
            </a:extLst>
          </p:cNvPr>
          <p:cNvSpPr/>
          <p:nvPr/>
        </p:nvSpPr>
        <p:spPr bwMode="ltGray">
          <a:xfrm>
            <a:off x="359997" y="1724834"/>
            <a:ext cx="5593126" cy="201168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2731C763-6B1D-A929-4E3B-D3C9D4F216EC}"/>
              </a:ext>
            </a:extLst>
          </p:cNvPr>
          <p:cNvSpPr/>
          <p:nvPr/>
        </p:nvSpPr>
        <p:spPr bwMode="ltGray">
          <a:xfrm>
            <a:off x="6233748" y="1724834"/>
            <a:ext cx="5593126" cy="2011679"/>
          </a:xfrm>
          <a:prstGeom prst="rect">
            <a:avLst/>
          </a:prstGeom>
          <a:noFill/>
          <a:ln w="12700">
            <a:solidFill>
              <a:srgbClr val="006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>
              <a:solidFill>
                <a:srgbClr val="0060FF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D134825-6818-8418-8879-3642287521B5}"/>
              </a:ext>
            </a:extLst>
          </p:cNvPr>
          <p:cNvSpPr/>
          <p:nvPr/>
        </p:nvSpPr>
        <p:spPr bwMode="ltGray">
          <a:xfrm>
            <a:off x="359997" y="3861591"/>
            <a:ext cx="5593126" cy="2011680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>
              <a:solidFill>
                <a:srgbClr val="00E5BA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A925A77-9C8C-40E5-DBDA-A67D8AF36C6B}"/>
              </a:ext>
            </a:extLst>
          </p:cNvPr>
          <p:cNvSpPr/>
          <p:nvPr/>
        </p:nvSpPr>
        <p:spPr bwMode="ltGray">
          <a:xfrm>
            <a:off x="6236378" y="3831319"/>
            <a:ext cx="5593126" cy="2041952"/>
          </a:xfrm>
          <a:prstGeom prst="rect">
            <a:avLst/>
          </a:prstGeom>
          <a:noFill/>
          <a:ln w="12700">
            <a:solidFill>
              <a:srgbClr val="FA00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>
              <a:solidFill>
                <a:srgbClr val="FA0028"/>
              </a:solidFill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D1D94A7F-2D6B-24BC-090A-81F3202F6E95}"/>
              </a:ext>
            </a:extLst>
          </p:cNvPr>
          <p:cNvGrpSpPr/>
          <p:nvPr/>
        </p:nvGrpSpPr>
        <p:grpSpPr>
          <a:xfrm>
            <a:off x="694187" y="2159253"/>
            <a:ext cx="4653577" cy="1460247"/>
            <a:chOff x="3644556" y="1642029"/>
            <a:chExt cx="5525754" cy="2957812"/>
          </a:xfrm>
        </p:grpSpPr>
        <p:sp>
          <p:nvSpPr>
            <p:cNvPr id="174" name="Freeform 37">
              <a:extLst>
                <a:ext uri="{FF2B5EF4-FFF2-40B4-BE49-F238E27FC236}">
                  <a16:creationId xmlns:a16="http://schemas.microsoft.com/office/drawing/2014/main" id="{3CAAC72E-BB22-ECC7-177E-79AFD0C78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952" y="1642029"/>
              <a:ext cx="24899" cy="2957812"/>
            </a:xfrm>
            <a:custGeom>
              <a:avLst/>
              <a:gdLst>
                <a:gd name="T0" fmla="*/ 0 w 10"/>
                <a:gd name="T1" fmla="*/ 0 h 885"/>
                <a:gd name="T2" fmla="*/ 0 w 10"/>
                <a:gd name="T3" fmla="*/ 885 h 885"/>
                <a:gd name="T4" fmla="*/ 10 w 10"/>
                <a:gd name="T5" fmla="*/ 885 h 885"/>
                <a:gd name="T6" fmla="*/ 10 w 10"/>
                <a:gd name="T7" fmla="*/ 0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85">
                  <a:moveTo>
                    <a:pt x="0" y="0"/>
                  </a:moveTo>
                  <a:lnTo>
                    <a:pt x="0" y="885"/>
                  </a:lnTo>
                  <a:lnTo>
                    <a:pt x="10" y="885"/>
                  </a:lnTo>
                  <a:lnTo>
                    <a:pt x="1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19A065D5-27E1-CFEE-199C-C0D8F1E5BE06}"/>
                </a:ext>
              </a:extLst>
            </p:cNvPr>
            <p:cNvGrpSpPr/>
            <p:nvPr/>
          </p:nvGrpSpPr>
          <p:grpSpPr>
            <a:xfrm>
              <a:off x="3967114" y="1752895"/>
              <a:ext cx="259686" cy="2335854"/>
              <a:chOff x="3967114" y="1752895"/>
              <a:chExt cx="125100" cy="838290"/>
            </a:xfrm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115B644C-1FDB-1E88-DF93-97C3EFFBB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6614" y="2529878"/>
                <a:ext cx="556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80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0272EF04-FABE-BFD7-7E0D-AC7DFCFEA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400381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280</a:t>
                </a: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0581B8A5-6F62-ECFC-6EBF-51EED6398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270883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480</a:t>
                </a: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9F22A0BC-297F-4320-1444-46A1A6B783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141387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680</a:t>
                </a: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BD34CE1F-F126-4B63-1D75-2600E0DB6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011889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880</a:t>
                </a: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C061F91E-2560-B869-B264-E0C3620B6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7114" y="1882393"/>
                <a:ext cx="1251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1,080</a:t>
                </a: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F5502B27-8F9B-A425-DC05-9DB25CB96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7114" y="1752895"/>
                <a:ext cx="1251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1,280</a:t>
                </a:r>
              </a:p>
            </p:txBody>
          </p:sp>
        </p:grpSp>
        <p:sp>
          <p:nvSpPr>
            <p:cNvPr id="176" name="TextBox 149">
              <a:extLst>
                <a:ext uri="{FF2B5EF4-FFF2-40B4-BE49-F238E27FC236}">
                  <a16:creationId xmlns:a16="http://schemas.microsoft.com/office/drawing/2014/main" id="{92136B72-94FB-4E53-9422-7E1439E4365B}"/>
                </a:ext>
              </a:extLst>
            </p:cNvPr>
            <p:cNvSpPr txBox="1"/>
            <p:nvPr/>
          </p:nvSpPr>
          <p:spPr>
            <a:xfrm rot="16200000">
              <a:off x="3013056" y="2901600"/>
              <a:ext cx="1409185" cy="14618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Ventas / Equity</a:t>
              </a:r>
            </a:p>
          </p:txBody>
        </p:sp>
        <p:sp>
          <p:nvSpPr>
            <p:cNvPr id="177" name="Freeform 12">
              <a:extLst>
                <a:ext uri="{FF2B5EF4-FFF2-40B4-BE49-F238E27FC236}">
                  <a16:creationId xmlns:a16="http://schemas.microsoft.com/office/drawing/2014/main" id="{02ABBF59-FDAA-5798-4706-C22CF989D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911" y="2390787"/>
              <a:ext cx="4857396" cy="1366861"/>
            </a:xfrm>
            <a:custGeom>
              <a:avLst/>
              <a:gdLst>
                <a:gd name="T0" fmla="*/ 795 w 801"/>
                <a:gd name="T1" fmla="*/ 12 h 167"/>
                <a:gd name="T2" fmla="*/ 785 w 801"/>
                <a:gd name="T3" fmla="*/ 8 h 167"/>
                <a:gd name="T4" fmla="*/ 769 w 801"/>
                <a:gd name="T5" fmla="*/ 20 h 167"/>
                <a:gd name="T6" fmla="*/ 756 w 801"/>
                <a:gd name="T7" fmla="*/ 36 h 167"/>
                <a:gd name="T8" fmla="*/ 747 w 801"/>
                <a:gd name="T9" fmla="*/ 53 h 167"/>
                <a:gd name="T10" fmla="*/ 740 w 801"/>
                <a:gd name="T11" fmla="*/ 59 h 167"/>
                <a:gd name="T12" fmla="*/ 731 w 801"/>
                <a:gd name="T13" fmla="*/ 38 h 167"/>
                <a:gd name="T14" fmla="*/ 711 w 801"/>
                <a:gd name="T15" fmla="*/ 36 h 167"/>
                <a:gd name="T16" fmla="*/ 693 w 801"/>
                <a:gd name="T17" fmla="*/ 31 h 167"/>
                <a:gd name="T18" fmla="*/ 683 w 801"/>
                <a:gd name="T19" fmla="*/ 46 h 167"/>
                <a:gd name="T20" fmla="*/ 676 w 801"/>
                <a:gd name="T21" fmla="*/ 41 h 167"/>
                <a:gd name="T22" fmla="*/ 666 w 801"/>
                <a:gd name="T23" fmla="*/ 22 h 167"/>
                <a:gd name="T24" fmla="*/ 648 w 801"/>
                <a:gd name="T25" fmla="*/ 14 h 167"/>
                <a:gd name="T26" fmla="*/ 632 w 801"/>
                <a:gd name="T27" fmla="*/ 19 h 167"/>
                <a:gd name="T28" fmla="*/ 625 w 801"/>
                <a:gd name="T29" fmla="*/ 7 h 167"/>
                <a:gd name="T30" fmla="*/ 616 w 801"/>
                <a:gd name="T31" fmla="*/ 37 h 167"/>
                <a:gd name="T32" fmla="*/ 604 w 801"/>
                <a:gd name="T33" fmla="*/ 34 h 167"/>
                <a:gd name="T34" fmla="*/ 597 w 801"/>
                <a:gd name="T35" fmla="*/ 31 h 167"/>
                <a:gd name="T36" fmla="*/ 592 w 801"/>
                <a:gd name="T37" fmla="*/ 14 h 167"/>
                <a:gd name="T38" fmla="*/ 578 w 801"/>
                <a:gd name="T39" fmla="*/ 6 h 167"/>
                <a:gd name="T40" fmla="*/ 563 w 801"/>
                <a:gd name="T41" fmla="*/ 22 h 167"/>
                <a:gd name="T42" fmla="*/ 544 w 801"/>
                <a:gd name="T43" fmla="*/ 20 h 167"/>
                <a:gd name="T44" fmla="*/ 523 w 801"/>
                <a:gd name="T45" fmla="*/ 24 h 167"/>
                <a:gd name="T46" fmla="*/ 504 w 801"/>
                <a:gd name="T47" fmla="*/ 49 h 167"/>
                <a:gd name="T48" fmla="*/ 481 w 801"/>
                <a:gd name="T49" fmla="*/ 45 h 167"/>
                <a:gd name="T50" fmla="*/ 465 w 801"/>
                <a:gd name="T51" fmla="*/ 44 h 167"/>
                <a:gd name="T52" fmla="*/ 441 w 801"/>
                <a:gd name="T53" fmla="*/ 46 h 167"/>
                <a:gd name="T54" fmla="*/ 423 w 801"/>
                <a:gd name="T55" fmla="*/ 48 h 167"/>
                <a:gd name="T56" fmla="*/ 401 w 801"/>
                <a:gd name="T57" fmla="*/ 56 h 167"/>
                <a:gd name="T58" fmla="*/ 394 w 801"/>
                <a:gd name="T59" fmla="*/ 69 h 167"/>
                <a:gd name="T60" fmla="*/ 387 w 801"/>
                <a:gd name="T61" fmla="*/ 54 h 167"/>
                <a:gd name="T62" fmla="*/ 376 w 801"/>
                <a:gd name="T63" fmla="*/ 42 h 167"/>
                <a:gd name="T64" fmla="*/ 359 w 801"/>
                <a:gd name="T65" fmla="*/ 55 h 167"/>
                <a:gd name="T66" fmla="*/ 348 w 801"/>
                <a:gd name="T67" fmla="*/ 67 h 167"/>
                <a:gd name="T68" fmla="*/ 334 w 801"/>
                <a:gd name="T69" fmla="*/ 79 h 167"/>
                <a:gd name="T70" fmla="*/ 308 w 801"/>
                <a:gd name="T71" fmla="*/ 87 h 167"/>
                <a:gd name="T72" fmla="*/ 294 w 801"/>
                <a:gd name="T73" fmla="*/ 91 h 167"/>
                <a:gd name="T74" fmla="*/ 277 w 801"/>
                <a:gd name="T75" fmla="*/ 101 h 167"/>
                <a:gd name="T76" fmla="*/ 264 w 801"/>
                <a:gd name="T77" fmla="*/ 109 h 167"/>
                <a:gd name="T78" fmla="*/ 246 w 801"/>
                <a:gd name="T79" fmla="*/ 120 h 167"/>
                <a:gd name="T80" fmla="*/ 225 w 801"/>
                <a:gd name="T81" fmla="*/ 124 h 167"/>
                <a:gd name="T82" fmla="*/ 205 w 801"/>
                <a:gd name="T83" fmla="*/ 125 h 167"/>
                <a:gd name="T84" fmla="*/ 190 w 801"/>
                <a:gd name="T85" fmla="*/ 134 h 167"/>
                <a:gd name="T86" fmla="*/ 179 w 801"/>
                <a:gd name="T87" fmla="*/ 134 h 167"/>
                <a:gd name="T88" fmla="*/ 161 w 801"/>
                <a:gd name="T89" fmla="*/ 139 h 167"/>
                <a:gd name="T90" fmla="*/ 153 w 801"/>
                <a:gd name="T91" fmla="*/ 134 h 167"/>
                <a:gd name="T92" fmla="*/ 144 w 801"/>
                <a:gd name="T93" fmla="*/ 131 h 167"/>
                <a:gd name="T94" fmla="*/ 136 w 801"/>
                <a:gd name="T95" fmla="*/ 136 h 167"/>
                <a:gd name="T96" fmla="*/ 117 w 801"/>
                <a:gd name="T97" fmla="*/ 138 h 167"/>
                <a:gd name="T98" fmla="*/ 99 w 801"/>
                <a:gd name="T99" fmla="*/ 140 h 167"/>
                <a:gd name="T100" fmla="*/ 89 w 801"/>
                <a:gd name="T101" fmla="*/ 133 h 167"/>
                <a:gd name="T102" fmla="*/ 74 w 801"/>
                <a:gd name="T103" fmla="*/ 134 h 167"/>
                <a:gd name="T104" fmla="*/ 62 w 801"/>
                <a:gd name="T105" fmla="*/ 137 h 167"/>
                <a:gd name="T106" fmla="*/ 52 w 801"/>
                <a:gd name="T107" fmla="*/ 131 h 167"/>
                <a:gd name="T108" fmla="*/ 41 w 801"/>
                <a:gd name="T109" fmla="*/ 127 h 167"/>
                <a:gd name="T110" fmla="*/ 33 w 801"/>
                <a:gd name="T111" fmla="*/ 132 h 167"/>
                <a:gd name="T112" fmla="*/ 15 w 801"/>
                <a:gd name="T113" fmla="*/ 136 h 167"/>
                <a:gd name="T114" fmla="*/ 2 w 801"/>
                <a:gd name="T115" fmla="*/ 14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01" h="167">
                  <a:moveTo>
                    <a:pt x="801" y="26"/>
                  </a:moveTo>
                  <a:cubicBezTo>
                    <a:pt x="801" y="25"/>
                    <a:pt x="800" y="24"/>
                    <a:pt x="799" y="23"/>
                  </a:cubicBezTo>
                  <a:cubicBezTo>
                    <a:pt x="799" y="23"/>
                    <a:pt x="799" y="22"/>
                    <a:pt x="799" y="22"/>
                  </a:cubicBezTo>
                  <a:cubicBezTo>
                    <a:pt x="799" y="21"/>
                    <a:pt x="799" y="21"/>
                    <a:pt x="798" y="21"/>
                  </a:cubicBezTo>
                  <a:cubicBezTo>
                    <a:pt x="798" y="20"/>
                    <a:pt x="798" y="19"/>
                    <a:pt x="797" y="18"/>
                  </a:cubicBezTo>
                  <a:cubicBezTo>
                    <a:pt x="797" y="17"/>
                    <a:pt x="797" y="16"/>
                    <a:pt x="796" y="15"/>
                  </a:cubicBezTo>
                  <a:cubicBezTo>
                    <a:pt x="796" y="14"/>
                    <a:pt x="796" y="13"/>
                    <a:pt x="795" y="12"/>
                  </a:cubicBezTo>
                  <a:cubicBezTo>
                    <a:pt x="795" y="11"/>
                    <a:pt x="795" y="11"/>
                    <a:pt x="795" y="11"/>
                  </a:cubicBezTo>
                  <a:cubicBezTo>
                    <a:pt x="795" y="10"/>
                    <a:pt x="795" y="9"/>
                    <a:pt x="795" y="9"/>
                  </a:cubicBezTo>
                  <a:cubicBezTo>
                    <a:pt x="795" y="6"/>
                    <a:pt x="793" y="4"/>
                    <a:pt x="793" y="3"/>
                  </a:cubicBezTo>
                  <a:cubicBezTo>
                    <a:pt x="792" y="1"/>
                    <a:pt x="792" y="0"/>
                    <a:pt x="791" y="0"/>
                  </a:cubicBezTo>
                  <a:cubicBezTo>
                    <a:pt x="790" y="0"/>
                    <a:pt x="789" y="0"/>
                    <a:pt x="788" y="1"/>
                  </a:cubicBezTo>
                  <a:cubicBezTo>
                    <a:pt x="787" y="2"/>
                    <a:pt x="786" y="4"/>
                    <a:pt x="786" y="5"/>
                  </a:cubicBezTo>
                  <a:cubicBezTo>
                    <a:pt x="785" y="6"/>
                    <a:pt x="785" y="7"/>
                    <a:pt x="785" y="8"/>
                  </a:cubicBezTo>
                  <a:cubicBezTo>
                    <a:pt x="784" y="10"/>
                    <a:pt x="784" y="11"/>
                    <a:pt x="783" y="12"/>
                  </a:cubicBezTo>
                  <a:cubicBezTo>
                    <a:pt x="783" y="13"/>
                    <a:pt x="782" y="13"/>
                    <a:pt x="782" y="14"/>
                  </a:cubicBezTo>
                  <a:cubicBezTo>
                    <a:pt x="781" y="15"/>
                    <a:pt x="780" y="16"/>
                    <a:pt x="778" y="16"/>
                  </a:cubicBezTo>
                  <a:cubicBezTo>
                    <a:pt x="778" y="17"/>
                    <a:pt x="777" y="17"/>
                    <a:pt x="776" y="18"/>
                  </a:cubicBezTo>
                  <a:cubicBezTo>
                    <a:pt x="775" y="18"/>
                    <a:pt x="773" y="18"/>
                    <a:pt x="772" y="19"/>
                  </a:cubicBezTo>
                  <a:cubicBezTo>
                    <a:pt x="771" y="19"/>
                    <a:pt x="771" y="19"/>
                    <a:pt x="771" y="20"/>
                  </a:cubicBezTo>
                  <a:cubicBezTo>
                    <a:pt x="770" y="20"/>
                    <a:pt x="770" y="20"/>
                    <a:pt x="769" y="20"/>
                  </a:cubicBezTo>
                  <a:cubicBezTo>
                    <a:pt x="768" y="21"/>
                    <a:pt x="768" y="21"/>
                    <a:pt x="767" y="22"/>
                  </a:cubicBezTo>
                  <a:cubicBezTo>
                    <a:pt x="766" y="22"/>
                    <a:pt x="766" y="22"/>
                    <a:pt x="766" y="22"/>
                  </a:cubicBezTo>
                  <a:cubicBezTo>
                    <a:pt x="765" y="22"/>
                    <a:pt x="765" y="23"/>
                    <a:pt x="765" y="23"/>
                  </a:cubicBezTo>
                  <a:cubicBezTo>
                    <a:pt x="764" y="24"/>
                    <a:pt x="764" y="25"/>
                    <a:pt x="763" y="25"/>
                  </a:cubicBezTo>
                  <a:cubicBezTo>
                    <a:pt x="761" y="27"/>
                    <a:pt x="760" y="28"/>
                    <a:pt x="759" y="30"/>
                  </a:cubicBezTo>
                  <a:cubicBezTo>
                    <a:pt x="759" y="31"/>
                    <a:pt x="758" y="32"/>
                    <a:pt x="758" y="34"/>
                  </a:cubicBezTo>
                  <a:cubicBezTo>
                    <a:pt x="757" y="34"/>
                    <a:pt x="757" y="35"/>
                    <a:pt x="756" y="36"/>
                  </a:cubicBezTo>
                  <a:cubicBezTo>
                    <a:pt x="756" y="37"/>
                    <a:pt x="756" y="38"/>
                    <a:pt x="755" y="39"/>
                  </a:cubicBezTo>
                  <a:cubicBezTo>
                    <a:pt x="755" y="40"/>
                    <a:pt x="754" y="40"/>
                    <a:pt x="754" y="41"/>
                  </a:cubicBezTo>
                  <a:cubicBezTo>
                    <a:pt x="753" y="42"/>
                    <a:pt x="752" y="43"/>
                    <a:pt x="752" y="44"/>
                  </a:cubicBezTo>
                  <a:cubicBezTo>
                    <a:pt x="751" y="45"/>
                    <a:pt x="751" y="45"/>
                    <a:pt x="751" y="46"/>
                  </a:cubicBezTo>
                  <a:cubicBezTo>
                    <a:pt x="751" y="46"/>
                    <a:pt x="751" y="46"/>
                    <a:pt x="750" y="47"/>
                  </a:cubicBezTo>
                  <a:cubicBezTo>
                    <a:pt x="750" y="48"/>
                    <a:pt x="749" y="49"/>
                    <a:pt x="749" y="51"/>
                  </a:cubicBezTo>
                  <a:cubicBezTo>
                    <a:pt x="748" y="51"/>
                    <a:pt x="748" y="53"/>
                    <a:pt x="747" y="53"/>
                  </a:cubicBezTo>
                  <a:cubicBezTo>
                    <a:pt x="747" y="54"/>
                    <a:pt x="746" y="55"/>
                    <a:pt x="746" y="56"/>
                  </a:cubicBezTo>
                  <a:cubicBezTo>
                    <a:pt x="746" y="57"/>
                    <a:pt x="746" y="57"/>
                    <a:pt x="746" y="58"/>
                  </a:cubicBezTo>
                  <a:cubicBezTo>
                    <a:pt x="746" y="58"/>
                    <a:pt x="745" y="58"/>
                    <a:pt x="745" y="59"/>
                  </a:cubicBezTo>
                  <a:cubicBezTo>
                    <a:pt x="745" y="60"/>
                    <a:pt x="745" y="61"/>
                    <a:pt x="744" y="62"/>
                  </a:cubicBezTo>
                  <a:cubicBezTo>
                    <a:pt x="743" y="63"/>
                    <a:pt x="742" y="63"/>
                    <a:pt x="741" y="62"/>
                  </a:cubicBezTo>
                  <a:cubicBezTo>
                    <a:pt x="741" y="61"/>
                    <a:pt x="741" y="60"/>
                    <a:pt x="741" y="60"/>
                  </a:cubicBezTo>
                  <a:cubicBezTo>
                    <a:pt x="740" y="59"/>
                    <a:pt x="740" y="59"/>
                    <a:pt x="740" y="59"/>
                  </a:cubicBezTo>
                  <a:cubicBezTo>
                    <a:pt x="740" y="58"/>
                    <a:pt x="740" y="58"/>
                    <a:pt x="740" y="57"/>
                  </a:cubicBezTo>
                  <a:cubicBezTo>
                    <a:pt x="740" y="56"/>
                    <a:pt x="739" y="56"/>
                    <a:pt x="739" y="55"/>
                  </a:cubicBezTo>
                  <a:cubicBezTo>
                    <a:pt x="738" y="53"/>
                    <a:pt x="738" y="51"/>
                    <a:pt x="737" y="49"/>
                  </a:cubicBezTo>
                  <a:cubicBezTo>
                    <a:pt x="737" y="48"/>
                    <a:pt x="736" y="47"/>
                    <a:pt x="736" y="46"/>
                  </a:cubicBezTo>
                  <a:cubicBezTo>
                    <a:pt x="735" y="44"/>
                    <a:pt x="735" y="43"/>
                    <a:pt x="734" y="42"/>
                  </a:cubicBezTo>
                  <a:cubicBezTo>
                    <a:pt x="734" y="41"/>
                    <a:pt x="733" y="40"/>
                    <a:pt x="732" y="39"/>
                  </a:cubicBezTo>
                  <a:cubicBezTo>
                    <a:pt x="732" y="38"/>
                    <a:pt x="732" y="38"/>
                    <a:pt x="731" y="38"/>
                  </a:cubicBezTo>
                  <a:cubicBezTo>
                    <a:pt x="731" y="37"/>
                    <a:pt x="731" y="36"/>
                    <a:pt x="730" y="36"/>
                  </a:cubicBezTo>
                  <a:cubicBezTo>
                    <a:pt x="729" y="36"/>
                    <a:pt x="727" y="36"/>
                    <a:pt x="727" y="36"/>
                  </a:cubicBezTo>
                  <a:cubicBezTo>
                    <a:pt x="726" y="37"/>
                    <a:pt x="726" y="37"/>
                    <a:pt x="726" y="37"/>
                  </a:cubicBezTo>
                  <a:cubicBezTo>
                    <a:pt x="726" y="38"/>
                    <a:pt x="725" y="38"/>
                    <a:pt x="725" y="38"/>
                  </a:cubicBezTo>
                  <a:cubicBezTo>
                    <a:pt x="724" y="39"/>
                    <a:pt x="723" y="39"/>
                    <a:pt x="722" y="40"/>
                  </a:cubicBezTo>
                  <a:cubicBezTo>
                    <a:pt x="720" y="40"/>
                    <a:pt x="718" y="39"/>
                    <a:pt x="716" y="40"/>
                  </a:cubicBezTo>
                  <a:cubicBezTo>
                    <a:pt x="714" y="40"/>
                    <a:pt x="712" y="38"/>
                    <a:pt x="711" y="36"/>
                  </a:cubicBezTo>
                  <a:cubicBezTo>
                    <a:pt x="710" y="35"/>
                    <a:pt x="709" y="35"/>
                    <a:pt x="709" y="34"/>
                  </a:cubicBezTo>
                  <a:cubicBezTo>
                    <a:pt x="708" y="33"/>
                    <a:pt x="708" y="32"/>
                    <a:pt x="707" y="31"/>
                  </a:cubicBezTo>
                  <a:cubicBezTo>
                    <a:pt x="706" y="30"/>
                    <a:pt x="705" y="30"/>
                    <a:pt x="703" y="30"/>
                  </a:cubicBezTo>
                  <a:cubicBezTo>
                    <a:pt x="703" y="30"/>
                    <a:pt x="703" y="30"/>
                    <a:pt x="702" y="30"/>
                  </a:cubicBezTo>
                  <a:cubicBezTo>
                    <a:pt x="701" y="31"/>
                    <a:pt x="700" y="30"/>
                    <a:pt x="699" y="31"/>
                  </a:cubicBezTo>
                  <a:cubicBezTo>
                    <a:pt x="698" y="31"/>
                    <a:pt x="697" y="31"/>
                    <a:pt x="696" y="31"/>
                  </a:cubicBezTo>
                  <a:cubicBezTo>
                    <a:pt x="695" y="30"/>
                    <a:pt x="694" y="30"/>
                    <a:pt x="693" y="31"/>
                  </a:cubicBezTo>
                  <a:cubicBezTo>
                    <a:pt x="692" y="31"/>
                    <a:pt x="692" y="32"/>
                    <a:pt x="691" y="33"/>
                  </a:cubicBezTo>
                  <a:cubicBezTo>
                    <a:pt x="691" y="34"/>
                    <a:pt x="690" y="35"/>
                    <a:pt x="690" y="36"/>
                  </a:cubicBezTo>
                  <a:cubicBezTo>
                    <a:pt x="689" y="36"/>
                    <a:pt x="689" y="36"/>
                    <a:pt x="689" y="36"/>
                  </a:cubicBezTo>
                  <a:cubicBezTo>
                    <a:pt x="688" y="37"/>
                    <a:pt x="688" y="38"/>
                    <a:pt x="688" y="38"/>
                  </a:cubicBezTo>
                  <a:cubicBezTo>
                    <a:pt x="687" y="40"/>
                    <a:pt x="686" y="42"/>
                    <a:pt x="685" y="44"/>
                  </a:cubicBezTo>
                  <a:cubicBezTo>
                    <a:pt x="685" y="45"/>
                    <a:pt x="684" y="45"/>
                    <a:pt x="684" y="45"/>
                  </a:cubicBezTo>
                  <a:cubicBezTo>
                    <a:pt x="684" y="46"/>
                    <a:pt x="683" y="46"/>
                    <a:pt x="683" y="46"/>
                  </a:cubicBezTo>
                  <a:cubicBezTo>
                    <a:pt x="683" y="46"/>
                    <a:pt x="683" y="47"/>
                    <a:pt x="683" y="47"/>
                  </a:cubicBezTo>
                  <a:cubicBezTo>
                    <a:pt x="682" y="48"/>
                    <a:pt x="681" y="48"/>
                    <a:pt x="681" y="48"/>
                  </a:cubicBezTo>
                  <a:cubicBezTo>
                    <a:pt x="680" y="47"/>
                    <a:pt x="680" y="47"/>
                    <a:pt x="679" y="47"/>
                  </a:cubicBezTo>
                  <a:cubicBezTo>
                    <a:pt x="679" y="46"/>
                    <a:pt x="678" y="46"/>
                    <a:pt x="678" y="46"/>
                  </a:cubicBezTo>
                  <a:cubicBezTo>
                    <a:pt x="678" y="46"/>
                    <a:pt x="678" y="45"/>
                    <a:pt x="678" y="45"/>
                  </a:cubicBezTo>
                  <a:cubicBezTo>
                    <a:pt x="678" y="44"/>
                    <a:pt x="677" y="44"/>
                    <a:pt x="677" y="43"/>
                  </a:cubicBezTo>
                  <a:cubicBezTo>
                    <a:pt x="676" y="43"/>
                    <a:pt x="676" y="42"/>
                    <a:pt x="676" y="41"/>
                  </a:cubicBezTo>
                  <a:cubicBezTo>
                    <a:pt x="676" y="40"/>
                    <a:pt x="676" y="40"/>
                    <a:pt x="675" y="40"/>
                  </a:cubicBezTo>
                  <a:cubicBezTo>
                    <a:pt x="675" y="39"/>
                    <a:pt x="675" y="39"/>
                    <a:pt x="675" y="38"/>
                  </a:cubicBezTo>
                  <a:cubicBezTo>
                    <a:pt x="675" y="37"/>
                    <a:pt x="675" y="36"/>
                    <a:pt x="675" y="34"/>
                  </a:cubicBezTo>
                  <a:cubicBezTo>
                    <a:pt x="674" y="33"/>
                    <a:pt x="674" y="32"/>
                    <a:pt x="674" y="31"/>
                  </a:cubicBezTo>
                  <a:cubicBezTo>
                    <a:pt x="673" y="30"/>
                    <a:pt x="673" y="29"/>
                    <a:pt x="673" y="28"/>
                  </a:cubicBezTo>
                  <a:cubicBezTo>
                    <a:pt x="672" y="26"/>
                    <a:pt x="673" y="24"/>
                    <a:pt x="671" y="22"/>
                  </a:cubicBezTo>
                  <a:cubicBezTo>
                    <a:pt x="669" y="21"/>
                    <a:pt x="667" y="23"/>
                    <a:pt x="666" y="22"/>
                  </a:cubicBezTo>
                  <a:cubicBezTo>
                    <a:pt x="665" y="22"/>
                    <a:pt x="664" y="20"/>
                    <a:pt x="663" y="19"/>
                  </a:cubicBezTo>
                  <a:cubicBezTo>
                    <a:pt x="663" y="18"/>
                    <a:pt x="662" y="17"/>
                    <a:pt x="661" y="17"/>
                  </a:cubicBezTo>
                  <a:cubicBezTo>
                    <a:pt x="660" y="16"/>
                    <a:pt x="657" y="16"/>
                    <a:pt x="657" y="15"/>
                  </a:cubicBezTo>
                  <a:cubicBezTo>
                    <a:pt x="656" y="15"/>
                    <a:pt x="656" y="14"/>
                    <a:pt x="656" y="14"/>
                  </a:cubicBezTo>
                  <a:cubicBezTo>
                    <a:pt x="656" y="13"/>
                    <a:pt x="655" y="13"/>
                    <a:pt x="654" y="13"/>
                  </a:cubicBezTo>
                  <a:cubicBezTo>
                    <a:pt x="653" y="12"/>
                    <a:pt x="652" y="12"/>
                    <a:pt x="651" y="12"/>
                  </a:cubicBezTo>
                  <a:cubicBezTo>
                    <a:pt x="650" y="12"/>
                    <a:pt x="649" y="13"/>
                    <a:pt x="648" y="14"/>
                  </a:cubicBezTo>
                  <a:cubicBezTo>
                    <a:pt x="647" y="14"/>
                    <a:pt x="646" y="15"/>
                    <a:pt x="645" y="16"/>
                  </a:cubicBezTo>
                  <a:cubicBezTo>
                    <a:pt x="644" y="16"/>
                    <a:pt x="644" y="17"/>
                    <a:pt x="642" y="17"/>
                  </a:cubicBezTo>
                  <a:cubicBezTo>
                    <a:pt x="641" y="17"/>
                    <a:pt x="640" y="17"/>
                    <a:pt x="639" y="18"/>
                  </a:cubicBezTo>
                  <a:cubicBezTo>
                    <a:pt x="638" y="18"/>
                    <a:pt x="638" y="19"/>
                    <a:pt x="637" y="20"/>
                  </a:cubicBezTo>
                  <a:cubicBezTo>
                    <a:pt x="637" y="20"/>
                    <a:pt x="636" y="20"/>
                    <a:pt x="635" y="20"/>
                  </a:cubicBezTo>
                  <a:cubicBezTo>
                    <a:pt x="634" y="21"/>
                    <a:pt x="633" y="21"/>
                    <a:pt x="633" y="21"/>
                  </a:cubicBezTo>
                  <a:cubicBezTo>
                    <a:pt x="632" y="21"/>
                    <a:pt x="633" y="20"/>
                    <a:pt x="632" y="19"/>
                  </a:cubicBezTo>
                  <a:cubicBezTo>
                    <a:pt x="632" y="19"/>
                    <a:pt x="632" y="19"/>
                    <a:pt x="632" y="18"/>
                  </a:cubicBezTo>
                  <a:cubicBezTo>
                    <a:pt x="632" y="17"/>
                    <a:pt x="632" y="15"/>
                    <a:pt x="632" y="14"/>
                  </a:cubicBezTo>
                  <a:cubicBezTo>
                    <a:pt x="632" y="12"/>
                    <a:pt x="631" y="9"/>
                    <a:pt x="630" y="7"/>
                  </a:cubicBezTo>
                  <a:cubicBezTo>
                    <a:pt x="630" y="6"/>
                    <a:pt x="630" y="5"/>
                    <a:pt x="630" y="3"/>
                  </a:cubicBezTo>
                  <a:cubicBezTo>
                    <a:pt x="629" y="2"/>
                    <a:pt x="627" y="2"/>
                    <a:pt x="626" y="3"/>
                  </a:cubicBezTo>
                  <a:cubicBezTo>
                    <a:pt x="625" y="3"/>
                    <a:pt x="625" y="5"/>
                    <a:pt x="624" y="5"/>
                  </a:cubicBezTo>
                  <a:cubicBezTo>
                    <a:pt x="624" y="6"/>
                    <a:pt x="625" y="7"/>
                    <a:pt x="625" y="7"/>
                  </a:cubicBezTo>
                  <a:cubicBezTo>
                    <a:pt x="624" y="8"/>
                    <a:pt x="624" y="9"/>
                    <a:pt x="624" y="10"/>
                  </a:cubicBezTo>
                  <a:cubicBezTo>
                    <a:pt x="623" y="11"/>
                    <a:pt x="623" y="14"/>
                    <a:pt x="622" y="16"/>
                  </a:cubicBezTo>
                  <a:cubicBezTo>
                    <a:pt x="622" y="18"/>
                    <a:pt x="621" y="21"/>
                    <a:pt x="620" y="23"/>
                  </a:cubicBezTo>
                  <a:cubicBezTo>
                    <a:pt x="620" y="25"/>
                    <a:pt x="620" y="26"/>
                    <a:pt x="619" y="27"/>
                  </a:cubicBezTo>
                  <a:cubicBezTo>
                    <a:pt x="619" y="29"/>
                    <a:pt x="620" y="30"/>
                    <a:pt x="620" y="32"/>
                  </a:cubicBezTo>
                  <a:cubicBezTo>
                    <a:pt x="619" y="33"/>
                    <a:pt x="618" y="34"/>
                    <a:pt x="618" y="34"/>
                  </a:cubicBezTo>
                  <a:cubicBezTo>
                    <a:pt x="617" y="35"/>
                    <a:pt x="617" y="36"/>
                    <a:pt x="616" y="37"/>
                  </a:cubicBezTo>
                  <a:cubicBezTo>
                    <a:pt x="616" y="37"/>
                    <a:pt x="614" y="38"/>
                    <a:pt x="613" y="38"/>
                  </a:cubicBezTo>
                  <a:cubicBezTo>
                    <a:pt x="612" y="38"/>
                    <a:pt x="612" y="37"/>
                    <a:pt x="611" y="37"/>
                  </a:cubicBezTo>
                  <a:cubicBezTo>
                    <a:pt x="611" y="36"/>
                    <a:pt x="611" y="36"/>
                    <a:pt x="610" y="36"/>
                  </a:cubicBezTo>
                  <a:cubicBezTo>
                    <a:pt x="609" y="35"/>
                    <a:pt x="609" y="35"/>
                    <a:pt x="608" y="35"/>
                  </a:cubicBezTo>
                  <a:cubicBezTo>
                    <a:pt x="608" y="34"/>
                    <a:pt x="607" y="34"/>
                    <a:pt x="607" y="33"/>
                  </a:cubicBezTo>
                  <a:cubicBezTo>
                    <a:pt x="606" y="33"/>
                    <a:pt x="606" y="32"/>
                    <a:pt x="605" y="32"/>
                  </a:cubicBezTo>
                  <a:cubicBezTo>
                    <a:pt x="605" y="33"/>
                    <a:pt x="605" y="34"/>
                    <a:pt x="604" y="34"/>
                  </a:cubicBezTo>
                  <a:cubicBezTo>
                    <a:pt x="604" y="35"/>
                    <a:pt x="604" y="36"/>
                    <a:pt x="603" y="37"/>
                  </a:cubicBezTo>
                  <a:cubicBezTo>
                    <a:pt x="603" y="38"/>
                    <a:pt x="601" y="39"/>
                    <a:pt x="600" y="39"/>
                  </a:cubicBezTo>
                  <a:cubicBezTo>
                    <a:pt x="599" y="39"/>
                    <a:pt x="600" y="39"/>
                    <a:pt x="600" y="38"/>
                  </a:cubicBezTo>
                  <a:cubicBezTo>
                    <a:pt x="599" y="37"/>
                    <a:pt x="599" y="37"/>
                    <a:pt x="599" y="36"/>
                  </a:cubicBezTo>
                  <a:cubicBezTo>
                    <a:pt x="599" y="35"/>
                    <a:pt x="599" y="35"/>
                    <a:pt x="599" y="34"/>
                  </a:cubicBezTo>
                  <a:cubicBezTo>
                    <a:pt x="598" y="33"/>
                    <a:pt x="598" y="32"/>
                    <a:pt x="598" y="32"/>
                  </a:cubicBezTo>
                  <a:cubicBezTo>
                    <a:pt x="598" y="32"/>
                    <a:pt x="597" y="31"/>
                    <a:pt x="597" y="31"/>
                  </a:cubicBezTo>
                  <a:cubicBezTo>
                    <a:pt x="597" y="30"/>
                    <a:pt x="597" y="30"/>
                    <a:pt x="597" y="29"/>
                  </a:cubicBezTo>
                  <a:cubicBezTo>
                    <a:pt x="596" y="29"/>
                    <a:pt x="596" y="28"/>
                    <a:pt x="596" y="27"/>
                  </a:cubicBezTo>
                  <a:cubicBezTo>
                    <a:pt x="596" y="27"/>
                    <a:pt x="595" y="27"/>
                    <a:pt x="595" y="27"/>
                  </a:cubicBezTo>
                  <a:cubicBezTo>
                    <a:pt x="595" y="27"/>
                    <a:pt x="595" y="26"/>
                    <a:pt x="595" y="26"/>
                  </a:cubicBezTo>
                  <a:cubicBezTo>
                    <a:pt x="594" y="25"/>
                    <a:pt x="595" y="23"/>
                    <a:pt x="594" y="22"/>
                  </a:cubicBezTo>
                  <a:cubicBezTo>
                    <a:pt x="594" y="20"/>
                    <a:pt x="593" y="19"/>
                    <a:pt x="593" y="18"/>
                  </a:cubicBezTo>
                  <a:cubicBezTo>
                    <a:pt x="593" y="16"/>
                    <a:pt x="592" y="15"/>
                    <a:pt x="592" y="14"/>
                  </a:cubicBezTo>
                  <a:cubicBezTo>
                    <a:pt x="592" y="13"/>
                    <a:pt x="592" y="13"/>
                    <a:pt x="592" y="12"/>
                  </a:cubicBezTo>
                  <a:cubicBezTo>
                    <a:pt x="591" y="11"/>
                    <a:pt x="591" y="11"/>
                    <a:pt x="591" y="10"/>
                  </a:cubicBezTo>
                  <a:cubicBezTo>
                    <a:pt x="590" y="9"/>
                    <a:pt x="589" y="9"/>
                    <a:pt x="588" y="10"/>
                  </a:cubicBezTo>
                  <a:cubicBezTo>
                    <a:pt x="587" y="10"/>
                    <a:pt x="587" y="11"/>
                    <a:pt x="586" y="10"/>
                  </a:cubicBezTo>
                  <a:cubicBezTo>
                    <a:pt x="586" y="10"/>
                    <a:pt x="585" y="9"/>
                    <a:pt x="585" y="8"/>
                  </a:cubicBezTo>
                  <a:cubicBezTo>
                    <a:pt x="584" y="7"/>
                    <a:pt x="584" y="6"/>
                    <a:pt x="583" y="6"/>
                  </a:cubicBezTo>
                  <a:cubicBezTo>
                    <a:pt x="581" y="6"/>
                    <a:pt x="579" y="6"/>
                    <a:pt x="578" y="6"/>
                  </a:cubicBezTo>
                  <a:cubicBezTo>
                    <a:pt x="577" y="7"/>
                    <a:pt x="576" y="9"/>
                    <a:pt x="575" y="10"/>
                  </a:cubicBezTo>
                  <a:cubicBezTo>
                    <a:pt x="574" y="10"/>
                    <a:pt x="573" y="11"/>
                    <a:pt x="572" y="12"/>
                  </a:cubicBezTo>
                  <a:cubicBezTo>
                    <a:pt x="571" y="12"/>
                    <a:pt x="571" y="13"/>
                    <a:pt x="570" y="14"/>
                  </a:cubicBezTo>
                  <a:cubicBezTo>
                    <a:pt x="569" y="14"/>
                    <a:pt x="569" y="14"/>
                    <a:pt x="568" y="15"/>
                  </a:cubicBezTo>
                  <a:cubicBezTo>
                    <a:pt x="567" y="15"/>
                    <a:pt x="567" y="16"/>
                    <a:pt x="566" y="17"/>
                  </a:cubicBezTo>
                  <a:cubicBezTo>
                    <a:pt x="565" y="18"/>
                    <a:pt x="565" y="18"/>
                    <a:pt x="565" y="19"/>
                  </a:cubicBezTo>
                  <a:cubicBezTo>
                    <a:pt x="564" y="20"/>
                    <a:pt x="563" y="21"/>
                    <a:pt x="563" y="22"/>
                  </a:cubicBezTo>
                  <a:cubicBezTo>
                    <a:pt x="562" y="22"/>
                    <a:pt x="561" y="23"/>
                    <a:pt x="561" y="23"/>
                  </a:cubicBezTo>
                  <a:cubicBezTo>
                    <a:pt x="561" y="23"/>
                    <a:pt x="560" y="23"/>
                    <a:pt x="560" y="23"/>
                  </a:cubicBezTo>
                  <a:cubicBezTo>
                    <a:pt x="560" y="23"/>
                    <a:pt x="560" y="24"/>
                    <a:pt x="559" y="24"/>
                  </a:cubicBezTo>
                  <a:cubicBezTo>
                    <a:pt x="557" y="26"/>
                    <a:pt x="556" y="22"/>
                    <a:pt x="554" y="21"/>
                  </a:cubicBezTo>
                  <a:cubicBezTo>
                    <a:pt x="552" y="21"/>
                    <a:pt x="550" y="21"/>
                    <a:pt x="549" y="21"/>
                  </a:cubicBezTo>
                  <a:cubicBezTo>
                    <a:pt x="548" y="21"/>
                    <a:pt x="547" y="21"/>
                    <a:pt x="546" y="21"/>
                  </a:cubicBezTo>
                  <a:cubicBezTo>
                    <a:pt x="545" y="22"/>
                    <a:pt x="544" y="21"/>
                    <a:pt x="544" y="20"/>
                  </a:cubicBezTo>
                  <a:cubicBezTo>
                    <a:pt x="543" y="19"/>
                    <a:pt x="542" y="18"/>
                    <a:pt x="540" y="18"/>
                  </a:cubicBezTo>
                  <a:cubicBezTo>
                    <a:pt x="538" y="17"/>
                    <a:pt x="536" y="17"/>
                    <a:pt x="534" y="19"/>
                  </a:cubicBezTo>
                  <a:cubicBezTo>
                    <a:pt x="534" y="20"/>
                    <a:pt x="534" y="21"/>
                    <a:pt x="533" y="21"/>
                  </a:cubicBezTo>
                  <a:cubicBezTo>
                    <a:pt x="533" y="21"/>
                    <a:pt x="532" y="21"/>
                    <a:pt x="531" y="22"/>
                  </a:cubicBezTo>
                  <a:cubicBezTo>
                    <a:pt x="530" y="22"/>
                    <a:pt x="528" y="21"/>
                    <a:pt x="527" y="21"/>
                  </a:cubicBezTo>
                  <a:cubicBezTo>
                    <a:pt x="525" y="21"/>
                    <a:pt x="525" y="21"/>
                    <a:pt x="524" y="22"/>
                  </a:cubicBezTo>
                  <a:cubicBezTo>
                    <a:pt x="523" y="23"/>
                    <a:pt x="523" y="23"/>
                    <a:pt x="523" y="24"/>
                  </a:cubicBezTo>
                  <a:cubicBezTo>
                    <a:pt x="522" y="25"/>
                    <a:pt x="522" y="26"/>
                    <a:pt x="521" y="26"/>
                  </a:cubicBezTo>
                  <a:cubicBezTo>
                    <a:pt x="519" y="28"/>
                    <a:pt x="518" y="29"/>
                    <a:pt x="517" y="31"/>
                  </a:cubicBezTo>
                  <a:cubicBezTo>
                    <a:pt x="516" y="32"/>
                    <a:pt x="515" y="34"/>
                    <a:pt x="514" y="35"/>
                  </a:cubicBezTo>
                  <a:cubicBezTo>
                    <a:pt x="513" y="36"/>
                    <a:pt x="510" y="36"/>
                    <a:pt x="509" y="36"/>
                  </a:cubicBezTo>
                  <a:cubicBezTo>
                    <a:pt x="507" y="36"/>
                    <a:pt x="507" y="36"/>
                    <a:pt x="507" y="37"/>
                  </a:cubicBezTo>
                  <a:cubicBezTo>
                    <a:pt x="507" y="38"/>
                    <a:pt x="507" y="39"/>
                    <a:pt x="506" y="40"/>
                  </a:cubicBezTo>
                  <a:cubicBezTo>
                    <a:pt x="506" y="43"/>
                    <a:pt x="505" y="46"/>
                    <a:pt x="504" y="49"/>
                  </a:cubicBezTo>
                  <a:cubicBezTo>
                    <a:pt x="503" y="52"/>
                    <a:pt x="502" y="56"/>
                    <a:pt x="500" y="59"/>
                  </a:cubicBezTo>
                  <a:cubicBezTo>
                    <a:pt x="498" y="60"/>
                    <a:pt x="494" y="59"/>
                    <a:pt x="494" y="58"/>
                  </a:cubicBezTo>
                  <a:cubicBezTo>
                    <a:pt x="493" y="57"/>
                    <a:pt x="491" y="56"/>
                    <a:pt x="491" y="55"/>
                  </a:cubicBezTo>
                  <a:cubicBezTo>
                    <a:pt x="489" y="53"/>
                    <a:pt x="487" y="49"/>
                    <a:pt x="485" y="47"/>
                  </a:cubicBezTo>
                  <a:cubicBezTo>
                    <a:pt x="484" y="47"/>
                    <a:pt x="483" y="46"/>
                    <a:pt x="483" y="46"/>
                  </a:cubicBezTo>
                  <a:cubicBezTo>
                    <a:pt x="482" y="46"/>
                    <a:pt x="482" y="46"/>
                    <a:pt x="482" y="46"/>
                  </a:cubicBezTo>
                  <a:cubicBezTo>
                    <a:pt x="481" y="45"/>
                    <a:pt x="481" y="45"/>
                    <a:pt x="481" y="45"/>
                  </a:cubicBezTo>
                  <a:cubicBezTo>
                    <a:pt x="480" y="45"/>
                    <a:pt x="479" y="45"/>
                    <a:pt x="479" y="45"/>
                  </a:cubicBezTo>
                  <a:cubicBezTo>
                    <a:pt x="478" y="45"/>
                    <a:pt x="478" y="44"/>
                    <a:pt x="477" y="44"/>
                  </a:cubicBezTo>
                  <a:cubicBezTo>
                    <a:pt x="476" y="45"/>
                    <a:pt x="477" y="45"/>
                    <a:pt x="476" y="45"/>
                  </a:cubicBezTo>
                  <a:cubicBezTo>
                    <a:pt x="475" y="46"/>
                    <a:pt x="474" y="46"/>
                    <a:pt x="473" y="46"/>
                  </a:cubicBezTo>
                  <a:cubicBezTo>
                    <a:pt x="473" y="46"/>
                    <a:pt x="472" y="45"/>
                    <a:pt x="471" y="45"/>
                  </a:cubicBezTo>
                  <a:cubicBezTo>
                    <a:pt x="470" y="44"/>
                    <a:pt x="468" y="45"/>
                    <a:pt x="467" y="45"/>
                  </a:cubicBezTo>
                  <a:cubicBezTo>
                    <a:pt x="466" y="44"/>
                    <a:pt x="465" y="44"/>
                    <a:pt x="465" y="44"/>
                  </a:cubicBezTo>
                  <a:cubicBezTo>
                    <a:pt x="464" y="44"/>
                    <a:pt x="463" y="43"/>
                    <a:pt x="463" y="43"/>
                  </a:cubicBezTo>
                  <a:cubicBezTo>
                    <a:pt x="462" y="43"/>
                    <a:pt x="460" y="43"/>
                    <a:pt x="459" y="43"/>
                  </a:cubicBezTo>
                  <a:cubicBezTo>
                    <a:pt x="458" y="43"/>
                    <a:pt x="455" y="44"/>
                    <a:pt x="455" y="45"/>
                  </a:cubicBezTo>
                  <a:cubicBezTo>
                    <a:pt x="454" y="46"/>
                    <a:pt x="453" y="45"/>
                    <a:pt x="452" y="45"/>
                  </a:cubicBezTo>
                  <a:cubicBezTo>
                    <a:pt x="451" y="44"/>
                    <a:pt x="449" y="45"/>
                    <a:pt x="448" y="45"/>
                  </a:cubicBezTo>
                  <a:cubicBezTo>
                    <a:pt x="447" y="44"/>
                    <a:pt x="446" y="44"/>
                    <a:pt x="445" y="45"/>
                  </a:cubicBezTo>
                  <a:cubicBezTo>
                    <a:pt x="444" y="46"/>
                    <a:pt x="443" y="46"/>
                    <a:pt x="441" y="46"/>
                  </a:cubicBezTo>
                  <a:cubicBezTo>
                    <a:pt x="440" y="46"/>
                    <a:pt x="440" y="46"/>
                    <a:pt x="439" y="46"/>
                  </a:cubicBezTo>
                  <a:cubicBezTo>
                    <a:pt x="437" y="47"/>
                    <a:pt x="436" y="47"/>
                    <a:pt x="435" y="47"/>
                  </a:cubicBezTo>
                  <a:cubicBezTo>
                    <a:pt x="434" y="47"/>
                    <a:pt x="433" y="46"/>
                    <a:pt x="432" y="47"/>
                  </a:cubicBezTo>
                  <a:cubicBezTo>
                    <a:pt x="432" y="47"/>
                    <a:pt x="431" y="47"/>
                    <a:pt x="431" y="47"/>
                  </a:cubicBezTo>
                  <a:cubicBezTo>
                    <a:pt x="430" y="46"/>
                    <a:pt x="430" y="46"/>
                    <a:pt x="429" y="46"/>
                  </a:cubicBezTo>
                  <a:cubicBezTo>
                    <a:pt x="429" y="46"/>
                    <a:pt x="428" y="47"/>
                    <a:pt x="428" y="47"/>
                  </a:cubicBezTo>
                  <a:cubicBezTo>
                    <a:pt x="427" y="47"/>
                    <a:pt x="425" y="47"/>
                    <a:pt x="423" y="48"/>
                  </a:cubicBezTo>
                  <a:cubicBezTo>
                    <a:pt x="422" y="48"/>
                    <a:pt x="420" y="49"/>
                    <a:pt x="419" y="50"/>
                  </a:cubicBezTo>
                  <a:cubicBezTo>
                    <a:pt x="419" y="51"/>
                    <a:pt x="418" y="51"/>
                    <a:pt x="417" y="52"/>
                  </a:cubicBezTo>
                  <a:cubicBezTo>
                    <a:pt x="417" y="52"/>
                    <a:pt x="417" y="53"/>
                    <a:pt x="417" y="54"/>
                  </a:cubicBezTo>
                  <a:cubicBezTo>
                    <a:pt x="416" y="55"/>
                    <a:pt x="413" y="54"/>
                    <a:pt x="411" y="53"/>
                  </a:cubicBezTo>
                  <a:cubicBezTo>
                    <a:pt x="410" y="52"/>
                    <a:pt x="408" y="50"/>
                    <a:pt x="405" y="50"/>
                  </a:cubicBezTo>
                  <a:cubicBezTo>
                    <a:pt x="404" y="50"/>
                    <a:pt x="403" y="52"/>
                    <a:pt x="402" y="53"/>
                  </a:cubicBezTo>
                  <a:cubicBezTo>
                    <a:pt x="402" y="54"/>
                    <a:pt x="401" y="55"/>
                    <a:pt x="401" y="56"/>
                  </a:cubicBezTo>
                  <a:cubicBezTo>
                    <a:pt x="401" y="57"/>
                    <a:pt x="401" y="58"/>
                    <a:pt x="400" y="58"/>
                  </a:cubicBezTo>
                  <a:cubicBezTo>
                    <a:pt x="400" y="59"/>
                    <a:pt x="400" y="60"/>
                    <a:pt x="399" y="61"/>
                  </a:cubicBezTo>
                  <a:cubicBezTo>
                    <a:pt x="399" y="62"/>
                    <a:pt x="399" y="62"/>
                    <a:pt x="398" y="63"/>
                  </a:cubicBezTo>
                  <a:cubicBezTo>
                    <a:pt x="398" y="64"/>
                    <a:pt x="397" y="64"/>
                    <a:pt x="397" y="64"/>
                  </a:cubicBezTo>
                  <a:cubicBezTo>
                    <a:pt x="397" y="65"/>
                    <a:pt x="396" y="66"/>
                    <a:pt x="396" y="67"/>
                  </a:cubicBezTo>
                  <a:cubicBezTo>
                    <a:pt x="396" y="67"/>
                    <a:pt x="396" y="68"/>
                    <a:pt x="396" y="68"/>
                  </a:cubicBezTo>
                  <a:cubicBezTo>
                    <a:pt x="395" y="69"/>
                    <a:pt x="395" y="68"/>
                    <a:pt x="394" y="69"/>
                  </a:cubicBezTo>
                  <a:cubicBezTo>
                    <a:pt x="394" y="69"/>
                    <a:pt x="394" y="71"/>
                    <a:pt x="393" y="70"/>
                  </a:cubicBezTo>
                  <a:cubicBezTo>
                    <a:pt x="391" y="70"/>
                    <a:pt x="391" y="67"/>
                    <a:pt x="390" y="66"/>
                  </a:cubicBezTo>
                  <a:cubicBezTo>
                    <a:pt x="390" y="65"/>
                    <a:pt x="390" y="64"/>
                    <a:pt x="389" y="64"/>
                  </a:cubicBezTo>
                  <a:cubicBezTo>
                    <a:pt x="389" y="63"/>
                    <a:pt x="389" y="62"/>
                    <a:pt x="389" y="62"/>
                  </a:cubicBezTo>
                  <a:cubicBezTo>
                    <a:pt x="389" y="61"/>
                    <a:pt x="389" y="61"/>
                    <a:pt x="389" y="60"/>
                  </a:cubicBezTo>
                  <a:cubicBezTo>
                    <a:pt x="388" y="59"/>
                    <a:pt x="388" y="59"/>
                    <a:pt x="388" y="58"/>
                  </a:cubicBezTo>
                  <a:cubicBezTo>
                    <a:pt x="387" y="56"/>
                    <a:pt x="387" y="55"/>
                    <a:pt x="387" y="54"/>
                  </a:cubicBezTo>
                  <a:cubicBezTo>
                    <a:pt x="386" y="52"/>
                    <a:pt x="386" y="49"/>
                    <a:pt x="385" y="47"/>
                  </a:cubicBezTo>
                  <a:cubicBezTo>
                    <a:pt x="385" y="45"/>
                    <a:pt x="383" y="43"/>
                    <a:pt x="383" y="40"/>
                  </a:cubicBezTo>
                  <a:cubicBezTo>
                    <a:pt x="384" y="38"/>
                    <a:pt x="382" y="36"/>
                    <a:pt x="382" y="34"/>
                  </a:cubicBezTo>
                  <a:cubicBezTo>
                    <a:pt x="381" y="35"/>
                    <a:pt x="381" y="36"/>
                    <a:pt x="381" y="37"/>
                  </a:cubicBezTo>
                  <a:cubicBezTo>
                    <a:pt x="381" y="37"/>
                    <a:pt x="381" y="37"/>
                    <a:pt x="380" y="37"/>
                  </a:cubicBezTo>
                  <a:cubicBezTo>
                    <a:pt x="380" y="39"/>
                    <a:pt x="381" y="40"/>
                    <a:pt x="380" y="41"/>
                  </a:cubicBezTo>
                  <a:cubicBezTo>
                    <a:pt x="380" y="43"/>
                    <a:pt x="377" y="45"/>
                    <a:pt x="376" y="42"/>
                  </a:cubicBezTo>
                  <a:cubicBezTo>
                    <a:pt x="375" y="41"/>
                    <a:pt x="375" y="40"/>
                    <a:pt x="374" y="40"/>
                  </a:cubicBezTo>
                  <a:cubicBezTo>
                    <a:pt x="372" y="39"/>
                    <a:pt x="371" y="41"/>
                    <a:pt x="371" y="42"/>
                  </a:cubicBezTo>
                  <a:cubicBezTo>
                    <a:pt x="370" y="43"/>
                    <a:pt x="370" y="44"/>
                    <a:pt x="369" y="44"/>
                  </a:cubicBezTo>
                  <a:cubicBezTo>
                    <a:pt x="369" y="46"/>
                    <a:pt x="368" y="47"/>
                    <a:pt x="367" y="48"/>
                  </a:cubicBezTo>
                  <a:cubicBezTo>
                    <a:pt x="366" y="49"/>
                    <a:pt x="365" y="50"/>
                    <a:pt x="364" y="50"/>
                  </a:cubicBezTo>
                  <a:cubicBezTo>
                    <a:pt x="363" y="51"/>
                    <a:pt x="362" y="51"/>
                    <a:pt x="361" y="52"/>
                  </a:cubicBezTo>
                  <a:cubicBezTo>
                    <a:pt x="360" y="52"/>
                    <a:pt x="360" y="54"/>
                    <a:pt x="359" y="55"/>
                  </a:cubicBezTo>
                  <a:cubicBezTo>
                    <a:pt x="358" y="55"/>
                    <a:pt x="357" y="56"/>
                    <a:pt x="355" y="56"/>
                  </a:cubicBezTo>
                  <a:cubicBezTo>
                    <a:pt x="354" y="57"/>
                    <a:pt x="354" y="60"/>
                    <a:pt x="353" y="61"/>
                  </a:cubicBezTo>
                  <a:cubicBezTo>
                    <a:pt x="353" y="61"/>
                    <a:pt x="352" y="62"/>
                    <a:pt x="352" y="62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4"/>
                    <a:pt x="351" y="64"/>
                  </a:cubicBezTo>
                  <a:cubicBezTo>
                    <a:pt x="351" y="64"/>
                    <a:pt x="350" y="66"/>
                    <a:pt x="349" y="66"/>
                  </a:cubicBezTo>
                  <a:cubicBezTo>
                    <a:pt x="349" y="66"/>
                    <a:pt x="348" y="66"/>
                    <a:pt x="348" y="67"/>
                  </a:cubicBezTo>
                  <a:cubicBezTo>
                    <a:pt x="348" y="67"/>
                    <a:pt x="347" y="67"/>
                    <a:pt x="347" y="67"/>
                  </a:cubicBezTo>
                  <a:cubicBezTo>
                    <a:pt x="347" y="68"/>
                    <a:pt x="347" y="68"/>
                    <a:pt x="347" y="68"/>
                  </a:cubicBezTo>
                  <a:cubicBezTo>
                    <a:pt x="346" y="69"/>
                    <a:pt x="346" y="70"/>
                    <a:pt x="345" y="70"/>
                  </a:cubicBezTo>
                  <a:cubicBezTo>
                    <a:pt x="344" y="71"/>
                    <a:pt x="342" y="73"/>
                    <a:pt x="340" y="74"/>
                  </a:cubicBezTo>
                  <a:cubicBezTo>
                    <a:pt x="339" y="75"/>
                    <a:pt x="337" y="75"/>
                    <a:pt x="336" y="77"/>
                  </a:cubicBezTo>
                  <a:cubicBezTo>
                    <a:pt x="335" y="77"/>
                    <a:pt x="335" y="78"/>
                    <a:pt x="334" y="78"/>
                  </a:cubicBezTo>
                  <a:cubicBezTo>
                    <a:pt x="334" y="78"/>
                    <a:pt x="334" y="79"/>
                    <a:pt x="334" y="79"/>
                  </a:cubicBezTo>
                  <a:cubicBezTo>
                    <a:pt x="334" y="79"/>
                    <a:pt x="333" y="80"/>
                    <a:pt x="333" y="80"/>
                  </a:cubicBezTo>
                  <a:cubicBezTo>
                    <a:pt x="332" y="81"/>
                    <a:pt x="332" y="81"/>
                    <a:pt x="331" y="81"/>
                  </a:cubicBezTo>
                  <a:cubicBezTo>
                    <a:pt x="331" y="83"/>
                    <a:pt x="325" y="84"/>
                    <a:pt x="324" y="85"/>
                  </a:cubicBezTo>
                  <a:cubicBezTo>
                    <a:pt x="323" y="85"/>
                    <a:pt x="322" y="86"/>
                    <a:pt x="322" y="86"/>
                  </a:cubicBezTo>
                  <a:cubicBezTo>
                    <a:pt x="321" y="86"/>
                    <a:pt x="321" y="86"/>
                    <a:pt x="320" y="86"/>
                  </a:cubicBezTo>
                  <a:cubicBezTo>
                    <a:pt x="319" y="86"/>
                    <a:pt x="317" y="86"/>
                    <a:pt x="316" y="86"/>
                  </a:cubicBezTo>
                  <a:cubicBezTo>
                    <a:pt x="313" y="86"/>
                    <a:pt x="311" y="87"/>
                    <a:pt x="308" y="87"/>
                  </a:cubicBezTo>
                  <a:cubicBezTo>
                    <a:pt x="308" y="86"/>
                    <a:pt x="307" y="87"/>
                    <a:pt x="306" y="87"/>
                  </a:cubicBezTo>
                  <a:cubicBezTo>
                    <a:pt x="305" y="86"/>
                    <a:pt x="305" y="86"/>
                    <a:pt x="305" y="86"/>
                  </a:cubicBezTo>
                  <a:cubicBezTo>
                    <a:pt x="303" y="86"/>
                    <a:pt x="301" y="86"/>
                    <a:pt x="299" y="86"/>
                  </a:cubicBezTo>
                  <a:cubicBezTo>
                    <a:pt x="299" y="86"/>
                    <a:pt x="298" y="87"/>
                    <a:pt x="297" y="87"/>
                  </a:cubicBezTo>
                  <a:cubicBezTo>
                    <a:pt x="297" y="88"/>
                    <a:pt x="297" y="89"/>
                    <a:pt x="296" y="89"/>
                  </a:cubicBezTo>
                  <a:cubicBezTo>
                    <a:pt x="296" y="89"/>
                    <a:pt x="296" y="90"/>
                    <a:pt x="295" y="90"/>
                  </a:cubicBezTo>
                  <a:cubicBezTo>
                    <a:pt x="294" y="90"/>
                    <a:pt x="294" y="90"/>
                    <a:pt x="294" y="91"/>
                  </a:cubicBezTo>
                  <a:cubicBezTo>
                    <a:pt x="292" y="92"/>
                    <a:pt x="291" y="92"/>
                    <a:pt x="290" y="93"/>
                  </a:cubicBezTo>
                  <a:cubicBezTo>
                    <a:pt x="289" y="95"/>
                    <a:pt x="289" y="96"/>
                    <a:pt x="288" y="97"/>
                  </a:cubicBezTo>
                  <a:cubicBezTo>
                    <a:pt x="288" y="97"/>
                    <a:pt x="287" y="98"/>
                    <a:pt x="287" y="99"/>
                  </a:cubicBezTo>
                  <a:cubicBezTo>
                    <a:pt x="287" y="99"/>
                    <a:pt x="286" y="100"/>
                    <a:pt x="286" y="100"/>
                  </a:cubicBezTo>
                  <a:cubicBezTo>
                    <a:pt x="285" y="100"/>
                    <a:pt x="285" y="99"/>
                    <a:pt x="284" y="99"/>
                  </a:cubicBezTo>
                  <a:cubicBezTo>
                    <a:pt x="284" y="98"/>
                    <a:pt x="282" y="98"/>
                    <a:pt x="281" y="98"/>
                  </a:cubicBezTo>
                  <a:cubicBezTo>
                    <a:pt x="279" y="98"/>
                    <a:pt x="279" y="100"/>
                    <a:pt x="277" y="101"/>
                  </a:cubicBezTo>
                  <a:cubicBezTo>
                    <a:pt x="277" y="102"/>
                    <a:pt x="276" y="102"/>
                    <a:pt x="276" y="103"/>
                  </a:cubicBezTo>
                  <a:cubicBezTo>
                    <a:pt x="276" y="103"/>
                    <a:pt x="275" y="104"/>
                    <a:pt x="274" y="104"/>
                  </a:cubicBezTo>
                  <a:cubicBezTo>
                    <a:pt x="273" y="104"/>
                    <a:pt x="272" y="104"/>
                    <a:pt x="272" y="104"/>
                  </a:cubicBezTo>
                  <a:cubicBezTo>
                    <a:pt x="271" y="105"/>
                    <a:pt x="270" y="106"/>
                    <a:pt x="269" y="106"/>
                  </a:cubicBezTo>
                  <a:cubicBezTo>
                    <a:pt x="268" y="107"/>
                    <a:pt x="268" y="107"/>
                    <a:pt x="267" y="108"/>
                  </a:cubicBezTo>
                  <a:cubicBezTo>
                    <a:pt x="267" y="108"/>
                    <a:pt x="266" y="108"/>
                    <a:pt x="265" y="108"/>
                  </a:cubicBezTo>
                  <a:cubicBezTo>
                    <a:pt x="265" y="109"/>
                    <a:pt x="265" y="109"/>
                    <a:pt x="264" y="109"/>
                  </a:cubicBezTo>
                  <a:cubicBezTo>
                    <a:pt x="264" y="109"/>
                    <a:pt x="263" y="110"/>
                    <a:pt x="262" y="110"/>
                  </a:cubicBezTo>
                  <a:cubicBezTo>
                    <a:pt x="261" y="111"/>
                    <a:pt x="260" y="112"/>
                    <a:pt x="259" y="113"/>
                  </a:cubicBezTo>
                  <a:cubicBezTo>
                    <a:pt x="258" y="114"/>
                    <a:pt x="257" y="114"/>
                    <a:pt x="256" y="115"/>
                  </a:cubicBezTo>
                  <a:cubicBezTo>
                    <a:pt x="254" y="116"/>
                    <a:pt x="253" y="119"/>
                    <a:pt x="252" y="121"/>
                  </a:cubicBezTo>
                  <a:cubicBezTo>
                    <a:pt x="251" y="121"/>
                    <a:pt x="251" y="122"/>
                    <a:pt x="250" y="122"/>
                  </a:cubicBezTo>
                  <a:cubicBezTo>
                    <a:pt x="249" y="122"/>
                    <a:pt x="249" y="122"/>
                    <a:pt x="248" y="121"/>
                  </a:cubicBezTo>
                  <a:cubicBezTo>
                    <a:pt x="247" y="121"/>
                    <a:pt x="247" y="121"/>
                    <a:pt x="246" y="120"/>
                  </a:cubicBezTo>
                  <a:cubicBezTo>
                    <a:pt x="245" y="120"/>
                    <a:pt x="245" y="120"/>
                    <a:pt x="244" y="119"/>
                  </a:cubicBezTo>
                  <a:cubicBezTo>
                    <a:pt x="243" y="119"/>
                    <a:pt x="241" y="117"/>
                    <a:pt x="240" y="117"/>
                  </a:cubicBezTo>
                  <a:cubicBezTo>
                    <a:pt x="238" y="118"/>
                    <a:pt x="237" y="118"/>
                    <a:pt x="236" y="119"/>
                  </a:cubicBezTo>
                  <a:cubicBezTo>
                    <a:pt x="234" y="119"/>
                    <a:pt x="233" y="120"/>
                    <a:pt x="232" y="120"/>
                  </a:cubicBezTo>
                  <a:cubicBezTo>
                    <a:pt x="232" y="121"/>
                    <a:pt x="231" y="121"/>
                    <a:pt x="231" y="122"/>
                  </a:cubicBezTo>
                  <a:cubicBezTo>
                    <a:pt x="230" y="122"/>
                    <a:pt x="230" y="122"/>
                    <a:pt x="229" y="122"/>
                  </a:cubicBezTo>
                  <a:cubicBezTo>
                    <a:pt x="227" y="123"/>
                    <a:pt x="226" y="124"/>
                    <a:pt x="225" y="124"/>
                  </a:cubicBezTo>
                  <a:cubicBezTo>
                    <a:pt x="223" y="124"/>
                    <a:pt x="222" y="124"/>
                    <a:pt x="220" y="124"/>
                  </a:cubicBezTo>
                  <a:cubicBezTo>
                    <a:pt x="218" y="124"/>
                    <a:pt x="216" y="124"/>
                    <a:pt x="213" y="124"/>
                  </a:cubicBezTo>
                  <a:cubicBezTo>
                    <a:pt x="212" y="124"/>
                    <a:pt x="212" y="125"/>
                    <a:pt x="211" y="125"/>
                  </a:cubicBezTo>
                  <a:cubicBezTo>
                    <a:pt x="210" y="126"/>
                    <a:pt x="209" y="126"/>
                    <a:pt x="209" y="127"/>
                  </a:cubicBezTo>
                  <a:cubicBezTo>
                    <a:pt x="208" y="126"/>
                    <a:pt x="208" y="126"/>
                    <a:pt x="207" y="125"/>
                  </a:cubicBezTo>
                  <a:cubicBezTo>
                    <a:pt x="207" y="125"/>
                    <a:pt x="206" y="126"/>
                    <a:pt x="206" y="126"/>
                  </a:cubicBezTo>
                  <a:cubicBezTo>
                    <a:pt x="205" y="126"/>
                    <a:pt x="205" y="125"/>
                    <a:pt x="205" y="125"/>
                  </a:cubicBezTo>
                  <a:cubicBezTo>
                    <a:pt x="204" y="125"/>
                    <a:pt x="203" y="125"/>
                    <a:pt x="202" y="126"/>
                  </a:cubicBezTo>
                  <a:cubicBezTo>
                    <a:pt x="201" y="127"/>
                    <a:pt x="200" y="128"/>
                    <a:pt x="198" y="129"/>
                  </a:cubicBezTo>
                  <a:cubicBezTo>
                    <a:pt x="197" y="129"/>
                    <a:pt x="196" y="131"/>
                    <a:pt x="195" y="131"/>
                  </a:cubicBezTo>
                  <a:cubicBezTo>
                    <a:pt x="194" y="131"/>
                    <a:pt x="194" y="131"/>
                    <a:pt x="193" y="131"/>
                  </a:cubicBezTo>
                  <a:cubicBezTo>
                    <a:pt x="193" y="132"/>
                    <a:pt x="192" y="132"/>
                    <a:pt x="192" y="132"/>
                  </a:cubicBezTo>
                  <a:cubicBezTo>
                    <a:pt x="192" y="132"/>
                    <a:pt x="191" y="132"/>
                    <a:pt x="191" y="133"/>
                  </a:cubicBezTo>
                  <a:cubicBezTo>
                    <a:pt x="191" y="133"/>
                    <a:pt x="190" y="134"/>
                    <a:pt x="190" y="134"/>
                  </a:cubicBezTo>
                  <a:cubicBezTo>
                    <a:pt x="190" y="135"/>
                    <a:pt x="189" y="136"/>
                    <a:pt x="189" y="136"/>
                  </a:cubicBezTo>
                  <a:cubicBezTo>
                    <a:pt x="189" y="136"/>
                    <a:pt x="188" y="136"/>
                    <a:pt x="188" y="137"/>
                  </a:cubicBezTo>
                  <a:cubicBezTo>
                    <a:pt x="187" y="138"/>
                    <a:pt x="186" y="139"/>
                    <a:pt x="184" y="139"/>
                  </a:cubicBezTo>
                  <a:cubicBezTo>
                    <a:pt x="183" y="139"/>
                    <a:pt x="183" y="138"/>
                    <a:pt x="182" y="137"/>
                  </a:cubicBezTo>
                  <a:cubicBezTo>
                    <a:pt x="182" y="136"/>
                    <a:pt x="181" y="136"/>
                    <a:pt x="181" y="136"/>
                  </a:cubicBezTo>
                  <a:cubicBezTo>
                    <a:pt x="181" y="135"/>
                    <a:pt x="181" y="135"/>
                    <a:pt x="180" y="135"/>
                  </a:cubicBezTo>
                  <a:cubicBezTo>
                    <a:pt x="180" y="134"/>
                    <a:pt x="179" y="134"/>
                    <a:pt x="179" y="134"/>
                  </a:cubicBezTo>
                  <a:cubicBezTo>
                    <a:pt x="179" y="134"/>
                    <a:pt x="179" y="133"/>
                    <a:pt x="178" y="133"/>
                  </a:cubicBezTo>
                  <a:cubicBezTo>
                    <a:pt x="178" y="133"/>
                    <a:pt x="178" y="133"/>
                    <a:pt x="178" y="133"/>
                  </a:cubicBezTo>
                  <a:cubicBezTo>
                    <a:pt x="176" y="133"/>
                    <a:pt x="175" y="132"/>
                    <a:pt x="174" y="133"/>
                  </a:cubicBezTo>
                  <a:cubicBezTo>
                    <a:pt x="172" y="133"/>
                    <a:pt x="172" y="134"/>
                    <a:pt x="171" y="135"/>
                  </a:cubicBezTo>
                  <a:cubicBezTo>
                    <a:pt x="170" y="135"/>
                    <a:pt x="170" y="136"/>
                    <a:pt x="170" y="136"/>
                  </a:cubicBezTo>
                  <a:cubicBezTo>
                    <a:pt x="169" y="136"/>
                    <a:pt x="169" y="136"/>
                    <a:pt x="168" y="137"/>
                  </a:cubicBezTo>
                  <a:cubicBezTo>
                    <a:pt x="166" y="138"/>
                    <a:pt x="163" y="138"/>
                    <a:pt x="161" y="139"/>
                  </a:cubicBezTo>
                  <a:cubicBezTo>
                    <a:pt x="161" y="139"/>
                    <a:pt x="160" y="139"/>
                    <a:pt x="160" y="139"/>
                  </a:cubicBezTo>
                  <a:cubicBezTo>
                    <a:pt x="159" y="139"/>
                    <a:pt x="159" y="138"/>
                    <a:pt x="158" y="138"/>
                  </a:cubicBezTo>
                  <a:cubicBezTo>
                    <a:pt x="158" y="138"/>
                    <a:pt x="158" y="137"/>
                    <a:pt x="158" y="137"/>
                  </a:cubicBezTo>
                  <a:cubicBezTo>
                    <a:pt x="157" y="137"/>
                    <a:pt x="156" y="137"/>
                    <a:pt x="156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5" y="136"/>
                    <a:pt x="155" y="136"/>
                    <a:pt x="155" y="135"/>
                  </a:cubicBezTo>
                  <a:cubicBezTo>
                    <a:pt x="154" y="135"/>
                    <a:pt x="154" y="134"/>
                    <a:pt x="153" y="134"/>
                  </a:cubicBezTo>
                  <a:cubicBezTo>
                    <a:pt x="153" y="133"/>
                    <a:pt x="152" y="133"/>
                    <a:pt x="152" y="132"/>
                  </a:cubicBezTo>
                  <a:cubicBezTo>
                    <a:pt x="152" y="132"/>
                    <a:pt x="151" y="132"/>
                    <a:pt x="151" y="132"/>
                  </a:cubicBezTo>
                  <a:cubicBezTo>
                    <a:pt x="151" y="132"/>
                    <a:pt x="151" y="131"/>
                    <a:pt x="151" y="131"/>
                  </a:cubicBezTo>
                  <a:cubicBezTo>
                    <a:pt x="151" y="131"/>
                    <a:pt x="150" y="130"/>
                    <a:pt x="150" y="130"/>
                  </a:cubicBezTo>
                  <a:cubicBezTo>
                    <a:pt x="150" y="130"/>
                    <a:pt x="150" y="129"/>
                    <a:pt x="149" y="128"/>
                  </a:cubicBezTo>
                  <a:cubicBezTo>
                    <a:pt x="149" y="127"/>
                    <a:pt x="147" y="127"/>
                    <a:pt x="146" y="128"/>
                  </a:cubicBezTo>
                  <a:cubicBezTo>
                    <a:pt x="146" y="129"/>
                    <a:pt x="145" y="131"/>
                    <a:pt x="144" y="131"/>
                  </a:cubicBezTo>
                  <a:cubicBezTo>
                    <a:pt x="144" y="132"/>
                    <a:pt x="143" y="133"/>
                    <a:pt x="142" y="134"/>
                  </a:cubicBezTo>
                  <a:cubicBezTo>
                    <a:pt x="142" y="134"/>
                    <a:pt x="142" y="134"/>
                    <a:pt x="142" y="134"/>
                  </a:cubicBezTo>
                  <a:cubicBezTo>
                    <a:pt x="142" y="134"/>
                    <a:pt x="142" y="134"/>
                    <a:pt x="141" y="135"/>
                  </a:cubicBezTo>
                  <a:cubicBezTo>
                    <a:pt x="141" y="135"/>
                    <a:pt x="140" y="135"/>
                    <a:pt x="139" y="135"/>
                  </a:cubicBezTo>
                  <a:cubicBezTo>
                    <a:pt x="139" y="135"/>
                    <a:pt x="139" y="135"/>
                    <a:pt x="138" y="135"/>
                  </a:cubicBezTo>
                  <a:cubicBezTo>
                    <a:pt x="138" y="135"/>
                    <a:pt x="138" y="136"/>
                    <a:pt x="138" y="136"/>
                  </a:cubicBezTo>
                  <a:cubicBezTo>
                    <a:pt x="137" y="136"/>
                    <a:pt x="137" y="136"/>
                    <a:pt x="136" y="136"/>
                  </a:cubicBezTo>
                  <a:cubicBezTo>
                    <a:pt x="136" y="136"/>
                    <a:pt x="136" y="136"/>
                    <a:pt x="135" y="137"/>
                  </a:cubicBezTo>
                  <a:cubicBezTo>
                    <a:pt x="135" y="137"/>
                    <a:pt x="134" y="137"/>
                    <a:pt x="134" y="137"/>
                  </a:cubicBezTo>
                  <a:cubicBezTo>
                    <a:pt x="133" y="137"/>
                    <a:pt x="133" y="137"/>
                    <a:pt x="132" y="137"/>
                  </a:cubicBezTo>
                  <a:cubicBezTo>
                    <a:pt x="130" y="137"/>
                    <a:pt x="129" y="137"/>
                    <a:pt x="127" y="137"/>
                  </a:cubicBezTo>
                  <a:cubicBezTo>
                    <a:pt x="125" y="137"/>
                    <a:pt x="124" y="137"/>
                    <a:pt x="122" y="138"/>
                  </a:cubicBezTo>
                  <a:cubicBezTo>
                    <a:pt x="121" y="138"/>
                    <a:pt x="120" y="138"/>
                    <a:pt x="119" y="138"/>
                  </a:cubicBezTo>
                  <a:cubicBezTo>
                    <a:pt x="118" y="138"/>
                    <a:pt x="118" y="138"/>
                    <a:pt x="117" y="138"/>
                  </a:cubicBezTo>
                  <a:cubicBezTo>
                    <a:pt x="116" y="138"/>
                    <a:pt x="115" y="138"/>
                    <a:pt x="115" y="138"/>
                  </a:cubicBezTo>
                  <a:cubicBezTo>
                    <a:pt x="114" y="137"/>
                    <a:pt x="114" y="137"/>
                    <a:pt x="113" y="137"/>
                  </a:cubicBezTo>
                  <a:cubicBezTo>
                    <a:pt x="111" y="137"/>
                    <a:pt x="110" y="137"/>
                    <a:pt x="109" y="137"/>
                  </a:cubicBezTo>
                  <a:cubicBezTo>
                    <a:pt x="108" y="137"/>
                    <a:pt x="108" y="137"/>
                    <a:pt x="107" y="138"/>
                  </a:cubicBezTo>
                  <a:cubicBezTo>
                    <a:pt x="107" y="138"/>
                    <a:pt x="107" y="138"/>
                    <a:pt x="107" y="139"/>
                  </a:cubicBezTo>
                  <a:cubicBezTo>
                    <a:pt x="106" y="139"/>
                    <a:pt x="105" y="139"/>
                    <a:pt x="105" y="140"/>
                  </a:cubicBezTo>
                  <a:cubicBezTo>
                    <a:pt x="103" y="140"/>
                    <a:pt x="101" y="141"/>
                    <a:pt x="99" y="140"/>
                  </a:cubicBezTo>
                  <a:cubicBezTo>
                    <a:pt x="99" y="140"/>
                    <a:pt x="99" y="139"/>
                    <a:pt x="99" y="139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8" y="139"/>
                    <a:pt x="97" y="138"/>
                    <a:pt x="97" y="138"/>
                  </a:cubicBezTo>
                  <a:cubicBezTo>
                    <a:pt x="97" y="137"/>
                    <a:pt x="96" y="137"/>
                    <a:pt x="95" y="136"/>
                  </a:cubicBezTo>
                  <a:cubicBezTo>
                    <a:pt x="94" y="136"/>
                    <a:pt x="93" y="136"/>
                    <a:pt x="93" y="135"/>
                  </a:cubicBezTo>
                  <a:cubicBezTo>
                    <a:pt x="92" y="135"/>
                    <a:pt x="92" y="134"/>
                    <a:pt x="91" y="134"/>
                  </a:cubicBezTo>
                  <a:cubicBezTo>
                    <a:pt x="90" y="134"/>
                    <a:pt x="90" y="133"/>
                    <a:pt x="89" y="133"/>
                  </a:cubicBezTo>
                  <a:cubicBezTo>
                    <a:pt x="89" y="133"/>
                    <a:pt x="88" y="133"/>
                    <a:pt x="88" y="133"/>
                  </a:cubicBezTo>
                  <a:cubicBezTo>
                    <a:pt x="88" y="133"/>
                    <a:pt x="87" y="132"/>
                    <a:pt x="87" y="132"/>
                  </a:cubicBezTo>
                  <a:cubicBezTo>
                    <a:pt x="86" y="132"/>
                    <a:pt x="85" y="132"/>
                    <a:pt x="85" y="132"/>
                  </a:cubicBezTo>
                  <a:cubicBezTo>
                    <a:pt x="84" y="131"/>
                    <a:pt x="83" y="131"/>
                    <a:pt x="82" y="131"/>
                  </a:cubicBezTo>
                  <a:cubicBezTo>
                    <a:pt x="81" y="131"/>
                    <a:pt x="79" y="132"/>
                    <a:pt x="78" y="132"/>
                  </a:cubicBezTo>
                  <a:cubicBezTo>
                    <a:pt x="77" y="133"/>
                    <a:pt x="77" y="133"/>
                    <a:pt x="76" y="133"/>
                  </a:cubicBezTo>
                  <a:cubicBezTo>
                    <a:pt x="75" y="134"/>
                    <a:pt x="75" y="134"/>
                    <a:pt x="74" y="134"/>
                  </a:cubicBezTo>
                  <a:cubicBezTo>
                    <a:pt x="74" y="134"/>
                    <a:pt x="74" y="135"/>
                    <a:pt x="73" y="135"/>
                  </a:cubicBezTo>
                  <a:cubicBezTo>
                    <a:pt x="73" y="135"/>
                    <a:pt x="72" y="135"/>
                    <a:pt x="72" y="135"/>
                  </a:cubicBezTo>
                  <a:cubicBezTo>
                    <a:pt x="71" y="136"/>
                    <a:pt x="71" y="136"/>
                    <a:pt x="70" y="136"/>
                  </a:cubicBezTo>
                  <a:cubicBezTo>
                    <a:pt x="69" y="136"/>
                    <a:pt x="68" y="135"/>
                    <a:pt x="67" y="135"/>
                  </a:cubicBezTo>
                  <a:cubicBezTo>
                    <a:pt x="66" y="135"/>
                    <a:pt x="65" y="135"/>
                    <a:pt x="65" y="135"/>
                  </a:cubicBezTo>
                  <a:cubicBezTo>
                    <a:pt x="64" y="135"/>
                    <a:pt x="63" y="135"/>
                    <a:pt x="63" y="135"/>
                  </a:cubicBezTo>
                  <a:cubicBezTo>
                    <a:pt x="63" y="136"/>
                    <a:pt x="63" y="136"/>
                    <a:pt x="62" y="137"/>
                  </a:cubicBezTo>
                  <a:cubicBezTo>
                    <a:pt x="62" y="137"/>
                    <a:pt x="61" y="138"/>
                    <a:pt x="60" y="138"/>
                  </a:cubicBezTo>
                  <a:cubicBezTo>
                    <a:pt x="60" y="137"/>
                    <a:pt x="60" y="137"/>
                    <a:pt x="60" y="136"/>
                  </a:cubicBezTo>
                  <a:cubicBezTo>
                    <a:pt x="59" y="135"/>
                    <a:pt x="59" y="135"/>
                    <a:pt x="58" y="135"/>
                  </a:cubicBezTo>
                  <a:cubicBezTo>
                    <a:pt x="58" y="135"/>
                    <a:pt x="57" y="135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3"/>
                    <a:pt x="55" y="133"/>
                    <a:pt x="55" y="133"/>
                  </a:cubicBezTo>
                  <a:cubicBezTo>
                    <a:pt x="54" y="132"/>
                    <a:pt x="54" y="131"/>
                    <a:pt x="52" y="131"/>
                  </a:cubicBezTo>
                  <a:cubicBezTo>
                    <a:pt x="52" y="131"/>
                    <a:pt x="52" y="130"/>
                    <a:pt x="51" y="130"/>
                  </a:cubicBezTo>
                  <a:cubicBezTo>
                    <a:pt x="51" y="130"/>
                    <a:pt x="50" y="130"/>
                    <a:pt x="49" y="129"/>
                  </a:cubicBezTo>
                  <a:cubicBezTo>
                    <a:pt x="49" y="129"/>
                    <a:pt x="49" y="129"/>
                    <a:pt x="49" y="128"/>
                  </a:cubicBezTo>
                  <a:cubicBezTo>
                    <a:pt x="48" y="128"/>
                    <a:pt x="48" y="128"/>
                    <a:pt x="48" y="127"/>
                  </a:cubicBezTo>
                  <a:cubicBezTo>
                    <a:pt x="47" y="127"/>
                    <a:pt x="47" y="126"/>
                    <a:pt x="46" y="126"/>
                  </a:cubicBezTo>
                  <a:cubicBezTo>
                    <a:pt x="46" y="126"/>
                    <a:pt x="45" y="125"/>
                    <a:pt x="45" y="125"/>
                  </a:cubicBezTo>
                  <a:cubicBezTo>
                    <a:pt x="44" y="125"/>
                    <a:pt x="42" y="126"/>
                    <a:pt x="41" y="127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1" y="127"/>
                    <a:pt x="41" y="127"/>
                    <a:pt x="40" y="128"/>
                  </a:cubicBezTo>
                  <a:cubicBezTo>
                    <a:pt x="40" y="128"/>
                    <a:pt x="39" y="128"/>
                    <a:pt x="39" y="128"/>
                  </a:cubicBezTo>
                  <a:cubicBezTo>
                    <a:pt x="38" y="128"/>
                    <a:pt x="37" y="128"/>
                    <a:pt x="37" y="129"/>
                  </a:cubicBezTo>
                  <a:cubicBezTo>
                    <a:pt x="36" y="129"/>
                    <a:pt x="36" y="129"/>
                    <a:pt x="36" y="129"/>
                  </a:cubicBezTo>
                  <a:cubicBezTo>
                    <a:pt x="36" y="129"/>
                    <a:pt x="36" y="129"/>
                    <a:pt x="35" y="129"/>
                  </a:cubicBezTo>
                  <a:cubicBezTo>
                    <a:pt x="34" y="130"/>
                    <a:pt x="34" y="131"/>
                    <a:pt x="33" y="132"/>
                  </a:cubicBezTo>
                  <a:cubicBezTo>
                    <a:pt x="32" y="132"/>
                    <a:pt x="31" y="133"/>
                    <a:pt x="30" y="134"/>
                  </a:cubicBezTo>
                  <a:cubicBezTo>
                    <a:pt x="29" y="135"/>
                    <a:pt x="29" y="136"/>
                    <a:pt x="28" y="136"/>
                  </a:cubicBezTo>
                  <a:cubicBezTo>
                    <a:pt x="26" y="137"/>
                    <a:pt x="25" y="137"/>
                    <a:pt x="23" y="137"/>
                  </a:cubicBezTo>
                  <a:cubicBezTo>
                    <a:pt x="23" y="137"/>
                    <a:pt x="23" y="137"/>
                    <a:pt x="22" y="137"/>
                  </a:cubicBezTo>
                  <a:cubicBezTo>
                    <a:pt x="22" y="137"/>
                    <a:pt x="21" y="138"/>
                    <a:pt x="20" y="138"/>
                  </a:cubicBezTo>
                  <a:cubicBezTo>
                    <a:pt x="20" y="139"/>
                    <a:pt x="19" y="139"/>
                    <a:pt x="18" y="139"/>
                  </a:cubicBezTo>
                  <a:cubicBezTo>
                    <a:pt x="16" y="139"/>
                    <a:pt x="15" y="137"/>
                    <a:pt x="15" y="136"/>
                  </a:cubicBezTo>
                  <a:cubicBezTo>
                    <a:pt x="15" y="136"/>
                    <a:pt x="14" y="135"/>
                    <a:pt x="14" y="135"/>
                  </a:cubicBezTo>
                  <a:cubicBezTo>
                    <a:pt x="13" y="135"/>
                    <a:pt x="13" y="135"/>
                    <a:pt x="12" y="136"/>
                  </a:cubicBezTo>
                  <a:cubicBezTo>
                    <a:pt x="12" y="136"/>
                    <a:pt x="12" y="136"/>
                    <a:pt x="11" y="137"/>
                  </a:cubicBezTo>
                  <a:cubicBezTo>
                    <a:pt x="11" y="137"/>
                    <a:pt x="11" y="137"/>
                    <a:pt x="11" y="137"/>
                  </a:cubicBezTo>
                  <a:cubicBezTo>
                    <a:pt x="11" y="138"/>
                    <a:pt x="10" y="138"/>
                    <a:pt x="9" y="139"/>
                  </a:cubicBezTo>
                  <a:cubicBezTo>
                    <a:pt x="8" y="139"/>
                    <a:pt x="6" y="140"/>
                    <a:pt x="4" y="140"/>
                  </a:cubicBezTo>
                  <a:cubicBezTo>
                    <a:pt x="3" y="140"/>
                    <a:pt x="3" y="140"/>
                    <a:pt x="2" y="140"/>
                  </a:cubicBezTo>
                  <a:cubicBezTo>
                    <a:pt x="1" y="140"/>
                    <a:pt x="1" y="140"/>
                    <a:pt x="1" y="140"/>
                  </a:cubicBezTo>
                  <a:cubicBezTo>
                    <a:pt x="0" y="140"/>
                    <a:pt x="1" y="139"/>
                    <a:pt x="1" y="139"/>
                  </a:cubicBezTo>
                  <a:cubicBezTo>
                    <a:pt x="1" y="167"/>
                    <a:pt x="1" y="167"/>
                    <a:pt x="1" y="167"/>
                  </a:cubicBezTo>
                  <a:cubicBezTo>
                    <a:pt x="801" y="167"/>
                    <a:pt x="801" y="167"/>
                    <a:pt x="801" y="167"/>
                  </a:cubicBezTo>
                  <a:lnTo>
                    <a:pt x="801" y="26"/>
                  </a:lnTo>
                  <a:close/>
                </a:path>
              </a:pathLst>
            </a:custGeom>
            <a:solidFill>
              <a:srgbClr val="00B6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78" name="Freeform 13">
              <a:extLst>
                <a:ext uri="{FF2B5EF4-FFF2-40B4-BE49-F238E27FC236}">
                  <a16:creationId xmlns:a16="http://schemas.microsoft.com/office/drawing/2014/main" id="{FE5F77A5-71E2-D2C2-1BAE-BD954B43D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911" y="2629654"/>
              <a:ext cx="4857396" cy="1243006"/>
            </a:xfrm>
            <a:custGeom>
              <a:avLst/>
              <a:gdLst>
                <a:gd name="T0" fmla="*/ 796 w 801"/>
                <a:gd name="T1" fmla="*/ 12 h 152"/>
                <a:gd name="T2" fmla="*/ 783 w 801"/>
                <a:gd name="T3" fmla="*/ 9 h 152"/>
                <a:gd name="T4" fmla="*/ 766 w 801"/>
                <a:gd name="T5" fmla="*/ 19 h 152"/>
                <a:gd name="T6" fmla="*/ 755 w 801"/>
                <a:gd name="T7" fmla="*/ 34 h 152"/>
                <a:gd name="T8" fmla="*/ 748 w 801"/>
                <a:gd name="T9" fmla="*/ 48 h 152"/>
                <a:gd name="T10" fmla="*/ 732 w 801"/>
                <a:gd name="T11" fmla="*/ 35 h 152"/>
                <a:gd name="T12" fmla="*/ 716 w 801"/>
                <a:gd name="T13" fmla="*/ 35 h 152"/>
                <a:gd name="T14" fmla="*/ 692 w 801"/>
                <a:gd name="T15" fmla="*/ 30 h 152"/>
                <a:gd name="T16" fmla="*/ 675 w 801"/>
                <a:gd name="T17" fmla="*/ 32 h 152"/>
                <a:gd name="T18" fmla="*/ 666 w 801"/>
                <a:gd name="T19" fmla="*/ 17 h 152"/>
                <a:gd name="T20" fmla="*/ 649 w 801"/>
                <a:gd name="T21" fmla="*/ 11 h 152"/>
                <a:gd name="T22" fmla="*/ 634 w 801"/>
                <a:gd name="T23" fmla="*/ 16 h 152"/>
                <a:gd name="T24" fmla="*/ 628 w 801"/>
                <a:gd name="T25" fmla="*/ 4 h 152"/>
                <a:gd name="T26" fmla="*/ 620 w 801"/>
                <a:gd name="T27" fmla="*/ 21 h 152"/>
                <a:gd name="T28" fmla="*/ 612 w 801"/>
                <a:gd name="T29" fmla="*/ 32 h 152"/>
                <a:gd name="T30" fmla="*/ 597 w 801"/>
                <a:gd name="T31" fmla="*/ 30 h 152"/>
                <a:gd name="T32" fmla="*/ 591 w 801"/>
                <a:gd name="T33" fmla="*/ 11 h 152"/>
                <a:gd name="T34" fmla="*/ 574 w 801"/>
                <a:gd name="T35" fmla="*/ 12 h 152"/>
                <a:gd name="T36" fmla="*/ 555 w 801"/>
                <a:gd name="T37" fmla="*/ 23 h 152"/>
                <a:gd name="T38" fmla="*/ 546 w 801"/>
                <a:gd name="T39" fmla="*/ 21 h 152"/>
                <a:gd name="T40" fmla="*/ 522 w 801"/>
                <a:gd name="T41" fmla="*/ 26 h 152"/>
                <a:gd name="T42" fmla="*/ 515 w 801"/>
                <a:gd name="T43" fmla="*/ 34 h 152"/>
                <a:gd name="T44" fmla="*/ 502 w 801"/>
                <a:gd name="T45" fmla="*/ 46 h 152"/>
                <a:gd name="T46" fmla="*/ 491 w 801"/>
                <a:gd name="T47" fmla="*/ 54 h 152"/>
                <a:gd name="T48" fmla="*/ 478 w 801"/>
                <a:gd name="T49" fmla="*/ 45 h 152"/>
                <a:gd name="T50" fmla="*/ 448 w 801"/>
                <a:gd name="T51" fmla="*/ 47 h 152"/>
                <a:gd name="T52" fmla="*/ 436 w 801"/>
                <a:gd name="T53" fmla="*/ 48 h 152"/>
                <a:gd name="T54" fmla="*/ 416 w 801"/>
                <a:gd name="T55" fmla="*/ 49 h 152"/>
                <a:gd name="T56" fmla="*/ 400 w 801"/>
                <a:gd name="T57" fmla="*/ 54 h 152"/>
                <a:gd name="T58" fmla="*/ 390 w 801"/>
                <a:gd name="T59" fmla="*/ 57 h 152"/>
                <a:gd name="T60" fmla="*/ 373 w 801"/>
                <a:gd name="T61" fmla="*/ 37 h 152"/>
                <a:gd name="T62" fmla="*/ 355 w 801"/>
                <a:gd name="T63" fmla="*/ 50 h 152"/>
                <a:gd name="T64" fmla="*/ 334 w 801"/>
                <a:gd name="T65" fmla="*/ 65 h 152"/>
                <a:gd name="T66" fmla="*/ 300 w 801"/>
                <a:gd name="T67" fmla="*/ 69 h 152"/>
                <a:gd name="T68" fmla="*/ 287 w 801"/>
                <a:gd name="T69" fmla="*/ 81 h 152"/>
                <a:gd name="T70" fmla="*/ 272 w 801"/>
                <a:gd name="T71" fmla="*/ 88 h 152"/>
                <a:gd name="T72" fmla="*/ 262 w 801"/>
                <a:gd name="T73" fmla="*/ 96 h 152"/>
                <a:gd name="T74" fmla="*/ 250 w 801"/>
                <a:gd name="T75" fmla="*/ 105 h 152"/>
                <a:gd name="T76" fmla="*/ 242 w 801"/>
                <a:gd name="T77" fmla="*/ 100 h 152"/>
                <a:gd name="T78" fmla="*/ 232 w 801"/>
                <a:gd name="T79" fmla="*/ 101 h 152"/>
                <a:gd name="T80" fmla="*/ 204 w 801"/>
                <a:gd name="T81" fmla="*/ 102 h 152"/>
                <a:gd name="T82" fmla="*/ 189 w 801"/>
                <a:gd name="T83" fmla="*/ 110 h 152"/>
                <a:gd name="T84" fmla="*/ 173 w 801"/>
                <a:gd name="T85" fmla="*/ 106 h 152"/>
                <a:gd name="T86" fmla="*/ 154 w 801"/>
                <a:gd name="T87" fmla="*/ 109 h 152"/>
                <a:gd name="T88" fmla="*/ 143 w 801"/>
                <a:gd name="T89" fmla="*/ 107 h 152"/>
                <a:gd name="T90" fmla="*/ 123 w 801"/>
                <a:gd name="T91" fmla="*/ 112 h 152"/>
                <a:gd name="T92" fmla="*/ 99 w 801"/>
                <a:gd name="T93" fmla="*/ 114 h 152"/>
                <a:gd name="T94" fmla="*/ 82 w 801"/>
                <a:gd name="T95" fmla="*/ 106 h 152"/>
                <a:gd name="T96" fmla="*/ 62 w 801"/>
                <a:gd name="T97" fmla="*/ 110 h 152"/>
                <a:gd name="T98" fmla="*/ 52 w 801"/>
                <a:gd name="T99" fmla="*/ 103 h 152"/>
                <a:gd name="T100" fmla="*/ 37 w 801"/>
                <a:gd name="T101" fmla="*/ 102 h 152"/>
                <a:gd name="T102" fmla="*/ 29 w 801"/>
                <a:gd name="T103" fmla="*/ 108 h 152"/>
                <a:gd name="T104" fmla="*/ 15 w 801"/>
                <a:gd name="T105" fmla="*/ 106 h 152"/>
                <a:gd name="T106" fmla="*/ 1 w 801"/>
                <a:gd name="T107" fmla="*/ 11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01" h="152">
                  <a:moveTo>
                    <a:pt x="801" y="22"/>
                  </a:moveTo>
                  <a:cubicBezTo>
                    <a:pt x="801" y="21"/>
                    <a:pt x="799" y="19"/>
                    <a:pt x="798" y="18"/>
                  </a:cubicBezTo>
                  <a:cubicBezTo>
                    <a:pt x="797" y="17"/>
                    <a:pt x="797" y="16"/>
                    <a:pt x="797" y="15"/>
                  </a:cubicBezTo>
                  <a:cubicBezTo>
                    <a:pt x="796" y="14"/>
                    <a:pt x="797" y="13"/>
                    <a:pt x="796" y="13"/>
                  </a:cubicBezTo>
                  <a:cubicBezTo>
                    <a:pt x="796" y="13"/>
                    <a:pt x="796" y="12"/>
                    <a:pt x="796" y="12"/>
                  </a:cubicBezTo>
                  <a:cubicBezTo>
                    <a:pt x="795" y="10"/>
                    <a:pt x="795" y="8"/>
                    <a:pt x="794" y="5"/>
                  </a:cubicBezTo>
                  <a:cubicBezTo>
                    <a:pt x="793" y="5"/>
                    <a:pt x="793" y="3"/>
                    <a:pt x="792" y="2"/>
                  </a:cubicBezTo>
                  <a:cubicBezTo>
                    <a:pt x="792" y="2"/>
                    <a:pt x="790" y="1"/>
                    <a:pt x="790" y="0"/>
                  </a:cubicBezTo>
                  <a:cubicBezTo>
                    <a:pt x="787" y="0"/>
                    <a:pt x="787" y="4"/>
                    <a:pt x="787" y="5"/>
                  </a:cubicBezTo>
                  <a:cubicBezTo>
                    <a:pt x="786" y="7"/>
                    <a:pt x="785" y="8"/>
                    <a:pt x="783" y="9"/>
                  </a:cubicBezTo>
                  <a:cubicBezTo>
                    <a:pt x="782" y="10"/>
                    <a:pt x="782" y="11"/>
                    <a:pt x="781" y="12"/>
                  </a:cubicBezTo>
                  <a:cubicBezTo>
                    <a:pt x="779" y="13"/>
                    <a:pt x="777" y="13"/>
                    <a:pt x="775" y="14"/>
                  </a:cubicBezTo>
                  <a:cubicBezTo>
                    <a:pt x="774" y="15"/>
                    <a:pt x="773" y="16"/>
                    <a:pt x="771" y="16"/>
                  </a:cubicBezTo>
                  <a:cubicBezTo>
                    <a:pt x="770" y="17"/>
                    <a:pt x="769" y="18"/>
                    <a:pt x="768" y="18"/>
                  </a:cubicBezTo>
                  <a:cubicBezTo>
                    <a:pt x="767" y="19"/>
                    <a:pt x="767" y="19"/>
                    <a:pt x="766" y="19"/>
                  </a:cubicBezTo>
                  <a:cubicBezTo>
                    <a:pt x="766" y="20"/>
                    <a:pt x="766" y="20"/>
                    <a:pt x="765" y="20"/>
                  </a:cubicBezTo>
                  <a:cubicBezTo>
                    <a:pt x="765" y="20"/>
                    <a:pt x="765" y="20"/>
                    <a:pt x="764" y="20"/>
                  </a:cubicBezTo>
                  <a:cubicBezTo>
                    <a:pt x="763" y="22"/>
                    <a:pt x="763" y="23"/>
                    <a:pt x="762" y="24"/>
                  </a:cubicBezTo>
                  <a:cubicBezTo>
                    <a:pt x="761" y="26"/>
                    <a:pt x="760" y="28"/>
                    <a:pt x="759" y="30"/>
                  </a:cubicBezTo>
                  <a:cubicBezTo>
                    <a:pt x="757" y="31"/>
                    <a:pt x="756" y="32"/>
                    <a:pt x="755" y="34"/>
                  </a:cubicBezTo>
                  <a:cubicBezTo>
                    <a:pt x="754" y="35"/>
                    <a:pt x="753" y="35"/>
                    <a:pt x="753" y="36"/>
                  </a:cubicBezTo>
                  <a:cubicBezTo>
                    <a:pt x="752" y="37"/>
                    <a:pt x="752" y="38"/>
                    <a:pt x="752" y="40"/>
                  </a:cubicBezTo>
                  <a:cubicBezTo>
                    <a:pt x="751" y="41"/>
                    <a:pt x="751" y="41"/>
                    <a:pt x="750" y="42"/>
                  </a:cubicBezTo>
                  <a:cubicBezTo>
                    <a:pt x="750" y="44"/>
                    <a:pt x="750" y="45"/>
                    <a:pt x="749" y="46"/>
                  </a:cubicBezTo>
                  <a:cubicBezTo>
                    <a:pt x="749" y="47"/>
                    <a:pt x="749" y="47"/>
                    <a:pt x="748" y="48"/>
                  </a:cubicBezTo>
                  <a:cubicBezTo>
                    <a:pt x="748" y="49"/>
                    <a:pt x="748" y="50"/>
                    <a:pt x="747" y="51"/>
                  </a:cubicBezTo>
                  <a:cubicBezTo>
                    <a:pt x="747" y="51"/>
                    <a:pt x="745" y="52"/>
                    <a:pt x="745" y="52"/>
                  </a:cubicBezTo>
                  <a:cubicBezTo>
                    <a:pt x="743" y="53"/>
                    <a:pt x="743" y="52"/>
                    <a:pt x="742" y="51"/>
                  </a:cubicBezTo>
                  <a:cubicBezTo>
                    <a:pt x="741" y="49"/>
                    <a:pt x="740" y="47"/>
                    <a:pt x="739" y="45"/>
                  </a:cubicBezTo>
                  <a:cubicBezTo>
                    <a:pt x="736" y="42"/>
                    <a:pt x="735" y="38"/>
                    <a:pt x="732" y="35"/>
                  </a:cubicBezTo>
                  <a:cubicBezTo>
                    <a:pt x="731" y="34"/>
                    <a:pt x="730" y="32"/>
                    <a:pt x="728" y="32"/>
                  </a:cubicBezTo>
                  <a:cubicBezTo>
                    <a:pt x="727" y="32"/>
                    <a:pt x="726" y="33"/>
                    <a:pt x="725" y="33"/>
                  </a:cubicBezTo>
                  <a:cubicBezTo>
                    <a:pt x="724" y="34"/>
                    <a:pt x="724" y="34"/>
                    <a:pt x="722" y="34"/>
                  </a:cubicBezTo>
                  <a:cubicBezTo>
                    <a:pt x="721" y="34"/>
                    <a:pt x="719" y="34"/>
                    <a:pt x="718" y="34"/>
                  </a:cubicBezTo>
                  <a:cubicBezTo>
                    <a:pt x="717" y="34"/>
                    <a:pt x="717" y="35"/>
                    <a:pt x="716" y="35"/>
                  </a:cubicBezTo>
                  <a:cubicBezTo>
                    <a:pt x="713" y="36"/>
                    <a:pt x="711" y="34"/>
                    <a:pt x="710" y="32"/>
                  </a:cubicBezTo>
                  <a:cubicBezTo>
                    <a:pt x="709" y="31"/>
                    <a:pt x="707" y="30"/>
                    <a:pt x="706" y="29"/>
                  </a:cubicBezTo>
                  <a:cubicBezTo>
                    <a:pt x="705" y="28"/>
                    <a:pt x="705" y="28"/>
                    <a:pt x="704" y="28"/>
                  </a:cubicBezTo>
                  <a:cubicBezTo>
                    <a:pt x="702" y="28"/>
                    <a:pt x="701" y="28"/>
                    <a:pt x="699" y="28"/>
                  </a:cubicBezTo>
                  <a:cubicBezTo>
                    <a:pt x="697" y="28"/>
                    <a:pt x="695" y="29"/>
                    <a:pt x="692" y="30"/>
                  </a:cubicBezTo>
                  <a:cubicBezTo>
                    <a:pt x="690" y="31"/>
                    <a:pt x="689" y="32"/>
                    <a:pt x="688" y="34"/>
                  </a:cubicBezTo>
                  <a:cubicBezTo>
                    <a:pt x="687" y="36"/>
                    <a:pt x="685" y="37"/>
                    <a:pt x="684" y="38"/>
                  </a:cubicBezTo>
                  <a:cubicBezTo>
                    <a:pt x="681" y="40"/>
                    <a:pt x="680" y="38"/>
                    <a:pt x="678" y="36"/>
                  </a:cubicBezTo>
                  <a:cubicBezTo>
                    <a:pt x="678" y="36"/>
                    <a:pt x="677" y="35"/>
                    <a:pt x="677" y="34"/>
                  </a:cubicBezTo>
                  <a:cubicBezTo>
                    <a:pt x="676" y="33"/>
                    <a:pt x="676" y="33"/>
                    <a:pt x="675" y="32"/>
                  </a:cubicBezTo>
                  <a:cubicBezTo>
                    <a:pt x="675" y="31"/>
                    <a:pt x="674" y="31"/>
                    <a:pt x="673" y="30"/>
                  </a:cubicBezTo>
                  <a:cubicBezTo>
                    <a:pt x="673" y="30"/>
                    <a:pt x="673" y="28"/>
                    <a:pt x="672" y="28"/>
                  </a:cubicBezTo>
                  <a:cubicBezTo>
                    <a:pt x="672" y="26"/>
                    <a:pt x="671" y="24"/>
                    <a:pt x="670" y="21"/>
                  </a:cubicBezTo>
                  <a:cubicBezTo>
                    <a:pt x="670" y="20"/>
                    <a:pt x="669" y="20"/>
                    <a:pt x="669" y="19"/>
                  </a:cubicBezTo>
                  <a:cubicBezTo>
                    <a:pt x="668" y="19"/>
                    <a:pt x="667" y="17"/>
                    <a:pt x="666" y="17"/>
                  </a:cubicBezTo>
                  <a:cubicBezTo>
                    <a:pt x="665" y="17"/>
                    <a:pt x="664" y="17"/>
                    <a:pt x="663" y="16"/>
                  </a:cubicBezTo>
                  <a:cubicBezTo>
                    <a:pt x="662" y="16"/>
                    <a:pt x="660" y="15"/>
                    <a:pt x="658" y="14"/>
                  </a:cubicBezTo>
                  <a:cubicBezTo>
                    <a:pt x="657" y="14"/>
                    <a:pt x="655" y="14"/>
                    <a:pt x="654" y="13"/>
                  </a:cubicBezTo>
                  <a:cubicBezTo>
                    <a:pt x="653" y="12"/>
                    <a:pt x="652" y="12"/>
                    <a:pt x="651" y="12"/>
                  </a:cubicBezTo>
                  <a:cubicBezTo>
                    <a:pt x="650" y="11"/>
                    <a:pt x="649" y="11"/>
                    <a:pt x="649" y="11"/>
                  </a:cubicBezTo>
                  <a:cubicBezTo>
                    <a:pt x="648" y="11"/>
                    <a:pt x="648" y="10"/>
                    <a:pt x="648" y="10"/>
                  </a:cubicBezTo>
                  <a:cubicBezTo>
                    <a:pt x="645" y="10"/>
                    <a:pt x="643" y="13"/>
                    <a:pt x="641" y="14"/>
                  </a:cubicBezTo>
                  <a:cubicBezTo>
                    <a:pt x="640" y="14"/>
                    <a:pt x="639" y="15"/>
                    <a:pt x="638" y="15"/>
                  </a:cubicBezTo>
                  <a:cubicBezTo>
                    <a:pt x="637" y="15"/>
                    <a:pt x="636" y="16"/>
                    <a:pt x="636" y="16"/>
                  </a:cubicBezTo>
                  <a:cubicBezTo>
                    <a:pt x="636" y="16"/>
                    <a:pt x="634" y="16"/>
                    <a:pt x="634" y="16"/>
                  </a:cubicBezTo>
                  <a:cubicBezTo>
                    <a:pt x="633" y="16"/>
                    <a:pt x="633" y="16"/>
                    <a:pt x="633" y="14"/>
                  </a:cubicBezTo>
                  <a:cubicBezTo>
                    <a:pt x="632" y="13"/>
                    <a:pt x="632" y="11"/>
                    <a:pt x="632" y="10"/>
                  </a:cubicBezTo>
                  <a:cubicBezTo>
                    <a:pt x="631" y="9"/>
                    <a:pt x="630" y="8"/>
                    <a:pt x="630" y="8"/>
                  </a:cubicBezTo>
                  <a:cubicBezTo>
                    <a:pt x="630" y="7"/>
                    <a:pt x="630" y="7"/>
                    <a:pt x="629" y="6"/>
                  </a:cubicBezTo>
                  <a:cubicBezTo>
                    <a:pt x="629" y="5"/>
                    <a:pt x="628" y="6"/>
                    <a:pt x="628" y="4"/>
                  </a:cubicBezTo>
                  <a:cubicBezTo>
                    <a:pt x="625" y="3"/>
                    <a:pt x="623" y="6"/>
                    <a:pt x="622" y="9"/>
                  </a:cubicBezTo>
                  <a:cubicBezTo>
                    <a:pt x="622" y="11"/>
                    <a:pt x="621" y="12"/>
                    <a:pt x="621" y="15"/>
                  </a:cubicBezTo>
                  <a:cubicBezTo>
                    <a:pt x="621" y="16"/>
                    <a:pt x="621" y="17"/>
                    <a:pt x="621" y="18"/>
                  </a:cubicBezTo>
                  <a:cubicBezTo>
                    <a:pt x="621" y="17"/>
                    <a:pt x="620" y="20"/>
                    <a:pt x="620" y="20"/>
                  </a:cubicBezTo>
                  <a:cubicBezTo>
                    <a:pt x="620" y="21"/>
                    <a:pt x="620" y="20"/>
                    <a:pt x="620" y="21"/>
                  </a:cubicBezTo>
                  <a:cubicBezTo>
                    <a:pt x="619" y="21"/>
                    <a:pt x="619" y="21"/>
                    <a:pt x="618" y="22"/>
                  </a:cubicBezTo>
                  <a:cubicBezTo>
                    <a:pt x="618" y="22"/>
                    <a:pt x="618" y="23"/>
                    <a:pt x="618" y="23"/>
                  </a:cubicBezTo>
                  <a:cubicBezTo>
                    <a:pt x="618" y="24"/>
                    <a:pt x="618" y="26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2"/>
                    <a:pt x="613" y="33"/>
                    <a:pt x="612" y="32"/>
                  </a:cubicBezTo>
                  <a:cubicBezTo>
                    <a:pt x="611" y="32"/>
                    <a:pt x="611" y="32"/>
                    <a:pt x="611" y="31"/>
                  </a:cubicBezTo>
                  <a:cubicBezTo>
                    <a:pt x="611" y="31"/>
                    <a:pt x="610" y="31"/>
                    <a:pt x="610" y="31"/>
                  </a:cubicBezTo>
                  <a:cubicBezTo>
                    <a:pt x="609" y="30"/>
                    <a:pt x="608" y="28"/>
                    <a:pt x="607" y="28"/>
                  </a:cubicBezTo>
                  <a:cubicBezTo>
                    <a:pt x="604" y="28"/>
                    <a:pt x="605" y="33"/>
                    <a:pt x="602" y="34"/>
                  </a:cubicBezTo>
                  <a:cubicBezTo>
                    <a:pt x="599" y="34"/>
                    <a:pt x="598" y="32"/>
                    <a:pt x="597" y="30"/>
                  </a:cubicBezTo>
                  <a:cubicBezTo>
                    <a:pt x="597" y="29"/>
                    <a:pt x="597" y="29"/>
                    <a:pt x="596" y="28"/>
                  </a:cubicBezTo>
                  <a:cubicBezTo>
                    <a:pt x="595" y="26"/>
                    <a:pt x="595" y="25"/>
                    <a:pt x="595" y="24"/>
                  </a:cubicBezTo>
                  <a:cubicBezTo>
                    <a:pt x="595" y="22"/>
                    <a:pt x="594" y="21"/>
                    <a:pt x="593" y="20"/>
                  </a:cubicBezTo>
                  <a:cubicBezTo>
                    <a:pt x="593" y="19"/>
                    <a:pt x="593" y="18"/>
                    <a:pt x="593" y="17"/>
                  </a:cubicBezTo>
                  <a:cubicBezTo>
                    <a:pt x="592" y="15"/>
                    <a:pt x="591" y="13"/>
                    <a:pt x="591" y="11"/>
                  </a:cubicBezTo>
                  <a:cubicBezTo>
                    <a:pt x="590" y="10"/>
                    <a:pt x="589" y="9"/>
                    <a:pt x="588" y="10"/>
                  </a:cubicBezTo>
                  <a:cubicBezTo>
                    <a:pt x="587" y="11"/>
                    <a:pt x="588" y="12"/>
                    <a:pt x="586" y="11"/>
                  </a:cubicBezTo>
                  <a:cubicBezTo>
                    <a:pt x="584" y="9"/>
                    <a:pt x="583" y="7"/>
                    <a:pt x="580" y="8"/>
                  </a:cubicBezTo>
                  <a:cubicBezTo>
                    <a:pt x="579" y="8"/>
                    <a:pt x="578" y="9"/>
                    <a:pt x="577" y="10"/>
                  </a:cubicBezTo>
                  <a:cubicBezTo>
                    <a:pt x="576" y="11"/>
                    <a:pt x="575" y="11"/>
                    <a:pt x="574" y="12"/>
                  </a:cubicBezTo>
                  <a:cubicBezTo>
                    <a:pt x="572" y="14"/>
                    <a:pt x="571" y="15"/>
                    <a:pt x="569" y="16"/>
                  </a:cubicBezTo>
                  <a:cubicBezTo>
                    <a:pt x="568" y="17"/>
                    <a:pt x="567" y="17"/>
                    <a:pt x="566" y="18"/>
                  </a:cubicBezTo>
                  <a:cubicBezTo>
                    <a:pt x="566" y="19"/>
                    <a:pt x="565" y="21"/>
                    <a:pt x="564" y="22"/>
                  </a:cubicBezTo>
                  <a:cubicBezTo>
                    <a:pt x="563" y="24"/>
                    <a:pt x="561" y="26"/>
                    <a:pt x="557" y="25"/>
                  </a:cubicBezTo>
                  <a:cubicBezTo>
                    <a:pt x="557" y="24"/>
                    <a:pt x="556" y="24"/>
                    <a:pt x="555" y="23"/>
                  </a:cubicBezTo>
                  <a:cubicBezTo>
                    <a:pt x="554" y="23"/>
                    <a:pt x="552" y="22"/>
                    <a:pt x="551" y="22"/>
                  </a:cubicBezTo>
                  <a:cubicBezTo>
                    <a:pt x="550" y="22"/>
                    <a:pt x="551" y="21"/>
                    <a:pt x="550" y="22"/>
                  </a:cubicBezTo>
                  <a:cubicBezTo>
                    <a:pt x="549" y="22"/>
                    <a:pt x="549" y="23"/>
                    <a:pt x="548" y="23"/>
                  </a:cubicBezTo>
                  <a:cubicBezTo>
                    <a:pt x="547" y="23"/>
                    <a:pt x="547" y="23"/>
                    <a:pt x="547" y="22"/>
                  </a:cubicBezTo>
                  <a:cubicBezTo>
                    <a:pt x="547" y="22"/>
                    <a:pt x="547" y="22"/>
                    <a:pt x="546" y="21"/>
                  </a:cubicBezTo>
                  <a:cubicBezTo>
                    <a:pt x="546" y="21"/>
                    <a:pt x="545" y="21"/>
                    <a:pt x="544" y="20"/>
                  </a:cubicBezTo>
                  <a:cubicBezTo>
                    <a:pt x="541" y="19"/>
                    <a:pt x="538" y="19"/>
                    <a:pt x="535" y="19"/>
                  </a:cubicBezTo>
                  <a:cubicBezTo>
                    <a:pt x="532" y="19"/>
                    <a:pt x="530" y="22"/>
                    <a:pt x="530" y="24"/>
                  </a:cubicBezTo>
                  <a:cubicBezTo>
                    <a:pt x="529" y="25"/>
                    <a:pt x="528" y="24"/>
                    <a:pt x="527" y="24"/>
                  </a:cubicBezTo>
                  <a:cubicBezTo>
                    <a:pt x="525" y="25"/>
                    <a:pt x="524" y="25"/>
                    <a:pt x="522" y="26"/>
                  </a:cubicBezTo>
                  <a:cubicBezTo>
                    <a:pt x="521" y="26"/>
                    <a:pt x="521" y="26"/>
                    <a:pt x="520" y="27"/>
                  </a:cubicBezTo>
                  <a:cubicBezTo>
                    <a:pt x="520" y="28"/>
                    <a:pt x="518" y="29"/>
                    <a:pt x="518" y="30"/>
                  </a:cubicBezTo>
                  <a:cubicBezTo>
                    <a:pt x="518" y="30"/>
                    <a:pt x="518" y="31"/>
                    <a:pt x="517" y="31"/>
                  </a:cubicBezTo>
                  <a:cubicBezTo>
                    <a:pt x="517" y="32"/>
                    <a:pt x="516" y="32"/>
                    <a:pt x="516" y="32"/>
                  </a:cubicBezTo>
                  <a:cubicBezTo>
                    <a:pt x="515" y="33"/>
                    <a:pt x="516" y="33"/>
                    <a:pt x="515" y="34"/>
                  </a:cubicBezTo>
                  <a:cubicBezTo>
                    <a:pt x="514" y="34"/>
                    <a:pt x="513" y="34"/>
                    <a:pt x="512" y="34"/>
                  </a:cubicBezTo>
                  <a:cubicBezTo>
                    <a:pt x="511" y="35"/>
                    <a:pt x="510" y="35"/>
                    <a:pt x="509" y="36"/>
                  </a:cubicBezTo>
                  <a:cubicBezTo>
                    <a:pt x="508" y="36"/>
                    <a:pt x="508" y="37"/>
                    <a:pt x="507" y="37"/>
                  </a:cubicBezTo>
                  <a:cubicBezTo>
                    <a:pt x="506" y="38"/>
                    <a:pt x="506" y="40"/>
                    <a:pt x="505" y="41"/>
                  </a:cubicBezTo>
                  <a:cubicBezTo>
                    <a:pt x="504" y="43"/>
                    <a:pt x="503" y="44"/>
                    <a:pt x="502" y="46"/>
                  </a:cubicBezTo>
                  <a:cubicBezTo>
                    <a:pt x="502" y="47"/>
                    <a:pt x="502" y="49"/>
                    <a:pt x="501" y="50"/>
                  </a:cubicBezTo>
                  <a:cubicBezTo>
                    <a:pt x="501" y="51"/>
                    <a:pt x="500" y="51"/>
                    <a:pt x="500" y="52"/>
                  </a:cubicBezTo>
                  <a:cubicBezTo>
                    <a:pt x="499" y="53"/>
                    <a:pt x="500" y="54"/>
                    <a:pt x="499" y="55"/>
                  </a:cubicBezTo>
                  <a:cubicBezTo>
                    <a:pt x="498" y="56"/>
                    <a:pt x="497" y="56"/>
                    <a:pt x="496" y="56"/>
                  </a:cubicBezTo>
                  <a:cubicBezTo>
                    <a:pt x="494" y="55"/>
                    <a:pt x="492" y="54"/>
                    <a:pt x="491" y="54"/>
                  </a:cubicBezTo>
                  <a:cubicBezTo>
                    <a:pt x="490" y="53"/>
                    <a:pt x="489" y="52"/>
                    <a:pt x="488" y="52"/>
                  </a:cubicBezTo>
                  <a:cubicBezTo>
                    <a:pt x="488" y="51"/>
                    <a:pt x="488" y="51"/>
                    <a:pt x="487" y="50"/>
                  </a:cubicBezTo>
                  <a:cubicBezTo>
                    <a:pt x="487" y="50"/>
                    <a:pt x="486" y="50"/>
                    <a:pt x="485" y="49"/>
                  </a:cubicBezTo>
                  <a:cubicBezTo>
                    <a:pt x="484" y="48"/>
                    <a:pt x="483" y="46"/>
                    <a:pt x="481" y="45"/>
                  </a:cubicBezTo>
                  <a:cubicBezTo>
                    <a:pt x="480" y="45"/>
                    <a:pt x="479" y="45"/>
                    <a:pt x="478" y="45"/>
                  </a:cubicBezTo>
                  <a:cubicBezTo>
                    <a:pt x="477" y="46"/>
                    <a:pt x="476" y="46"/>
                    <a:pt x="476" y="47"/>
                  </a:cubicBezTo>
                  <a:cubicBezTo>
                    <a:pt x="473" y="48"/>
                    <a:pt x="471" y="45"/>
                    <a:pt x="469" y="45"/>
                  </a:cubicBezTo>
                  <a:cubicBezTo>
                    <a:pt x="466" y="45"/>
                    <a:pt x="463" y="45"/>
                    <a:pt x="460" y="45"/>
                  </a:cubicBezTo>
                  <a:cubicBezTo>
                    <a:pt x="457" y="45"/>
                    <a:pt x="455" y="45"/>
                    <a:pt x="453" y="45"/>
                  </a:cubicBezTo>
                  <a:cubicBezTo>
                    <a:pt x="451" y="46"/>
                    <a:pt x="450" y="47"/>
                    <a:pt x="448" y="47"/>
                  </a:cubicBezTo>
                  <a:cubicBezTo>
                    <a:pt x="447" y="47"/>
                    <a:pt x="445" y="47"/>
                    <a:pt x="444" y="47"/>
                  </a:cubicBezTo>
                  <a:cubicBezTo>
                    <a:pt x="443" y="47"/>
                    <a:pt x="443" y="46"/>
                    <a:pt x="441" y="46"/>
                  </a:cubicBezTo>
                  <a:cubicBezTo>
                    <a:pt x="441" y="46"/>
                    <a:pt x="439" y="45"/>
                    <a:pt x="439" y="46"/>
                  </a:cubicBezTo>
                  <a:cubicBezTo>
                    <a:pt x="439" y="46"/>
                    <a:pt x="439" y="47"/>
                    <a:pt x="438" y="48"/>
                  </a:cubicBezTo>
                  <a:cubicBezTo>
                    <a:pt x="438" y="48"/>
                    <a:pt x="436" y="48"/>
                    <a:pt x="436" y="48"/>
                  </a:cubicBezTo>
                  <a:cubicBezTo>
                    <a:pt x="435" y="48"/>
                    <a:pt x="434" y="49"/>
                    <a:pt x="434" y="49"/>
                  </a:cubicBezTo>
                  <a:cubicBezTo>
                    <a:pt x="432" y="49"/>
                    <a:pt x="432" y="49"/>
                    <a:pt x="430" y="48"/>
                  </a:cubicBezTo>
                  <a:cubicBezTo>
                    <a:pt x="429" y="48"/>
                    <a:pt x="427" y="48"/>
                    <a:pt x="425" y="48"/>
                  </a:cubicBezTo>
                  <a:cubicBezTo>
                    <a:pt x="424" y="48"/>
                    <a:pt x="422" y="48"/>
                    <a:pt x="421" y="48"/>
                  </a:cubicBezTo>
                  <a:cubicBezTo>
                    <a:pt x="419" y="48"/>
                    <a:pt x="417" y="49"/>
                    <a:pt x="416" y="49"/>
                  </a:cubicBezTo>
                  <a:cubicBezTo>
                    <a:pt x="415" y="50"/>
                    <a:pt x="414" y="51"/>
                    <a:pt x="414" y="52"/>
                  </a:cubicBezTo>
                  <a:cubicBezTo>
                    <a:pt x="412" y="52"/>
                    <a:pt x="412" y="50"/>
                    <a:pt x="412" y="49"/>
                  </a:cubicBezTo>
                  <a:cubicBezTo>
                    <a:pt x="411" y="47"/>
                    <a:pt x="410" y="47"/>
                    <a:pt x="408" y="46"/>
                  </a:cubicBezTo>
                  <a:cubicBezTo>
                    <a:pt x="405" y="46"/>
                    <a:pt x="404" y="50"/>
                    <a:pt x="402" y="52"/>
                  </a:cubicBezTo>
                  <a:cubicBezTo>
                    <a:pt x="401" y="53"/>
                    <a:pt x="401" y="54"/>
                    <a:pt x="400" y="54"/>
                  </a:cubicBezTo>
                  <a:cubicBezTo>
                    <a:pt x="399" y="55"/>
                    <a:pt x="398" y="56"/>
                    <a:pt x="398" y="57"/>
                  </a:cubicBezTo>
                  <a:cubicBezTo>
                    <a:pt x="397" y="58"/>
                    <a:pt x="396" y="59"/>
                    <a:pt x="395" y="60"/>
                  </a:cubicBezTo>
                  <a:cubicBezTo>
                    <a:pt x="394" y="61"/>
                    <a:pt x="394" y="60"/>
                    <a:pt x="393" y="61"/>
                  </a:cubicBezTo>
                  <a:cubicBezTo>
                    <a:pt x="393" y="62"/>
                    <a:pt x="393" y="63"/>
                    <a:pt x="392" y="64"/>
                  </a:cubicBezTo>
                  <a:cubicBezTo>
                    <a:pt x="390" y="63"/>
                    <a:pt x="390" y="59"/>
                    <a:pt x="390" y="57"/>
                  </a:cubicBezTo>
                  <a:cubicBezTo>
                    <a:pt x="389" y="56"/>
                    <a:pt x="389" y="54"/>
                    <a:pt x="388" y="53"/>
                  </a:cubicBezTo>
                  <a:cubicBezTo>
                    <a:pt x="387" y="49"/>
                    <a:pt x="386" y="45"/>
                    <a:pt x="385" y="42"/>
                  </a:cubicBezTo>
                  <a:cubicBezTo>
                    <a:pt x="384" y="40"/>
                    <a:pt x="385" y="31"/>
                    <a:pt x="382" y="33"/>
                  </a:cubicBezTo>
                  <a:cubicBezTo>
                    <a:pt x="379" y="34"/>
                    <a:pt x="380" y="41"/>
                    <a:pt x="377" y="38"/>
                  </a:cubicBezTo>
                  <a:cubicBezTo>
                    <a:pt x="376" y="37"/>
                    <a:pt x="375" y="37"/>
                    <a:pt x="373" y="37"/>
                  </a:cubicBezTo>
                  <a:cubicBezTo>
                    <a:pt x="373" y="37"/>
                    <a:pt x="371" y="37"/>
                    <a:pt x="370" y="37"/>
                  </a:cubicBezTo>
                  <a:cubicBezTo>
                    <a:pt x="370" y="37"/>
                    <a:pt x="369" y="39"/>
                    <a:pt x="369" y="39"/>
                  </a:cubicBezTo>
                  <a:cubicBezTo>
                    <a:pt x="367" y="42"/>
                    <a:pt x="366" y="44"/>
                    <a:pt x="363" y="46"/>
                  </a:cubicBezTo>
                  <a:cubicBezTo>
                    <a:pt x="361" y="47"/>
                    <a:pt x="358" y="48"/>
                    <a:pt x="356" y="49"/>
                  </a:cubicBezTo>
                  <a:cubicBezTo>
                    <a:pt x="356" y="49"/>
                    <a:pt x="356" y="50"/>
                    <a:pt x="355" y="50"/>
                  </a:cubicBezTo>
                  <a:cubicBezTo>
                    <a:pt x="354" y="51"/>
                    <a:pt x="353" y="51"/>
                    <a:pt x="353" y="52"/>
                  </a:cubicBezTo>
                  <a:cubicBezTo>
                    <a:pt x="350" y="54"/>
                    <a:pt x="347" y="55"/>
                    <a:pt x="345" y="57"/>
                  </a:cubicBezTo>
                  <a:cubicBezTo>
                    <a:pt x="344" y="58"/>
                    <a:pt x="343" y="59"/>
                    <a:pt x="342" y="60"/>
                  </a:cubicBezTo>
                  <a:cubicBezTo>
                    <a:pt x="340" y="61"/>
                    <a:pt x="338" y="62"/>
                    <a:pt x="336" y="63"/>
                  </a:cubicBezTo>
                  <a:cubicBezTo>
                    <a:pt x="335" y="63"/>
                    <a:pt x="335" y="64"/>
                    <a:pt x="334" y="65"/>
                  </a:cubicBezTo>
                  <a:cubicBezTo>
                    <a:pt x="333" y="65"/>
                    <a:pt x="331" y="66"/>
                    <a:pt x="329" y="66"/>
                  </a:cubicBezTo>
                  <a:cubicBezTo>
                    <a:pt x="327" y="67"/>
                    <a:pt x="325" y="68"/>
                    <a:pt x="322" y="69"/>
                  </a:cubicBezTo>
                  <a:cubicBezTo>
                    <a:pt x="322" y="69"/>
                    <a:pt x="321" y="70"/>
                    <a:pt x="320" y="70"/>
                  </a:cubicBezTo>
                  <a:cubicBezTo>
                    <a:pt x="314" y="70"/>
                    <a:pt x="309" y="69"/>
                    <a:pt x="303" y="69"/>
                  </a:cubicBezTo>
                  <a:cubicBezTo>
                    <a:pt x="302" y="69"/>
                    <a:pt x="301" y="68"/>
                    <a:pt x="300" y="69"/>
                  </a:cubicBezTo>
                  <a:cubicBezTo>
                    <a:pt x="299" y="70"/>
                    <a:pt x="299" y="71"/>
                    <a:pt x="298" y="72"/>
                  </a:cubicBezTo>
                  <a:cubicBezTo>
                    <a:pt x="298" y="73"/>
                    <a:pt x="297" y="74"/>
                    <a:pt x="296" y="74"/>
                  </a:cubicBezTo>
                  <a:cubicBezTo>
                    <a:pt x="295" y="75"/>
                    <a:pt x="295" y="76"/>
                    <a:pt x="294" y="76"/>
                  </a:cubicBezTo>
                  <a:cubicBezTo>
                    <a:pt x="292" y="78"/>
                    <a:pt x="290" y="79"/>
                    <a:pt x="288" y="81"/>
                  </a:cubicBezTo>
                  <a:cubicBezTo>
                    <a:pt x="288" y="81"/>
                    <a:pt x="287" y="81"/>
                    <a:pt x="287" y="81"/>
                  </a:cubicBezTo>
                  <a:cubicBezTo>
                    <a:pt x="286" y="82"/>
                    <a:pt x="286" y="82"/>
                    <a:pt x="285" y="82"/>
                  </a:cubicBezTo>
                  <a:cubicBezTo>
                    <a:pt x="284" y="82"/>
                    <a:pt x="283" y="82"/>
                    <a:pt x="282" y="82"/>
                  </a:cubicBezTo>
                  <a:cubicBezTo>
                    <a:pt x="280" y="83"/>
                    <a:pt x="279" y="85"/>
                    <a:pt x="277" y="86"/>
                  </a:cubicBezTo>
                  <a:cubicBezTo>
                    <a:pt x="277" y="87"/>
                    <a:pt x="275" y="87"/>
                    <a:pt x="274" y="88"/>
                  </a:cubicBezTo>
                  <a:cubicBezTo>
                    <a:pt x="274" y="88"/>
                    <a:pt x="273" y="87"/>
                    <a:pt x="272" y="88"/>
                  </a:cubicBezTo>
                  <a:cubicBezTo>
                    <a:pt x="272" y="88"/>
                    <a:pt x="271" y="88"/>
                    <a:pt x="271" y="89"/>
                  </a:cubicBezTo>
                  <a:cubicBezTo>
                    <a:pt x="270" y="89"/>
                    <a:pt x="269" y="88"/>
                    <a:pt x="268" y="89"/>
                  </a:cubicBezTo>
                  <a:cubicBezTo>
                    <a:pt x="268" y="89"/>
                    <a:pt x="267" y="90"/>
                    <a:pt x="266" y="90"/>
                  </a:cubicBezTo>
                  <a:cubicBezTo>
                    <a:pt x="266" y="91"/>
                    <a:pt x="265" y="91"/>
                    <a:pt x="264" y="93"/>
                  </a:cubicBezTo>
                  <a:cubicBezTo>
                    <a:pt x="264" y="94"/>
                    <a:pt x="263" y="95"/>
                    <a:pt x="262" y="96"/>
                  </a:cubicBezTo>
                  <a:cubicBezTo>
                    <a:pt x="261" y="97"/>
                    <a:pt x="260" y="98"/>
                    <a:pt x="259" y="98"/>
                  </a:cubicBezTo>
                  <a:cubicBezTo>
                    <a:pt x="259" y="99"/>
                    <a:pt x="257" y="100"/>
                    <a:pt x="256" y="101"/>
                  </a:cubicBezTo>
                  <a:cubicBezTo>
                    <a:pt x="255" y="102"/>
                    <a:pt x="254" y="103"/>
                    <a:pt x="253" y="103"/>
                  </a:cubicBezTo>
                  <a:cubicBezTo>
                    <a:pt x="253" y="103"/>
                    <a:pt x="253" y="104"/>
                    <a:pt x="252" y="104"/>
                  </a:cubicBezTo>
                  <a:cubicBezTo>
                    <a:pt x="252" y="104"/>
                    <a:pt x="251" y="105"/>
                    <a:pt x="250" y="105"/>
                  </a:cubicBezTo>
                  <a:cubicBezTo>
                    <a:pt x="249" y="105"/>
                    <a:pt x="248" y="105"/>
                    <a:pt x="248" y="105"/>
                  </a:cubicBezTo>
                  <a:cubicBezTo>
                    <a:pt x="247" y="104"/>
                    <a:pt x="247" y="103"/>
                    <a:pt x="246" y="102"/>
                  </a:cubicBezTo>
                  <a:cubicBezTo>
                    <a:pt x="246" y="101"/>
                    <a:pt x="245" y="101"/>
                    <a:pt x="244" y="101"/>
                  </a:cubicBezTo>
                  <a:cubicBezTo>
                    <a:pt x="244" y="100"/>
                    <a:pt x="243" y="101"/>
                    <a:pt x="242" y="100"/>
                  </a:cubicBezTo>
                  <a:cubicBezTo>
                    <a:pt x="242" y="100"/>
                    <a:pt x="242" y="100"/>
                    <a:pt x="242" y="100"/>
                  </a:cubicBezTo>
                  <a:cubicBezTo>
                    <a:pt x="241" y="100"/>
                    <a:pt x="239" y="100"/>
                    <a:pt x="238" y="100"/>
                  </a:cubicBezTo>
                  <a:cubicBezTo>
                    <a:pt x="238" y="100"/>
                    <a:pt x="237" y="100"/>
                    <a:pt x="236" y="100"/>
                  </a:cubicBezTo>
                  <a:cubicBezTo>
                    <a:pt x="236" y="101"/>
                    <a:pt x="235" y="100"/>
                    <a:pt x="235" y="100"/>
                  </a:cubicBezTo>
                  <a:cubicBezTo>
                    <a:pt x="235" y="101"/>
                    <a:pt x="235" y="101"/>
                    <a:pt x="234" y="101"/>
                  </a:cubicBezTo>
                  <a:cubicBezTo>
                    <a:pt x="234" y="101"/>
                    <a:pt x="233" y="101"/>
                    <a:pt x="232" y="101"/>
                  </a:cubicBezTo>
                  <a:cubicBezTo>
                    <a:pt x="231" y="102"/>
                    <a:pt x="231" y="102"/>
                    <a:pt x="229" y="102"/>
                  </a:cubicBezTo>
                  <a:cubicBezTo>
                    <a:pt x="227" y="102"/>
                    <a:pt x="224" y="102"/>
                    <a:pt x="221" y="102"/>
                  </a:cubicBezTo>
                  <a:cubicBezTo>
                    <a:pt x="219" y="102"/>
                    <a:pt x="217" y="100"/>
                    <a:pt x="214" y="100"/>
                  </a:cubicBezTo>
                  <a:cubicBezTo>
                    <a:pt x="211" y="100"/>
                    <a:pt x="209" y="101"/>
                    <a:pt x="206" y="102"/>
                  </a:cubicBezTo>
                  <a:cubicBezTo>
                    <a:pt x="205" y="102"/>
                    <a:pt x="205" y="102"/>
                    <a:pt x="204" y="102"/>
                  </a:cubicBezTo>
                  <a:cubicBezTo>
                    <a:pt x="203" y="103"/>
                    <a:pt x="202" y="102"/>
                    <a:pt x="202" y="103"/>
                  </a:cubicBezTo>
                  <a:cubicBezTo>
                    <a:pt x="200" y="103"/>
                    <a:pt x="199" y="104"/>
                    <a:pt x="197" y="104"/>
                  </a:cubicBezTo>
                  <a:cubicBezTo>
                    <a:pt x="195" y="105"/>
                    <a:pt x="194" y="106"/>
                    <a:pt x="192" y="107"/>
                  </a:cubicBezTo>
                  <a:cubicBezTo>
                    <a:pt x="191" y="108"/>
                    <a:pt x="191" y="108"/>
                    <a:pt x="190" y="108"/>
                  </a:cubicBezTo>
                  <a:cubicBezTo>
                    <a:pt x="189" y="109"/>
                    <a:pt x="189" y="109"/>
                    <a:pt x="189" y="110"/>
                  </a:cubicBezTo>
                  <a:cubicBezTo>
                    <a:pt x="187" y="111"/>
                    <a:pt x="186" y="111"/>
                    <a:pt x="184" y="110"/>
                  </a:cubicBezTo>
                  <a:cubicBezTo>
                    <a:pt x="183" y="110"/>
                    <a:pt x="183" y="109"/>
                    <a:pt x="182" y="108"/>
                  </a:cubicBezTo>
                  <a:cubicBezTo>
                    <a:pt x="181" y="107"/>
                    <a:pt x="180" y="107"/>
                    <a:pt x="179" y="107"/>
                  </a:cubicBezTo>
                  <a:cubicBezTo>
                    <a:pt x="178" y="106"/>
                    <a:pt x="177" y="106"/>
                    <a:pt x="176" y="106"/>
                  </a:cubicBezTo>
                  <a:cubicBezTo>
                    <a:pt x="175" y="105"/>
                    <a:pt x="174" y="106"/>
                    <a:pt x="173" y="106"/>
                  </a:cubicBezTo>
                  <a:cubicBezTo>
                    <a:pt x="171" y="106"/>
                    <a:pt x="168" y="107"/>
                    <a:pt x="166" y="108"/>
                  </a:cubicBezTo>
                  <a:cubicBezTo>
                    <a:pt x="166" y="108"/>
                    <a:pt x="165" y="109"/>
                    <a:pt x="164" y="110"/>
                  </a:cubicBezTo>
                  <a:cubicBezTo>
                    <a:pt x="163" y="110"/>
                    <a:pt x="162" y="110"/>
                    <a:pt x="160" y="111"/>
                  </a:cubicBezTo>
                  <a:cubicBezTo>
                    <a:pt x="159" y="111"/>
                    <a:pt x="156" y="112"/>
                    <a:pt x="155" y="111"/>
                  </a:cubicBezTo>
                  <a:cubicBezTo>
                    <a:pt x="155" y="111"/>
                    <a:pt x="155" y="110"/>
                    <a:pt x="154" y="109"/>
                  </a:cubicBezTo>
                  <a:cubicBezTo>
                    <a:pt x="154" y="109"/>
                    <a:pt x="154" y="109"/>
                    <a:pt x="154" y="109"/>
                  </a:cubicBezTo>
                  <a:cubicBezTo>
                    <a:pt x="153" y="108"/>
                    <a:pt x="152" y="108"/>
                    <a:pt x="152" y="107"/>
                  </a:cubicBezTo>
                  <a:cubicBezTo>
                    <a:pt x="150" y="106"/>
                    <a:pt x="149" y="104"/>
                    <a:pt x="147" y="104"/>
                  </a:cubicBezTo>
                  <a:cubicBezTo>
                    <a:pt x="146" y="104"/>
                    <a:pt x="146" y="105"/>
                    <a:pt x="145" y="106"/>
                  </a:cubicBezTo>
                  <a:cubicBezTo>
                    <a:pt x="145" y="106"/>
                    <a:pt x="144" y="107"/>
                    <a:pt x="143" y="107"/>
                  </a:cubicBezTo>
                  <a:cubicBezTo>
                    <a:pt x="142" y="107"/>
                    <a:pt x="141" y="108"/>
                    <a:pt x="140" y="108"/>
                  </a:cubicBezTo>
                  <a:cubicBezTo>
                    <a:pt x="139" y="109"/>
                    <a:pt x="139" y="109"/>
                    <a:pt x="138" y="109"/>
                  </a:cubicBezTo>
                  <a:cubicBezTo>
                    <a:pt x="136" y="109"/>
                    <a:pt x="132" y="109"/>
                    <a:pt x="132" y="111"/>
                  </a:cubicBezTo>
                  <a:cubicBezTo>
                    <a:pt x="131" y="111"/>
                    <a:pt x="129" y="111"/>
                    <a:pt x="127" y="111"/>
                  </a:cubicBezTo>
                  <a:cubicBezTo>
                    <a:pt x="126" y="111"/>
                    <a:pt x="124" y="111"/>
                    <a:pt x="123" y="112"/>
                  </a:cubicBezTo>
                  <a:cubicBezTo>
                    <a:pt x="120" y="112"/>
                    <a:pt x="117" y="111"/>
                    <a:pt x="114" y="112"/>
                  </a:cubicBezTo>
                  <a:cubicBezTo>
                    <a:pt x="112" y="112"/>
                    <a:pt x="111" y="111"/>
                    <a:pt x="109" y="112"/>
                  </a:cubicBezTo>
                  <a:cubicBezTo>
                    <a:pt x="108" y="113"/>
                    <a:pt x="107" y="113"/>
                    <a:pt x="106" y="114"/>
                  </a:cubicBezTo>
                  <a:cubicBezTo>
                    <a:pt x="105" y="114"/>
                    <a:pt x="104" y="115"/>
                    <a:pt x="103" y="115"/>
                  </a:cubicBezTo>
                  <a:cubicBezTo>
                    <a:pt x="102" y="115"/>
                    <a:pt x="100" y="115"/>
                    <a:pt x="99" y="114"/>
                  </a:cubicBezTo>
                  <a:cubicBezTo>
                    <a:pt x="97" y="114"/>
                    <a:pt x="98" y="113"/>
                    <a:pt x="97" y="112"/>
                  </a:cubicBezTo>
                  <a:cubicBezTo>
                    <a:pt x="96" y="111"/>
                    <a:pt x="95" y="110"/>
                    <a:pt x="94" y="110"/>
                  </a:cubicBezTo>
                  <a:cubicBezTo>
                    <a:pt x="92" y="109"/>
                    <a:pt x="90" y="108"/>
                    <a:pt x="88" y="107"/>
                  </a:cubicBezTo>
                  <a:cubicBezTo>
                    <a:pt x="87" y="107"/>
                    <a:pt x="85" y="107"/>
                    <a:pt x="84" y="107"/>
                  </a:cubicBezTo>
                  <a:cubicBezTo>
                    <a:pt x="83" y="106"/>
                    <a:pt x="83" y="106"/>
                    <a:pt x="82" y="106"/>
                  </a:cubicBezTo>
                  <a:cubicBezTo>
                    <a:pt x="81" y="106"/>
                    <a:pt x="80" y="106"/>
                    <a:pt x="79" y="106"/>
                  </a:cubicBezTo>
                  <a:cubicBezTo>
                    <a:pt x="78" y="107"/>
                    <a:pt x="77" y="107"/>
                    <a:pt x="76" y="108"/>
                  </a:cubicBezTo>
                  <a:cubicBezTo>
                    <a:pt x="76" y="108"/>
                    <a:pt x="75" y="109"/>
                    <a:pt x="74" y="109"/>
                  </a:cubicBezTo>
                  <a:cubicBezTo>
                    <a:pt x="73" y="109"/>
                    <a:pt x="73" y="110"/>
                    <a:pt x="72" y="110"/>
                  </a:cubicBezTo>
                  <a:cubicBezTo>
                    <a:pt x="69" y="111"/>
                    <a:pt x="65" y="109"/>
                    <a:pt x="62" y="110"/>
                  </a:cubicBezTo>
                  <a:cubicBezTo>
                    <a:pt x="61" y="111"/>
                    <a:pt x="61" y="111"/>
                    <a:pt x="60" y="111"/>
                  </a:cubicBezTo>
                  <a:cubicBezTo>
                    <a:pt x="59" y="111"/>
                    <a:pt x="59" y="111"/>
                    <a:pt x="58" y="110"/>
                  </a:cubicBezTo>
                  <a:cubicBezTo>
                    <a:pt x="58" y="109"/>
                    <a:pt x="58" y="109"/>
                    <a:pt x="58" y="108"/>
                  </a:cubicBezTo>
                  <a:cubicBezTo>
                    <a:pt x="57" y="108"/>
                    <a:pt x="56" y="108"/>
                    <a:pt x="56" y="107"/>
                  </a:cubicBezTo>
                  <a:cubicBezTo>
                    <a:pt x="54" y="107"/>
                    <a:pt x="53" y="105"/>
                    <a:pt x="52" y="103"/>
                  </a:cubicBezTo>
                  <a:cubicBezTo>
                    <a:pt x="51" y="102"/>
                    <a:pt x="51" y="101"/>
                    <a:pt x="50" y="100"/>
                  </a:cubicBezTo>
                  <a:cubicBezTo>
                    <a:pt x="49" y="100"/>
                    <a:pt x="47" y="99"/>
                    <a:pt x="46" y="100"/>
                  </a:cubicBezTo>
                  <a:cubicBezTo>
                    <a:pt x="45" y="100"/>
                    <a:pt x="44" y="99"/>
                    <a:pt x="43" y="100"/>
                  </a:cubicBezTo>
                  <a:cubicBezTo>
                    <a:pt x="42" y="101"/>
                    <a:pt x="40" y="101"/>
                    <a:pt x="39" y="101"/>
                  </a:cubicBezTo>
                  <a:cubicBezTo>
                    <a:pt x="38" y="101"/>
                    <a:pt x="37" y="101"/>
                    <a:pt x="37" y="102"/>
                  </a:cubicBezTo>
                  <a:cubicBezTo>
                    <a:pt x="36" y="103"/>
                    <a:pt x="36" y="103"/>
                    <a:pt x="36" y="104"/>
                  </a:cubicBezTo>
                  <a:cubicBezTo>
                    <a:pt x="35" y="104"/>
                    <a:pt x="34" y="104"/>
                    <a:pt x="34" y="105"/>
                  </a:cubicBezTo>
                  <a:cubicBezTo>
                    <a:pt x="34" y="105"/>
                    <a:pt x="34" y="106"/>
                    <a:pt x="33" y="106"/>
                  </a:cubicBezTo>
                  <a:cubicBezTo>
                    <a:pt x="33" y="106"/>
                    <a:pt x="32" y="107"/>
                    <a:pt x="32" y="107"/>
                  </a:cubicBezTo>
                  <a:cubicBezTo>
                    <a:pt x="31" y="107"/>
                    <a:pt x="30" y="108"/>
                    <a:pt x="29" y="108"/>
                  </a:cubicBezTo>
                  <a:cubicBezTo>
                    <a:pt x="28" y="109"/>
                    <a:pt x="25" y="110"/>
                    <a:pt x="23" y="110"/>
                  </a:cubicBezTo>
                  <a:cubicBezTo>
                    <a:pt x="22" y="110"/>
                    <a:pt x="20" y="110"/>
                    <a:pt x="19" y="110"/>
                  </a:cubicBezTo>
                  <a:cubicBezTo>
                    <a:pt x="19" y="110"/>
                    <a:pt x="18" y="109"/>
                    <a:pt x="18" y="109"/>
                  </a:cubicBezTo>
                  <a:cubicBezTo>
                    <a:pt x="17" y="109"/>
                    <a:pt x="17" y="109"/>
                    <a:pt x="16" y="108"/>
                  </a:cubicBezTo>
                  <a:cubicBezTo>
                    <a:pt x="16" y="108"/>
                    <a:pt x="15" y="106"/>
                    <a:pt x="15" y="106"/>
                  </a:cubicBezTo>
                  <a:cubicBezTo>
                    <a:pt x="13" y="106"/>
                    <a:pt x="13" y="108"/>
                    <a:pt x="11" y="108"/>
                  </a:cubicBezTo>
                  <a:cubicBezTo>
                    <a:pt x="11" y="109"/>
                    <a:pt x="11" y="109"/>
                    <a:pt x="10" y="110"/>
                  </a:cubicBezTo>
                  <a:cubicBezTo>
                    <a:pt x="10" y="110"/>
                    <a:pt x="10" y="111"/>
                    <a:pt x="10" y="111"/>
                  </a:cubicBezTo>
                  <a:cubicBezTo>
                    <a:pt x="9" y="112"/>
                    <a:pt x="9" y="113"/>
                    <a:pt x="8" y="113"/>
                  </a:cubicBezTo>
                  <a:cubicBezTo>
                    <a:pt x="6" y="113"/>
                    <a:pt x="0" y="113"/>
                    <a:pt x="1" y="111"/>
                  </a:cubicBezTo>
                  <a:cubicBezTo>
                    <a:pt x="1" y="152"/>
                    <a:pt x="1" y="152"/>
                    <a:pt x="1" y="152"/>
                  </a:cubicBezTo>
                  <a:cubicBezTo>
                    <a:pt x="801" y="152"/>
                    <a:pt x="801" y="152"/>
                    <a:pt x="801" y="152"/>
                  </a:cubicBezTo>
                  <a:lnTo>
                    <a:pt x="801" y="22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79" name="Freeform 14">
              <a:extLst>
                <a:ext uri="{FF2B5EF4-FFF2-40B4-BE49-F238E27FC236}">
                  <a16:creationId xmlns:a16="http://schemas.microsoft.com/office/drawing/2014/main" id="{D3984530-E5A7-9910-C190-1A3AED46C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06" y="3063156"/>
              <a:ext cx="4850804" cy="1004135"/>
            </a:xfrm>
            <a:custGeom>
              <a:avLst/>
              <a:gdLst>
                <a:gd name="T0" fmla="*/ 792 w 800"/>
                <a:gd name="T1" fmla="*/ 4 h 123"/>
                <a:gd name="T2" fmla="*/ 782 w 800"/>
                <a:gd name="T3" fmla="*/ 8 h 123"/>
                <a:gd name="T4" fmla="*/ 773 w 800"/>
                <a:gd name="T5" fmla="*/ 10 h 123"/>
                <a:gd name="T6" fmla="*/ 763 w 800"/>
                <a:gd name="T7" fmla="*/ 14 h 123"/>
                <a:gd name="T8" fmla="*/ 751 w 800"/>
                <a:gd name="T9" fmla="*/ 18 h 123"/>
                <a:gd name="T10" fmla="*/ 742 w 800"/>
                <a:gd name="T11" fmla="*/ 19 h 123"/>
                <a:gd name="T12" fmla="*/ 734 w 800"/>
                <a:gd name="T13" fmla="*/ 14 h 123"/>
                <a:gd name="T14" fmla="*/ 725 w 800"/>
                <a:gd name="T15" fmla="*/ 9 h 123"/>
                <a:gd name="T16" fmla="*/ 712 w 800"/>
                <a:gd name="T17" fmla="*/ 6 h 123"/>
                <a:gd name="T18" fmla="*/ 705 w 800"/>
                <a:gd name="T19" fmla="*/ 4 h 123"/>
                <a:gd name="T20" fmla="*/ 691 w 800"/>
                <a:gd name="T21" fmla="*/ 0 h 123"/>
                <a:gd name="T22" fmla="*/ 679 w 800"/>
                <a:gd name="T23" fmla="*/ 7 h 123"/>
                <a:gd name="T24" fmla="*/ 655 w 800"/>
                <a:gd name="T25" fmla="*/ 9 h 123"/>
                <a:gd name="T26" fmla="*/ 631 w 800"/>
                <a:gd name="T27" fmla="*/ 12 h 123"/>
                <a:gd name="T28" fmla="*/ 610 w 800"/>
                <a:gd name="T29" fmla="*/ 11 h 123"/>
                <a:gd name="T30" fmla="*/ 591 w 800"/>
                <a:gd name="T31" fmla="*/ 11 h 123"/>
                <a:gd name="T32" fmla="*/ 577 w 800"/>
                <a:gd name="T33" fmla="*/ 9 h 123"/>
                <a:gd name="T34" fmla="*/ 565 w 800"/>
                <a:gd name="T35" fmla="*/ 16 h 123"/>
                <a:gd name="T36" fmla="*/ 551 w 800"/>
                <a:gd name="T37" fmla="*/ 20 h 123"/>
                <a:gd name="T38" fmla="*/ 532 w 800"/>
                <a:gd name="T39" fmla="*/ 21 h 123"/>
                <a:gd name="T40" fmla="*/ 518 w 800"/>
                <a:gd name="T41" fmla="*/ 23 h 123"/>
                <a:gd name="T42" fmla="*/ 504 w 800"/>
                <a:gd name="T43" fmla="*/ 29 h 123"/>
                <a:gd name="T44" fmla="*/ 496 w 800"/>
                <a:gd name="T45" fmla="*/ 35 h 123"/>
                <a:gd name="T46" fmla="*/ 478 w 800"/>
                <a:gd name="T47" fmla="*/ 31 h 123"/>
                <a:gd name="T48" fmla="*/ 459 w 800"/>
                <a:gd name="T49" fmla="*/ 27 h 123"/>
                <a:gd name="T50" fmla="*/ 428 w 800"/>
                <a:gd name="T51" fmla="*/ 27 h 123"/>
                <a:gd name="T52" fmla="*/ 415 w 800"/>
                <a:gd name="T53" fmla="*/ 27 h 123"/>
                <a:gd name="T54" fmla="*/ 406 w 800"/>
                <a:gd name="T55" fmla="*/ 21 h 123"/>
                <a:gd name="T56" fmla="*/ 393 w 800"/>
                <a:gd name="T57" fmla="*/ 20 h 123"/>
                <a:gd name="T58" fmla="*/ 383 w 800"/>
                <a:gd name="T59" fmla="*/ 14 h 123"/>
                <a:gd name="T60" fmla="*/ 378 w 800"/>
                <a:gd name="T61" fmla="*/ 9 h 123"/>
                <a:gd name="T62" fmla="*/ 368 w 800"/>
                <a:gd name="T63" fmla="*/ 7 h 123"/>
                <a:gd name="T64" fmla="*/ 356 w 800"/>
                <a:gd name="T65" fmla="*/ 13 h 123"/>
                <a:gd name="T66" fmla="*/ 343 w 800"/>
                <a:gd name="T67" fmla="*/ 20 h 123"/>
                <a:gd name="T68" fmla="*/ 331 w 800"/>
                <a:gd name="T69" fmla="*/ 26 h 123"/>
                <a:gd name="T70" fmla="*/ 321 w 800"/>
                <a:gd name="T71" fmla="*/ 29 h 123"/>
                <a:gd name="T72" fmla="*/ 302 w 800"/>
                <a:gd name="T73" fmla="*/ 32 h 123"/>
                <a:gd name="T74" fmla="*/ 285 w 800"/>
                <a:gd name="T75" fmla="*/ 38 h 123"/>
                <a:gd name="T76" fmla="*/ 269 w 800"/>
                <a:gd name="T77" fmla="*/ 47 h 123"/>
                <a:gd name="T78" fmla="*/ 246 w 800"/>
                <a:gd name="T79" fmla="*/ 58 h 123"/>
                <a:gd name="T80" fmla="*/ 224 w 800"/>
                <a:gd name="T81" fmla="*/ 56 h 123"/>
                <a:gd name="T82" fmla="*/ 208 w 800"/>
                <a:gd name="T83" fmla="*/ 57 h 123"/>
                <a:gd name="T84" fmla="*/ 188 w 800"/>
                <a:gd name="T85" fmla="*/ 59 h 123"/>
                <a:gd name="T86" fmla="*/ 163 w 800"/>
                <a:gd name="T87" fmla="*/ 58 h 123"/>
                <a:gd name="T88" fmla="*/ 137 w 800"/>
                <a:gd name="T89" fmla="*/ 60 h 123"/>
                <a:gd name="T90" fmla="*/ 119 w 800"/>
                <a:gd name="T91" fmla="*/ 59 h 123"/>
                <a:gd name="T92" fmla="*/ 106 w 800"/>
                <a:gd name="T93" fmla="*/ 62 h 123"/>
                <a:gd name="T94" fmla="*/ 76 w 800"/>
                <a:gd name="T95" fmla="*/ 64 h 123"/>
                <a:gd name="T96" fmla="*/ 56 w 800"/>
                <a:gd name="T97" fmla="*/ 67 h 123"/>
                <a:gd name="T98" fmla="*/ 45 w 800"/>
                <a:gd name="T99" fmla="*/ 61 h 123"/>
                <a:gd name="T100" fmla="*/ 34 w 800"/>
                <a:gd name="T101" fmla="*/ 61 h 123"/>
                <a:gd name="T102" fmla="*/ 26 w 800"/>
                <a:gd name="T103" fmla="*/ 67 h 123"/>
                <a:gd name="T104" fmla="*/ 13 w 800"/>
                <a:gd name="T105" fmla="*/ 72 h 123"/>
                <a:gd name="T106" fmla="*/ 800 w 800"/>
                <a:gd name="T107" fmla="*/ 8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00" h="123">
                  <a:moveTo>
                    <a:pt x="800" y="8"/>
                  </a:moveTo>
                  <a:cubicBezTo>
                    <a:pt x="798" y="8"/>
                    <a:pt x="796" y="6"/>
                    <a:pt x="794" y="5"/>
                  </a:cubicBezTo>
                  <a:cubicBezTo>
                    <a:pt x="794" y="5"/>
                    <a:pt x="794" y="5"/>
                    <a:pt x="794" y="5"/>
                  </a:cubicBezTo>
                  <a:cubicBezTo>
                    <a:pt x="794" y="5"/>
                    <a:pt x="793" y="4"/>
                    <a:pt x="793" y="4"/>
                  </a:cubicBezTo>
                  <a:cubicBezTo>
                    <a:pt x="792" y="4"/>
                    <a:pt x="792" y="4"/>
                    <a:pt x="792" y="4"/>
                  </a:cubicBezTo>
                  <a:cubicBezTo>
                    <a:pt x="791" y="3"/>
                    <a:pt x="790" y="3"/>
                    <a:pt x="789" y="3"/>
                  </a:cubicBezTo>
                  <a:cubicBezTo>
                    <a:pt x="789" y="3"/>
                    <a:pt x="787" y="3"/>
                    <a:pt x="786" y="4"/>
                  </a:cubicBezTo>
                  <a:cubicBezTo>
                    <a:pt x="786" y="4"/>
                    <a:pt x="786" y="5"/>
                    <a:pt x="786" y="5"/>
                  </a:cubicBezTo>
                  <a:cubicBezTo>
                    <a:pt x="785" y="5"/>
                    <a:pt x="785" y="6"/>
                    <a:pt x="785" y="6"/>
                  </a:cubicBezTo>
                  <a:cubicBezTo>
                    <a:pt x="784" y="7"/>
                    <a:pt x="783" y="7"/>
                    <a:pt x="782" y="8"/>
                  </a:cubicBezTo>
                  <a:cubicBezTo>
                    <a:pt x="781" y="8"/>
                    <a:pt x="780" y="8"/>
                    <a:pt x="778" y="8"/>
                  </a:cubicBezTo>
                  <a:cubicBezTo>
                    <a:pt x="777" y="8"/>
                    <a:pt x="776" y="8"/>
                    <a:pt x="775" y="8"/>
                  </a:cubicBezTo>
                  <a:cubicBezTo>
                    <a:pt x="775" y="9"/>
                    <a:pt x="774" y="9"/>
                    <a:pt x="774" y="9"/>
                  </a:cubicBezTo>
                  <a:cubicBezTo>
                    <a:pt x="774" y="9"/>
                    <a:pt x="774" y="9"/>
                    <a:pt x="773" y="9"/>
                  </a:cubicBezTo>
                  <a:cubicBezTo>
                    <a:pt x="773" y="9"/>
                    <a:pt x="773" y="10"/>
                    <a:pt x="773" y="10"/>
                  </a:cubicBezTo>
                  <a:cubicBezTo>
                    <a:pt x="772" y="10"/>
                    <a:pt x="772" y="10"/>
                    <a:pt x="771" y="10"/>
                  </a:cubicBezTo>
                  <a:cubicBezTo>
                    <a:pt x="770" y="11"/>
                    <a:pt x="770" y="11"/>
                    <a:pt x="769" y="12"/>
                  </a:cubicBezTo>
                  <a:cubicBezTo>
                    <a:pt x="769" y="12"/>
                    <a:pt x="768" y="13"/>
                    <a:pt x="768" y="13"/>
                  </a:cubicBezTo>
                  <a:cubicBezTo>
                    <a:pt x="767" y="14"/>
                    <a:pt x="765" y="13"/>
                    <a:pt x="764" y="14"/>
                  </a:cubicBezTo>
                  <a:cubicBezTo>
                    <a:pt x="764" y="14"/>
                    <a:pt x="764" y="14"/>
                    <a:pt x="763" y="14"/>
                  </a:cubicBezTo>
                  <a:cubicBezTo>
                    <a:pt x="763" y="14"/>
                    <a:pt x="762" y="14"/>
                    <a:pt x="761" y="14"/>
                  </a:cubicBezTo>
                  <a:cubicBezTo>
                    <a:pt x="760" y="14"/>
                    <a:pt x="759" y="14"/>
                    <a:pt x="758" y="14"/>
                  </a:cubicBezTo>
                  <a:cubicBezTo>
                    <a:pt x="757" y="15"/>
                    <a:pt x="756" y="15"/>
                    <a:pt x="756" y="16"/>
                  </a:cubicBezTo>
                  <a:cubicBezTo>
                    <a:pt x="755" y="16"/>
                    <a:pt x="754" y="17"/>
                    <a:pt x="753" y="17"/>
                  </a:cubicBezTo>
                  <a:cubicBezTo>
                    <a:pt x="752" y="17"/>
                    <a:pt x="752" y="17"/>
                    <a:pt x="751" y="18"/>
                  </a:cubicBezTo>
                  <a:cubicBezTo>
                    <a:pt x="750" y="19"/>
                    <a:pt x="750" y="19"/>
                    <a:pt x="749" y="20"/>
                  </a:cubicBezTo>
                  <a:cubicBezTo>
                    <a:pt x="748" y="21"/>
                    <a:pt x="747" y="21"/>
                    <a:pt x="746" y="21"/>
                  </a:cubicBezTo>
                  <a:cubicBezTo>
                    <a:pt x="746" y="21"/>
                    <a:pt x="745" y="21"/>
                    <a:pt x="745" y="21"/>
                  </a:cubicBezTo>
                  <a:cubicBezTo>
                    <a:pt x="744" y="21"/>
                    <a:pt x="744" y="20"/>
                    <a:pt x="743" y="20"/>
                  </a:cubicBezTo>
                  <a:cubicBezTo>
                    <a:pt x="743" y="19"/>
                    <a:pt x="742" y="20"/>
                    <a:pt x="742" y="19"/>
                  </a:cubicBezTo>
                  <a:cubicBezTo>
                    <a:pt x="742" y="19"/>
                    <a:pt x="742" y="19"/>
                    <a:pt x="742" y="19"/>
                  </a:cubicBezTo>
                  <a:cubicBezTo>
                    <a:pt x="741" y="18"/>
                    <a:pt x="741" y="18"/>
                    <a:pt x="740" y="18"/>
                  </a:cubicBezTo>
                  <a:cubicBezTo>
                    <a:pt x="739" y="17"/>
                    <a:pt x="739" y="16"/>
                    <a:pt x="738" y="16"/>
                  </a:cubicBezTo>
                  <a:cubicBezTo>
                    <a:pt x="737" y="15"/>
                    <a:pt x="736" y="14"/>
                    <a:pt x="736" y="14"/>
                  </a:cubicBezTo>
                  <a:cubicBezTo>
                    <a:pt x="735" y="14"/>
                    <a:pt x="735" y="14"/>
                    <a:pt x="734" y="14"/>
                  </a:cubicBezTo>
                  <a:cubicBezTo>
                    <a:pt x="734" y="13"/>
                    <a:pt x="734" y="13"/>
                    <a:pt x="734" y="13"/>
                  </a:cubicBezTo>
                  <a:cubicBezTo>
                    <a:pt x="733" y="13"/>
                    <a:pt x="733" y="13"/>
                    <a:pt x="733" y="13"/>
                  </a:cubicBezTo>
                  <a:cubicBezTo>
                    <a:pt x="732" y="13"/>
                    <a:pt x="731" y="12"/>
                    <a:pt x="730" y="11"/>
                  </a:cubicBezTo>
                  <a:cubicBezTo>
                    <a:pt x="730" y="11"/>
                    <a:pt x="729" y="10"/>
                    <a:pt x="728" y="10"/>
                  </a:cubicBezTo>
                  <a:cubicBezTo>
                    <a:pt x="727" y="9"/>
                    <a:pt x="725" y="9"/>
                    <a:pt x="725" y="9"/>
                  </a:cubicBezTo>
                  <a:cubicBezTo>
                    <a:pt x="724" y="8"/>
                    <a:pt x="724" y="8"/>
                    <a:pt x="723" y="8"/>
                  </a:cubicBezTo>
                  <a:cubicBezTo>
                    <a:pt x="722" y="8"/>
                    <a:pt x="722" y="8"/>
                    <a:pt x="721" y="8"/>
                  </a:cubicBezTo>
                  <a:cubicBezTo>
                    <a:pt x="720" y="7"/>
                    <a:pt x="718" y="7"/>
                    <a:pt x="717" y="7"/>
                  </a:cubicBezTo>
                  <a:cubicBezTo>
                    <a:pt x="716" y="8"/>
                    <a:pt x="715" y="7"/>
                    <a:pt x="714" y="7"/>
                  </a:cubicBezTo>
                  <a:cubicBezTo>
                    <a:pt x="714" y="6"/>
                    <a:pt x="712" y="6"/>
                    <a:pt x="712" y="6"/>
                  </a:cubicBezTo>
                  <a:cubicBezTo>
                    <a:pt x="711" y="5"/>
                    <a:pt x="711" y="5"/>
                    <a:pt x="710" y="5"/>
                  </a:cubicBezTo>
                  <a:cubicBezTo>
                    <a:pt x="710" y="5"/>
                    <a:pt x="709" y="5"/>
                    <a:pt x="709" y="4"/>
                  </a:cubicBezTo>
                  <a:cubicBezTo>
                    <a:pt x="708" y="4"/>
                    <a:pt x="708" y="5"/>
                    <a:pt x="707" y="5"/>
                  </a:cubicBezTo>
                  <a:cubicBezTo>
                    <a:pt x="707" y="4"/>
                    <a:pt x="706" y="4"/>
                    <a:pt x="706" y="4"/>
                  </a:cubicBezTo>
                  <a:cubicBezTo>
                    <a:pt x="706" y="4"/>
                    <a:pt x="705" y="4"/>
                    <a:pt x="705" y="4"/>
                  </a:cubicBezTo>
                  <a:cubicBezTo>
                    <a:pt x="705" y="3"/>
                    <a:pt x="704" y="3"/>
                    <a:pt x="704" y="3"/>
                  </a:cubicBezTo>
                  <a:cubicBezTo>
                    <a:pt x="702" y="2"/>
                    <a:pt x="700" y="2"/>
                    <a:pt x="698" y="1"/>
                  </a:cubicBezTo>
                  <a:cubicBezTo>
                    <a:pt x="697" y="1"/>
                    <a:pt x="697" y="1"/>
                    <a:pt x="696" y="1"/>
                  </a:cubicBezTo>
                  <a:cubicBezTo>
                    <a:pt x="695" y="0"/>
                    <a:pt x="695" y="0"/>
                    <a:pt x="695" y="0"/>
                  </a:cubicBezTo>
                  <a:cubicBezTo>
                    <a:pt x="694" y="0"/>
                    <a:pt x="692" y="0"/>
                    <a:pt x="691" y="0"/>
                  </a:cubicBezTo>
                  <a:cubicBezTo>
                    <a:pt x="691" y="1"/>
                    <a:pt x="690" y="1"/>
                    <a:pt x="689" y="2"/>
                  </a:cubicBezTo>
                  <a:cubicBezTo>
                    <a:pt x="688" y="2"/>
                    <a:pt x="688" y="3"/>
                    <a:pt x="687" y="4"/>
                  </a:cubicBezTo>
                  <a:cubicBezTo>
                    <a:pt x="686" y="4"/>
                    <a:pt x="686" y="4"/>
                    <a:pt x="685" y="5"/>
                  </a:cubicBezTo>
                  <a:cubicBezTo>
                    <a:pt x="684" y="5"/>
                    <a:pt x="683" y="6"/>
                    <a:pt x="681" y="6"/>
                  </a:cubicBezTo>
                  <a:cubicBezTo>
                    <a:pt x="681" y="7"/>
                    <a:pt x="680" y="7"/>
                    <a:pt x="679" y="7"/>
                  </a:cubicBezTo>
                  <a:cubicBezTo>
                    <a:pt x="678" y="8"/>
                    <a:pt x="678" y="9"/>
                    <a:pt x="677" y="9"/>
                  </a:cubicBezTo>
                  <a:cubicBezTo>
                    <a:pt x="676" y="9"/>
                    <a:pt x="675" y="10"/>
                    <a:pt x="674" y="10"/>
                  </a:cubicBezTo>
                  <a:cubicBezTo>
                    <a:pt x="673" y="10"/>
                    <a:pt x="671" y="10"/>
                    <a:pt x="670" y="9"/>
                  </a:cubicBezTo>
                  <a:cubicBezTo>
                    <a:pt x="668" y="9"/>
                    <a:pt x="665" y="9"/>
                    <a:pt x="663" y="9"/>
                  </a:cubicBezTo>
                  <a:cubicBezTo>
                    <a:pt x="661" y="9"/>
                    <a:pt x="657" y="9"/>
                    <a:pt x="655" y="9"/>
                  </a:cubicBezTo>
                  <a:cubicBezTo>
                    <a:pt x="653" y="9"/>
                    <a:pt x="651" y="11"/>
                    <a:pt x="649" y="11"/>
                  </a:cubicBezTo>
                  <a:cubicBezTo>
                    <a:pt x="648" y="12"/>
                    <a:pt x="647" y="12"/>
                    <a:pt x="646" y="12"/>
                  </a:cubicBezTo>
                  <a:cubicBezTo>
                    <a:pt x="645" y="13"/>
                    <a:pt x="643" y="13"/>
                    <a:pt x="642" y="13"/>
                  </a:cubicBezTo>
                  <a:cubicBezTo>
                    <a:pt x="639" y="13"/>
                    <a:pt x="635" y="14"/>
                    <a:pt x="632" y="12"/>
                  </a:cubicBezTo>
                  <a:cubicBezTo>
                    <a:pt x="632" y="12"/>
                    <a:pt x="632" y="12"/>
                    <a:pt x="631" y="12"/>
                  </a:cubicBezTo>
                  <a:cubicBezTo>
                    <a:pt x="631" y="11"/>
                    <a:pt x="630" y="12"/>
                    <a:pt x="629" y="12"/>
                  </a:cubicBezTo>
                  <a:cubicBezTo>
                    <a:pt x="628" y="11"/>
                    <a:pt x="627" y="11"/>
                    <a:pt x="626" y="11"/>
                  </a:cubicBezTo>
                  <a:cubicBezTo>
                    <a:pt x="624" y="11"/>
                    <a:pt x="623" y="11"/>
                    <a:pt x="622" y="11"/>
                  </a:cubicBezTo>
                  <a:cubicBezTo>
                    <a:pt x="621" y="11"/>
                    <a:pt x="620" y="11"/>
                    <a:pt x="619" y="12"/>
                  </a:cubicBezTo>
                  <a:cubicBezTo>
                    <a:pt x="616" y="13"/>
                    <a:pt x="613" y="13"/>
                    <a:pt x="610" y="11"/>
                  </a:cubicBezTo>
                  <a:cubicBezTo>
                    <a:pt x="609" y="11"/>
                    <a:pt x="608" y="10"/>
                    <a:pt x="607" y="10"/>
                  </a:cubicBezTo>
                  <a:cubicBezTo>
                    <a:pt x="606" y="9"/>
                    <a:pt x="605" y="9"/>
                    <a:pt x="604" y="9"/>
                  </a:cubicBezTo>
                  <a:cubicBezTo>
                    <a:pt x="603" y="9"/>
                    <a:pt x="603" y="9"/>
                    <a:pt x="603" y="8"/>
                  </a:cubicBezTo>
                  <a:cubicBezTo>
                    <a:pt x="601" y="8"/>
                    <a:pt x="599" y="9"/>
                    <a:pt x="598" y="10"/>
                  </a:cubicBezTo>
                  <a:cubicBezTo>
                    <a:pt x="596" y="11"/>
                    <a:pt x="593" y="11"/>
                    <a:pt x="591" y="11"/>
                  </a:cubicBezTo>
                  <a:cubicBezTo>
                    <a:pt x="590" y="11"/>
                    <a:pt x="589" y="11"/>
                    <a:pt x="588" y="11"/>
                  </a:cubicBezTo>
                  <a:cubicBezTo>
                    <a:pt x="587" y="10"/>
                    <a:pt x="586" y="11"/>
                    <a:pt x="585" y="10"/>
                  </a:cubicBezTo>
                  <a:cubicBezTo>
                    <a:pt x="585" y="10"/>
                    <a:pt x="584" y="9"/>
                    <a:pt x="583" y="9"/>
                  </a:cubicBezTo>
                  <a:cubicBezTo>
                    <a:pt x="582" y="9"/>
                    <a:pt x="581" y="9"/>
                    <a:pt x="580" y="9"/>
                  </a:cubicBezTo>
                  <a:cubicBezTo>
                    <a:pt x="579" y="9"/>
                    <a:pt x="578" y="9"/>
                    <a:pt x="577" y="9"/>
                  </a:cubicBezTo>
                  <a:cubicBezTo>
                    <a:pt x="577" y="9"/>
                    <a:pt x="577" y="9"/>
                    <a:pt x="577" y="9"/>
                  </a:cubicBezTo>
                  <a:cubicBezTo>
                    <a:pt x="576" y="10"/>
                    <a:pt x="575" y="10"/>
                    <a:pt x="575" y="10"/>
                  </a:cubicBezTo>
                  <a:cubicBezTo>
                    <a:pt x="573" y="11"/>
                    <a:pt x="572" y="12"/>
                    <a:pt x="571" y="12"/>
                  </a:cubicBezTo>
                  <a:cubicBezTo>
                    <a:pt x="569" y="13"/>
                    <a:pt x="568" y="13"/>
                    <a:pt x="567" y="14"/>
                  </a:cubicBezTo>
                  <a:cubicBezTo>
                    <a:pt x="566" y="15"/>
                    <a:pt x="565" y="15"/>
                    <a:pt x="565" y="16"/>
                  </a:cubicBezTo>
                  <a:cubicBezTo>
                    <a:pt x="564" y="16"/>
                    <a:pt x="563" y="17"/>
                    <a:pt x="562" y="18"/>
                  </a:cubicBezTo>
                  <a:cubicBezTo>
                    <a:pt x="561" y="19"/>
                    <a:pt x="560" y="20"/>
                    <a:pt x="559" y="20"/>
                  </a:cubicBezTo>
                  <a:cubicBezTo>
                    <a:pt x="558" y="21"/>
                    <a:pt x="557" y="21"/>
                    <a:pt x="555" y="20"/>
                  </a:cubicBezTo>
                  <a:cubicBezTo>
                    <a:pt x="555" y="20"/>
                    <a:pt x="554" y="20"/>
                    <a:pt x="554" y="20"/>
                  </a:cubicBezTo>
                  <a:cubicBezTo>
                    <a:pt x="553" y="20"/>
                    <a:pt x="552" y="20"/>
                    <a:pt x="551" y="20"/>
                  </a:cubicBezTo>
                  <a:cubicBezTo>
                    <a:pt x="549" y="20"/>
                    <a:pt x="548" y="20"/>
                    <a:pt x="547" y="21"/>
                  </a:cubicBezTo>
                  <a:cubicBezTo>
                    <a:pt x="545" y="21"/>
                    <a:pt x="543" y="22"/>
                    <a:pt x="541" y="22"/>
                  </a:cubicBezTo>
                  <a:cubicBezTo>
                    <a:pt x="540" y="22"/>
                    <a:pt x="539" y="22"/>
                    <a:pt x="537" y="22"/>
                  </a:cubicBezTo>
                  <a:cubicBezTo>
                    <a:pt x="536" y="21"/>
                    <a:pt x="536" y="21"/>
                    <a:pt x="535" y="21"/>
                  </a:cubicBezTo>
                  <a:cubicBezTo>
                    <a:pt x="534" y="21"/>
                    <a:pt x="533" y="21"/>
                    <a:pt x="532" y="21"/>
                  </a:cubicBezTo>
                  <a:cubicBezTo>
                    <a:pt x="532" y="21"/>
                    <a:pt x="531" y="21"/>
                    <a:pt x="531" y="21"/>
                  </a:cubicBezTo>
                  <a:cubicBezTo>
                    <a:pt x="530" y="21"/>
                    <a:pt x="529" y="22"/>
                    <a:pt x="528" y="22"/>
                  </a:cubicBezTo>
                  <a:cubicBezTo>
                    <a:pt x="528" y="22"/>
                    <a:pt x="527" y="22"/>
                    <a:pt x="526" y="22"/>
                  </a:cubicBezTo>
                  <a:cubicBezTo>
                    <a:pt x="525" y="22"/>
                    <a:pt x="525" y="22"/>
                    <a:pt x="524" y="22"/>
                  </a:cubicBezTo>
                  <a:cubicBezTo>
                    <a:pt x="522" y="23"/>
                    <a:pt x="520" y="23"/>
                    <a:pt x="518" y="23"/>
                  </a:cubicBezTo>
                  <a:cubicBezTo>
                    <a:pt x="517" y="22"/>
                    <a:pt x="516" y="22"/>
                    <a:pt x="515" y="23"/>
                  </a:cubicBezTo>
                  <a:cubicBezTo>
                    <a:pt x="514" y="24"/>
                    <a:pt x="514" y="24"/>
                    <a:pt x="513" y="25"/>
                  </a:cubicBezTo>
                  <a:cubicBezTo>
                    <a:pt x="513" y="25"/>
                    <a:pt x="512" y="25"/>
                    <a:pt x="512" y="25"/>
                  </a:cubicBezTo>
                  <a:cubicBezTo>
                    <a:pt x="511" y="26"/>
                    <a:pt x="510" y="26"/>
                    <a:pt x="508" y="26"/>
                  </a:cubicBezTo>
                  <a:cubicBezTo>
                    <a:pt x="507" y="27"/>
                    <a:pt x="505" y="28"/>
                    <a:pt x="504" y="29"/>
                  </a:cubicBezTo>
                  <a:cubicBezTo>
                    <a:pt x="504" y="29"/>
                    <a:pt x="503" y="29"/>
                    <a:pt x="503" y="30"/>
                  </a:cubicBezTo>
                  <a:cubicBezTo>
                    <a:pt x="502" y="30"/>
                    <a:pt x="502" y="30"/>
                    <a:pt x="501" y="31"/>
                  </a:cubicBezTo>
                  <a:cubicBezTo>
                    <a:pt x="501" y="32"/>
                    <a:pt x="500" y="32"/>
                    <a:pt x="499" y="33"/>
                  </a:cubicBezTo>
                  <a:cubicBezTo>
                    <a:pt x="499" y="34"/>
                    <a:pt x="499" y="34"/>
                    <a:pt x="498" y="35"/>
                  </a:cubicBezTo>
                  <a:cubicBezTo>
                    <a:pt x="497" y="36"/>
                    <a:pt x="497" y="35"/>
                    <a:pt x="496" y="35"/>
                  </a:cubicBezTo>
                  <a:cubicBezTo>
                    <a:pt x="495" y="36"/>
                    <a:pt x="495" y="36"/>
                    <a:pt x="494" y="36"/>
                  </a:cubicBezTo>
                  <a:cubicBezTo>
                    <a:pt x="493" y="36"/>
                    <a:pt x="492" y="36"/>
                    <a:pt x="491" y="36"/>
                  </a:cubicBezTo>
                  <a:cubicBezTo>
                    <a:pt x="490" y="35"/>
                    <a:pt x="489" y="34"/>
                    <a:pt x="488" y="34"/>
                  </a:cubicBezTo>
                  <a:cubicBezTo>
                    <a:pt x="486" y="34"/>
                    <a:pt x="485" y="33"/>
                    <a:pt x="483" y="32"/>
                  </a:cubicBezTo>
                  <a:cubicBezTo>
                    <a:pt x="481" y="32"/>
                    <a:pt x="480" y="31"/>
                    <a:pt x="478" y="31"/>
                  </a:cubicBezTo>
                  <a:cubicBezTo>
                    <a:pt x="476" y="30"/>
                    <a:pt x="474" y="29"/>
                    <a:pt x="472" y="29"/>
                  </a:cubicBezTo>
                  <a:cubicBezTo>
                    <a:pt x="471" y="29"/>
                    <a:pt x="470" y="29"/>
                    <a:pt x="469" y="29"/>
                  </a:cubicBezTo>
                  <a:cubicBezTo>
                    <a:pt x="468" y="28"/>
                    <a:pt x="466" y="28"/>
                    <a:pt x="465" y="28"/>
                  </a:cubicBezTo>
                  <a:cubicBezTo>
                    <a:pt x="464" y="28"/>
                    <a:pt x="464" y="27"/>
                    <a:pt x="463" y="27"/>
                  </a:cubicBezTo>
                  <a:cubicBezTo>
                    <a:pt x="462" y="27"/>
                    <a:pt x="460" y="27"/>
                    <a:pt x="459" y="27"/>
                  </a:cubicBezTo>
                  <a:cubicBezTo>
                    <a:pt x="458" y="27"/>
                    <a:pt x="458" y="27"/>
                    <a:pt x="457" y="26"/>
                  </a:cubicBezTo>
                  <a:cubicBezTo>
                    <a:pt x="456" y="26"/>
                    <a:pt x="455" y="27"/>
                    <a:pt x="454" y="27"/>
                  </a:cubicBezTo>
                  <a:cubicBezTo>
                    <a:pt x="447" y="27"/>
                    <a:pt x="441" y="27"/>
                    <a:pt x="435" y="27"/>
                  </a:cubicBezTo>
                  <a:cubicBezTo>
                    <a:pt x="434" y="27"/>
                    <a:pt x="434" y="26"/>
                    <a:pt x="433" y="27"/>
                  </a:cubicBezTo>
                  <a:cubicBezTo>
                    <a:pt x="432" y="27"/>
                    <a:pt x="429" y="26"/>
                    <a:pt x="428" y="27"/>
                  </a:cubicBezTo>
                  <a:cubicBezTo>
                    <a:pt x="428" y="27"/>
                    <a:pt x="428" y="27"/>
                    <a:pt x="428" y="27"/>
                  </a:cubicBezTo>
                  <a:cubicBezTo>
                    <a:pt x="427" y="28"/>
                    <a:pt x="427" y="27"/>
                    <a:pt x="427" y="27"/>
                  </a:cubicBezTo>
                  <a:cubicBezTo>
                    <a:pt x="426" y="28"/>
                    <a:pt x="425" y="28"/>
                    <a:pt x="423" y="28"/>
                  </a:cubicBezTo>
                  <a:cubicBezTo>
                    <a:pt x="421" y="28"/>
                    <a:pt x="419" y="28"/>
                    <a:pt x="417" y="28"/>
                  </a:cubicBezTo>
                  <a:cubicBezTo>
                    <a:pt x="416" y="28"/>
                    <a:pt x="415" y="27"/>
                    <a:pt x="415" y="27"/>
                  </a:cubicBezTo>
                  <a:cubicBezTo>
                    <a:pt x="414" y="26"/>
                    <a:pt x="415" y="26"/>
                    <a:pt x="414" y="26"/>
                  </a:cubicBezTo>
                  <a:cubicBezTo>
                    <a:pt x="414" y="25"/>
                    <a:pt x="414" y="25"/>
                    <a:pt x="413" y="25"/>
                  </a:cubicBezTo>
                  <a:cubicBezTo>
                    <a:pt x="412" y="24"/>
                    <a:pt x="411" y="24"/>
                    <a:pt x="410" y="23"/>
                  </a:cubicBezTo>
                  <a:cubicBezTo>
                    <a:pt x="409" y="22"/>
                    <a:pt x="409" y="22"/>
                    <a:pt x="408" y="22"/>
                  </a:cubicBezTo>
                  <a:cubicBezTo>
                    <a:pt x="408" y="22"/>
                    <a:pt x="407" y="21"/>
                    <a:pt x="406" y="21"/>
                  </a:cubicBezTo>
                  <a:cubicBezTo>
                    <a:pt x="405" y="22"/>
                    <a:pt x="404" y="22"/>
                    <a:pt x="403" y="22"/>
                  </a:cubicBezTo>
                  <a:cubicBezTo>
                    <a:pt x="402" y="22"/>
                    <a:pt x="401" y="22"/>
                    <a:pt x="401" y="21"/>
                  </a:cubicBezTo>
                  <a:cubicBezTo>
                    <a:pt x="399" y="21"/>
                    <a:pt x="398" y="20"/>
                    <a:pt x="397" y="20"/>
                  </a:cubicBezTo>
                  <a:cubicBezTo>
                    <a:pt x="396" y="19"/>
                    <a:pt x="395" y="19"/>
                    <a:pt x="394" y="19"/>
                  </a:cubicBezTo>
                  <a:cubicBezTo>
                    <a:pt x="393" y="19"/>
                    <a:pt x="393" y="20"/>
                    <a:pt x="393" y="20"/>
                  </a:cubicBezTo>
                  <a:cubicBezTo>
                    <a:pt x="392" y="20"/>
                    <a:pt x="392" y="20"/>
                    <a:pt x="391" y="20"/>
                  </a:cubicBezTo>
                  <a:cubicBezTo>
                    <a:pt x="390" y="20"/>
                    <a:pt x="389" y="19"/>
                    <a:pt x="389" y="19"/>
                  </a:cubicBezTo>
                  <a:cubicBezTo>
                    <a:pt x="388" y="19"/>
                    <a:pt x="387" y="18"/>
                    <a:pt x="387" y="18"/>
                  </a:cubicBezTo>
                  <a:cubicBezTo>
                    <a:pt x="386" y="18"/>
                    <a:pt x="386" y="18"/>
                    <a:pt x="386" y="17"/>
                  </a:cubicBezTo>
                  <a:cubicBezTo>
                    <a:pt x="385" y="16"/>
                    <a:pt x="384" y="15"/>
                    <a:pt x="383" y="14"/>
                  </a:cubicBezTo>
                  <a:cubicBezTo>
                    <a:pt x="383" y="14"/>
                    <a:pt x="383" y="14"/>
                    <a:pt x="383" y="13"/>
                  </a:cubicBezTo>
                  <a:cubicBezTo>
                    <a:pt x="382" y="13"/>
                    <a:pt x="382" y="13"/>
                    <a:pt x="382" y="12"/>
                  </a:cubicBezTo>
                  <a:cubicBezTo>
                    <a:pt x="381" y="12"/>
                    <a:pt x="381" y="12"/>
                    <a:pt x="381" y="11"/>
                  </a:cubicBezTo>
                  <a:cubicBezTo>
                    <a:pt x="380" y="11"/>
                    <a:pt x="380" y="11"/>
                    <a:pt x="379" y="11"/>
                  </a:cubicBezTo>
                  <a:cubicBezTo>
                    <a:pt x="379" y="10"/>
                    <a:pt x="378" y="10"/>
                    <a:pt x="378" y="9"/>
                  </a:cubicBezTo>
                  <a:cubicBezTo>
                    <a:pt x="377" y="9"/>
                    <a:pt x="376" y="9"/>
                    <a:pt x="376" y="9"/>
                  </a:cubicBezTo>
                  <a:cubicBezTo>
                    <a:pt x="375" y="8"/>
                    <a:pt x="375" y="8"/>
                    <a:pt x="374" y="8"/>
                  </a:cubicBezTo>
                  <a:cubicBezTo>
                    <a:pt x="374" y="7"/>
                    <a:pt x="373" y="8"/>
                    <a:pt x="373" y="7"/>
                  </a:cubicBezTo>
                  <a:cubicBezTo>
                    <a:pt x="372" y="7"/>
                    <a:pt x="371" y="6"/>
                    <a:pt x="369" y="7"/>
                  </a:cubicBezTo>
                  <a:cubicBezTo>
                    <a:pt x="369" y="7"/>
                    <a:pt x="369" y="7"/>
                    <a:pt x="368" y="7"/>
                  </a:cubicBezTo>
                  <a:cubicBezTo>
                    <a:pt x="368" y="8"/>
                    <a:pt x="368" y="8"/>
                    <a:pt x="367" y="8"/>
                  </a:cubicBezTo>
                  <a:cubicBezTo>
                    <a:pt x="367" y="9"/>
                    <a:pt x="366" y="10"/>
                    <a:pt x="365" y="10"/>
                  </a:cubicBezTo>
                  <a:cubicBezTo>
                    <a:pt x="364" y="10"/>
                    <a:pt x="362" y="10"/>
                    <a:pt x="361" y="11"/>
                  </a:cubicBezTo>
                  <a:cubicBezTo>
                    <a:pt x="360" y="11"/>
                    <a:pt x="359" y="12"/>
                    <a:pt x="358" y="12"/>
                  </a:cubicBezTo>
                  <a:cubicBezTo>
                    <a:pt x="357" y="13"/>
                    <a:pt x="357" y="13"/>
                    <a:pt x="356" y="13"/>
                  </a:cubicBezTo>
                  <a:cubicBezTo>
                    <a:pt x="354" y="13"/>
                    <a:pt x="354" y="14"/>
                    <a:pt x="352" y="14"/>
                  </a:cubicBezTo>
                  <a:cubicBezTo>
                    <a:pt x="350" y="15"/>
                    <a:pt x="349" y="17"/>
                    <a:pt x="347" y="18"/>
                  </a:cubicBezTo>
                  <a:cubicBezTo>
                    <a:pt x="347" y="18"/>
                    <a:pt x="346" y="18"/>
                    <a:pt x="346" y="19"/>
                  </a:cubicBezTo>
                  <a:cubicBezTo>
                    <a:pt x="345" y="19"/>
                    <a:pt x="345" y="19"/>
                    <a:pt x="344" y="20"/>
                  </a:cubicBezTo>
                  <a:cubicBezTo>
                    <a:pt x="344" y="20"/>
                    <a:pt x="343" y="20"/>
                    <a:pt x="343" y="20"/>
                  </a:cubicBezTo>
                  <a:cubicBezTo>
                    <a:pt x="342" y="21"/>
                    <a:pt x="341" y="21"/>
                    <a:pt x="340" y="22"/>
                  </a:cubicBezTo>
                  <a:cubicBezTo>
                    <a:pt x="339" y="22"/>
                    <a:pt x="339" y="22"/>
                    <a:pt x="338" y="22"/>
                  </a:cubicBezTo>
                  <a:cubicBezTo>
                    <a:pt x="337" y="23"/>
                    <a:pt x="337" y="23"/>
                    <a:pt x="336" y="24"/>
                  </a:cubicBezTo>
                  <a:cubicBezTo>
                    <a:pt x="335" y="24"/>
                    <a:pt x="334" y="24"/>
                    <a:pt x="333" y="24"/>
                  </a:cubicBezTo>
                  <a:cubicBezTo>
                    <a:pt x="332" y="25"/>
                    <a:pt x="332" y="25"/>
                    <a:pt x="331" y="26"/>
                  </a:cubicBezTo>
                  <a:cubicBezTo>
                    <a:pt x="329" y="26"/>
                    <a:pt x="328" y="26"/>
                    <a:pt x="326" y="27"/>
                  </a:cubicBezTo>
                  <a:cubicBezTo>
                    <a:pt x="326" y="27"/>
                    <a:pt x="326" y="27"/>
                    <a:pt x="325" y="28"/>
                  </a:cubicBezTo>
                  <a:cubicBezTo>
                    <a:pt x="324" y="28"/>
                    <a:pt x="324" y="28"/>
                    <a:pt x="323" y="28"/>
                  </a:cubicBezTo>
                  <a:cubicBezTo>
                    <a:pt x="323" y="28"/>
                    <a:pt x="322" y="29"/>
                    <a:pt x="322" y="29"/>
                  </a:cubicBezTo>
                  <a:cubicBezTo>
                    <a:pt x="322" y="29"/>
                    <a:pt x="321" y="29"/>
                    <a:pt x="321" y="29"/>
                  </a:cubicBezTo>
                  <a:cubicBezTo>
                    <a:pt x="320" y="30"/>
                    <a:pt x="319" y="30"/>
                    <a:pt x="318" y="29"/>
                  </a:cubicBezTo>
                  <a:cubicBezTo>
                    <a:pt x="316" y="29"/>
                    <a:pt x="314" y="29"/>
                    <a:pt x="312" y="29"/>
                  </a:cubicBezTo>
                  <a:cubicBezTo>
                    <a:pt x="310" y="30"/>
                    <a:pt x="308" y="31"/>
                    <a:pt x="307" y="31"/>
                  </a:cubicBezTo>
                  <a:cubicBezTo>
                    <a:pt x="306" y="31"/>
                    <a:pt x="306" y="32"/>
                    <a:pt x="305" y="32"/>
                  </a:cubicBezTo>
                  <a:cubicBezTo>
                    <a:pt x="304" y="31"/>
                    <a:pt x="303" y="32"/>
                    <a:pt x="302" y="32"/>
                  </a:cubicBezTo>
                  <a:cubicBezTo>
                    <a:pt x="299" y="33"/>
                    <a:pt x="296" y="33"/>
                    <a:pt x="293" y="34"/>
                  </a:cubicBezTo>
                  <a:cubicBezTo>
                    <a:pt x="292" y="35"/>
                    <a:pt x="291" y="35"/>
                    <a:pt x="290" y="35"/>
                  </a:cubicBezTo>
                  <a:cubicBezTo>
                    <a:pt x="289" y="36"/>
                    <a:pt x="289" y="36"/>
                    <a:pt x="288" y="36"/>
                  </a:cubicBezTo>
                  <a:cubicBezTo>
                    <a:pt x="288" y="37"/>
                    <a:pt x="287" y="36"/>
                    <a:pt x="287" y="37"/>
                  </a:cubicBezTo>
                  <a:cubicBezTo>
                    <a:pt x="286" y="37"/>
                    <a:pt x="286" y="38"/>
                    <a:pt x="285" y="38"/>
                  </a:cubicBezTo>
                  <a:cubicBezTo>
                    <a:pt x="284" y="39"/>
                    <a:pt x="283" y="39"/>
                    <a:pt x="282" y="40"/>
                  </a:cubicBezTo>
                  <a:cubicBezTo>
                    <a:pt x="281" y="40"/>
                    <a:pt x="280" y="41"/>
                    <a:pt x="279" y="41"/>
                  </a:cubicBezTo>
                  <a:cubicBezTo>
                    <a:pt x="277" y="42"/>
                    <a:pt x="274" y="43"/>
                    <a:pt x="273" y="45"/>
                  </a:cubicBezTo>
                  <a:cubicBezTo>
                    <a:pt x="272" y="45"/>
                    <a:pt x="271" y="45"/>
                    <a:pt x="271" y="45"/>
                  </a:cubicBezTo>
                  <a:cubicBezTo>
                    <a:pt x="270" y="46"/>
                    <a:pt x="270" y="46"/>
                    <a:pt x="269" y="47"/>
                  </a:cubicBezTo>
                  <a:cubicBezTo>
                    <a:pt x="269" y="47"/>
                    <a:pt x="268" y="47"/>
                    <a:pt x="267" y="48"/>
                  </a:cubicBezTo>
                  <a:cubicBezTo>
                    <a:pt x="267" y="48"/>
                    <a:pt x="266" y="49"/>
                    <a:pt x="265" y="49"/>
                  </a:cubicBezTo>
                  <a:cubicBezTo>
                    <a:pt x="263" y="50"/>
                    <a:pt x="261" y="52"/>
                    <a:pt x="258" y="54"/>
                  </a:cubicBezTo>
                  <a:cubicBezTo>
                    <a:pt x="256" y="55"/>
                    <a:pt x="254" y="56"/>
                    <a:pt x="252" y="58"/>
                  </a:cubicBezTo>
                  <a:cubicBezTo>
                    <a:pt x="250" y="59"/>
                    <a:pt x="247" y="60"/>
                    <a:pt x="246" y="58"/>
                  </a:cubicBezTo>
                  <a:cubicBezTo>
                    <a:pt x="245" y="58"/>
                    <a:pt x="245" y="57"/>
                    <a:pt x="244" y="57"/>
                  </a:cubicBezTo>
                  <a:cubicBezTo>
                    <a:pt x="244" y="57"/>
                    <a:pt x="243" y="57"/>
                    <a:pt x="243" y="56"/>
                  </a:cubicBezTo>
                  <a:cubicBezTo>
                    <a:pt x="241" y="56"/>
                    <a:pt x="239" y="57"/>
                    <a:pt x="238" y="57"/>
                  </a:cubicBezTo>
                  <a:cubicBezTo>
                    <a:pt x="235" y="57"/>
                    <a:pt x="232" y="57"/>
                    <a:pt x="229" y="56"/>
                  </a:cubicBezTo>
                  <a:cubicBezTo>
                    <a:pt x="227" y="56"/>
                    <a:pt x="226" y="56"/>
                    <a:pt x="224" y="56"/>
                  </a:cubicBezTo>
                  <a:cubicBezTo>
                    <a:pt x="223" y="56"/>
                    <a:pt x="222" y="56"/>
                    <a:pt x="222" y="56"/>
                  </a:cubicBezTo>
                  <a:cubicBezTo>
                    <a:pt x="221" y="56"/>
                    <a:pt x="220" y="56"/>
                    <a:pt x="219" y="57"/>
                  </a:cubicBezTo>
                  <a:cubicBezTo>
                    <a:pt x="218" y="57"/>
                    <a:pt x="216" y="57"/>
                    <a:pt x="215" y="57"/>
                  </a:cubicBezTo>
                  <a:cubicBezTo>
                    <a:pt x="213" y="57"/>
                    <a:pt x="212" y="57"/>
                    <a:pt x="210" y="57"/>
                  </a:cubicBezTo>
                  <a:cubicBezTo>
                    <a:pt x="210" y="57"/>
                    <a:pt x="209" y="57"/>
                    <a:pt x="208" y="57"/>
                  </a:cubicBezTo>
                  <a:cubicBezTo>
                    <a:pt x="207" y="57"/>
                    <a:pt x="206" y="58"/>
                    <a:pt x="205" y="58"/>
                  </a:cubicBezTo>
                  <a:cubicBezTo>
                    <a:pt x="203" y="57"/>
                    <a:pt x="202" y="58"/>
                    <a:pt x="200" y="58"/>
                  </a:cubicBezTo>
                  <a:cubicBezTo>
                    <a:pt x="198" y="58"/>
                    <a:pt x="197" y="58"/>
                    <a:pt x="196" y="58"/>
                  </a:cubicBezTo>
                  <a:cubicBezTo>
                    <a:pt x="195" y="58"/>
                    <a:pt x="193" y="58"/>
                    <a:pt x="192" y="58"/>
                  </a:cubicBezTo>
                  <a:cubicBezTo>
                    <a:pt x="190" y="58"/>
                    <a:pt x="189" y="59"/>
                    <a:pt x="188" y="59"/>
                  </a:cubicBezTo>
                  <a:cubicBezTo>
                    <a:pt x="187" y="60"/>
                    <a:pt x="186" y="61"/>
                    <a:pt x="186" y="62"/>
                  </a:cubicBezTo>
                  <a:cubicBezTo>
                    <a:pt x="183" y="64"/>
                    <a:pt x="181" y="60"/>
                    <a:pt x="179" y="59"/>
                  </a:cubicBezTo>
                  <a:cubicBezTo>
                    <a:pt x="177" y="57"/>
                    <a:pt x="174" y="56"/>
                    <a:pt x="171" y="56"/>
                  </a:cubicBezTo>
                  <a:cubicBezTo>
                    <a:pt x="169" y="56"/>
                    <a:pt x="168" y="55"/>
                    <a:pt x="167" y="56"/>
                  </a:cubicBezTo>
                  <a:cubicBezTo>
                    <a:pt x="165" y="56"/>
                    <a:pt x="164" y="57"/>
                    <a:pt x="163" y="58"/>
                  </a:cubicBezTo>
                  <a:cubicBezTo>
                    <a:pt x="162" y="58"/>
                    <a:pt x="160" y="59"/>
                    <a:pt x="158" y="59"/>
                  </a:cubicBezTo>
                  <a:cubicBezTo>
                    <a:pt x="157" y="58"/>
                    <a:pt x="156" y="59"/>
                    <a:pt x="154" y="59"/>
                  </a:cubicBezTo>
                  <a:cubicBezTo>
                    <a:pt x="152" y="60"/>
                    <a:pt x="151" y="60"/>
                    <a:pt x="150" y="60"/>
                  </a:cubicBezTo>
                  <a:cubicBezTo>
                    <a:pt x="148" y="59"/>
                    <a:pt x="145" y="60"/>
                    <a:pt x="143" y="60"/>
                  </a:cubicBezTo>
                  <a:cubicBezTo>
                    <a:pt x="141" y="60"/>
                    <a:pt x="139" y="60"/>
                    <a:pt x="137" y="60"/>
                  </a:cubicBezTo>
                  <a:cubicBezTo>
                    <a:pt x="136" y="59"/>
                    <a:pt x="134" y="60"/>
                    <a:pt x="133" y="60"/>
                  </a:cubicBezTo>
                  <a:cubicBezTo>
                    <a:pt x="131" y="60"/>
                    <a:pt x="129" y="61"/>
                    <a:pt x="128" y="61"/>
                  </a:cubicBezTo>
                  <a:cubicBezTo>
                    <a:pt x="126" y="61"/>
                    <a:pt x="125" y="60"/>
                    <a:pt x="123" y="60"/>
                  </a:cubicBezTo>
                  <a:cubicBezTo>
                    <a:pt x="122" y="59"/>
                    <a:pt x="121" y="60"/>
                    <a:pt x="120" y="60"/>
                  </a:cubicBezTo>
                  <a:cubicBezTo>
                    <a:pt x="120" y="59"/>
                    <a:pt x="120" y="59"/>
                    <a:pt x="119" y="59"/>
                  </a:cubicBezTo>
                  <a:cubicBezTo>
                    <a:pt x="118" y="59"/>
                    <a:pt x="116" y="59"/>
                    <a:pt x="115" y="59"/>
                  </a:cubicBezTo>
                  <a:cubicBezTo>
                    <a:pt x="114" y="59"/>
                    <a:pt x="114" y="59"/>
                    <a:pt x="113" y="59"/>
                  </a:cubicBezTo>
                  <a:cubicBezTo>
                    <a:pt x="112" y="60"/>
                    <a:pt x="111" y="59"/>
                    <a:pt x="110" y="60"/>
                  </a:cubicBezTo>
                  <a:cubicBezTo>
                    <a:pt x="110" y="60"/>
                    <a:pt x="109" y="60"/>
                    <a:pt x="108" y="61"/>
                  </a:cubicBezTo>
                  <a:cubicBezTo>
                    <a:pt x="107" y="62"/>
                    <a:pt x="108" y="62"/>
                    <a:pt x="106" y="62"/>
                  </a:cubicBezTo>
                  <a:cubicBezTo>
                    <a:pt x="105" y="62"/>
                    <a:pt x="104" y="62"/>
                    <a:pt x="103" y="63"/>
                  </a:cubicBezTo>
                  <a:cubicBezTo>
                    <a:pt x="100" y="63"/>
                    <a:pt x="96" y="63"/>
                    <a:pt x="92" y="63"/>
                  </a:cubicBezTo>
                  <a:cubicBezTo>
                    <a:pt x="89" y="62"/>
                    <a:pt x="87" y="63"/>
                    <a:pt x="84" y="64"/>
                  </a:cubicBezTo>
                  <a:cubicBezTo>
                    <a:pt x="83" y="65"/>
                    <a:pt x="82" y="65"/>
                    <a:pt x="81" y="65"/>
                  </a:cubicBezTo>
                  <a:cubicBezTo>
                    <a:pt x="79" y="65"/>
                    <a:pt x="78" y="64"/>
                    <a:pt x="76" y="64"/>
                  </a:cubicBezTo>
                  <a:cubicBezTo>
                    <a:pt x="75" y="64"/>
                    <a:pt x="73" y="64"/>
                    <a:pt x="71" y="64"/>
                  </a:cubicBezTo>
                  <a:cubicBezTo>
                    <a:pt x="69" y="64"/>
                    <a:pt x="68" y="65"/>
                    <a:pt x="66" y="65"/>
                  </a:cubicBezTo>
                  <a:cubicBezTo>
                    <a:pt x="65" y="66"/>
                    <a:pt x="63" y="66"/>
                    <a:pt x="62" y="67"/>
                  </a:cubicBezTo>
                  <a:cubicBezTo>
                    <a:pt x="61" y="68"/>
                    <a:pt x="60" y="68"/>
                    <a:pt x="59" y="68"/>
                  </a:cubicBezTo>
                  <a:cubicBezTo>
                    <a:pt x="58" y="67"/>
                    <a:pt x="57" y="68"/>
                    <a:pt x="56" y="67"/>
                  </a:cubicBezTo>
                  <a:cubicBezTo>
                    <a:pt x="56" y="67"/>
                    <a:pt x="55" y="66"/>
                    <a:pt x="55" y="66"/>
                  </a:cubicBezTo>
                  <a:cubicBezTo>
                    <a:pt x="55" y="65"/>
                    <a:pt x="55" y="64"/>
                    <a:pt x="54" y="64"/>
                  </a:cubicBezTo>
                  <a:cubicBezTo>
                    <a:pt x="53" y="63"/>
                    <a:pt x="52" y="62"/>
                    <a:pt x="50" y="62"/>
                  </a:cubicBezTo>
                  <a:cubicBezTo>
                    <a:pt x="49" y="62"/>
                    <a:pt x="48" y="61"/>
                    <a:pt x="47" y="61"/>
                  </a:cubicBezTo>
                  <a:cubicBezTo>
                    <a:pt x="47" y="61"/>
                    <a:pt x="46" y="61"/>
                    <a:pt x="45" y="61"/>
                  </a:cubicBezTo>
                  <a:cubicBezTo>
                    <a:pt x="45" y="61"/>
                    <a:pt x="45" y="61"/>
                    <a:pt x="44" y="60"/>
                  </a:cubicBezTo>
                  <a:cubicBezTo>
                    <a:pt x="43" y="60"/>
                    <a:pt x="42" y="60"/>
                    <a:pt x="41" y="59"/>
                  </a:cubicBezTo>
                  <a:cubicBezTo>
                    <a:pt x="40" y="59"/>
                    <a:pt x="39" y="59"/>
                    <a:pt x="38" y="59"/>
                  </a:cubicBezTo>
                  <a:cubicBezTo>
                    <a:pt x="37" y="60"/>
                    <a:pt x="37" y="60"/>
                    <a:pt x="36" y="61"/>
                  </a:cubicBezTo>
                  <a:cubicBezTo>
                    <a:pt x="36" y="61"/>
                    <a:pt x="35" y="61"/>
                    <a:pt x="34" y="61"/>
                  </a:cubicBezTo>
                  <a:cubicBezTo>
                    <a:pt x="34" y="62"/>
                    <a:pt x="34" y="62"/>
                    <a:pt x="33" y="63"/>
                  </a:cubicBezTo>
                  <a:cubicBezTo>
                    <a:pt x="33" y="63"/>
                    <a:pt x="33" y="63"/>
                    <a:pt x="33" y="64"/>
                  </a:cubicBezTo>
                  <a:cubicBezTo>
                    <a:pt x="32" y="64"/>
                    <a:pt x="32" y="65"/>
                    <a:pt x="32" y="65"/>
                  </a:cubicBezTo>
                  <a:cubicBezTo>
                    <a:pt x="31" y="65"/>
                    <a:pt x="30" y="66"/>
                    <a:pt x="29" y="66"/>
                  </a:cubicBezTo>
                  <a:cubicBezTo>
                    <a:pt x="28" y="66"/>
                    <a:pt x="27" y="66"/>
                    <a:pt x="26" y="67"/>
                  </a:cubicBezTo>
                  <a:cubicBezTo>
                    <a:pt x="25" y="68"/>
                    <a:pt x="25" y="69"/>
                    <a:pt x="24" y="69"/>
                  </a:cubicBezTo>
                  <a:cubicBezTo>
                    <a:pt x="24" y="70"/>
                    <a:pt x="23" y="70"/>
                    <a:pt x="22" y="71"/>
                  </a:cubicBezTo>
                  <a:cubicBezTo>
                    <a:pt x="22" y="71"/>
                    <a:pt x="21" y="71"/>
                    <a:pt x="21" y="72"/>
                  </a:cubicBezTo>
                  <a:cubicBezTo>
                    <a:pt x="20" y="73"/>
                    <a:pt x="19" y="73"/>
                    <a:pt x="17" y="73"/>
                  </a:cubicBezTo>
                  <a:cubicBezTo>
                    <a:pt x="15" y="73"/>
                    <a:pt x="15" y="73"/>
                    <a:pt x="13" y="72"/>
                  </a:cubicBezTo>
                  <a:cubicBezTo>
                    <a:pt x="12" y="71"/>
                    <a:pt x="10" y="72"/>
                    <a:pt x="8" y="72"/>
                  </a:cubicBezTo>
                  <a:cubicBezTo>
                    <a:pt x="6" y="72"/>
                    <a:pt x="2" y="72"/>
                    <a:pt x="0" y="72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800" y="123"/>
                    <a:pt x="800" y="123"/>
                    <a:pt x="800" y="123"/>
                  </a:cubicBezTo>
                  <a:lnTo>
                    <a:pt x="800" y="8"/>
                  </a:lnTo>
                  <a:close/>
                </a:path>
              </a:pathLst>
            </a:custGeom>
            <a:solidFill>
              <a:srgbClr val="C700D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80" name="Freeform 15">
              <a:extLst>
                <a:ext uri="{FF2B5EF4-FFF2-40B4-BE49-F238E27FC236}">
                  <a16:creationId xmlns:a16="http://schemas.microsoft.com/office/drawing/2014/main" id="{90DB991F-A2B7-5BF1-3F07-6DC565C77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03" y="3160477"/>
              <a:ext cx="4850807" cy="999708"/>
            </a:xfrm>
            <a:custGeom>
              <a:avLst/>
              <a:gdLst>
                <a:gd name="T0" fmla="*/ 794 w 800"/>
                <a:gd name="T1" fmla="*/ 14 h 122"/>
                <a:gd name="T2" fmla="*/ 782 w 800"/>
                <a:gd name="T3" fmla="*/ 15 h 122"/>
                <a:gd name="T4" fmla="*/ 772 w 800"/>
                <a:gd name="T5" fmla="*/ 18 h 122"/>
                <a:gd name="T6" fmla="*/ 754 w 800"/>
                <a:gd name="T7" fmla="*/ 21 h 122"/>
                <a:gd name="T8" fmla="*/ 743 w 800"/>
                <a:gd name="T9" fmla="*/ 21 h 122"/>
                <a:gd name="T10" fmla="*/ 726 w 800"/>
                <a:gd name="T11" fmla="*/ 12 h 122"/>
                <a:gd name="T12" fmla="*/ 715 w 800"/>
                <a:gd name="T13" fmla="*/ 8 h 122"/>
                <a:gd name="T14" fmla="*/ 699 w 800"/>
                <a:gd name="T15" fmla="*/ 1 h 122"/>
                <a:gd name="T16" fmla="*/ 687 w 800"/>
                <a:gd name="T17" fmla="*/ 2 h 122"/>
                <a:gd name="T18" fmla="*/ 672 w 800"/>
                <a:gd name="T19" fmla="*/ 11 h 122"/>
                <a:gd name="T20" fmla="*/ 652 w 800"/>
                <a:gd name="T21" fmla="*/ 11 h 122"/>
                <a:gd name="T22" fmla="*/ 641 w 800"/>
                <a:gd name="T23" fmla="*/ 13 h 122"/>
                <a:gd name="T24" fmla="*/ 621 w 800"/>
                <a:gd name="T25" fmla="*/ 13 h 122"/>
                <a:gd name="T26" fmla="*/ 605 w 800"/>
                <a:gd name="T27" fmla="*/ 7 h 122"/>
                <a:gd name="T28" fmla="*/ 596 w 800"/>
                <a:gd name="T29" fmla="*/ 6 h 122"/>
                <a:gd name="T30" fmla="*/ 576 w 800"/>
                <a:gd name="T31" fmla="*/ 10 h 122"/>
                <a:gd name="T32" fmla="*/ 559 w 800"/>
                <a:gd name="T33" fmla="*/ 21 h 122"/>
                <a:gd name="T34" fmla="*/ 536 w 800"/>
                <a:gd name="T35" fmla="*/ 21 h 122"/>
                <a:gd name="T36" fmla="*/ 519 w 800"/>
                <a:gd name="T37" fmla="*/ 23 h 122"/>
                <a:gd name="T38" fmla="*/ 502 w 800"/>
                <a:gd name="T39" fmla="*/ 30 h 122"/>
                <a:gd name="T40" fmla="*/ 491 w 800"/>
                <a:gd name="T41" fmla="*/ 31 h 122"/>
                <a:gd name="T42" fmla="*/ 485 w 800"/>
                <a:gd name="T43" fmla="*/ 28 h 122"/>
                <a:gd name="T44" fmla="*/ 462 w 800"/>
                <a:gd name="T45" fmla="*/ 26 h 122"/>
                <a:gd name="T46" fmla="*/ 423 w 800"/>
                <a:gd name="T47" fmla="*/ 24 h 122"/>
                <a:gd name="T48" fmla="*/ 407 w 800"/>
                <a:gd name="T49" fmla="*/ 22 h 122"/>
                <a:gd name="T50" fmla="*/ 397 w 800"/>
                <a:gd name="T51" fmla="*/ 16 h 122"/>
                <a:gd name="T52" fmla="*/ 381 w 800"/>
                <a:gd name="T53" fmla="*/ 16 h 122"/>
                <a:gd name="T54" fmla="*/ 372 w 800"/>
                <a:gd name="T55" fmla="*/ 10 h 122"/>
                <a:gd name="T56" fmla="*/ 352 w 800"/>
                <a:gd name="T57" fmla="*/ 12 h 122"/>
                <a:gd name="T58" fmla="*/ 340 w 800"/>
                <a:gd name="T59" fmla="*/ 19 h 122"/>
                <a:gd name="T60" fmla="*/ 326 w 800"/>
                <a:gd name="T61" fmla="*/ 24 h 122"/>
                <a:gd name="T62" fmla="*/ 304 w 800"/>
                <a:gd name="T63" fmla="*/ 27 h 122"/>
                <a:gd name="T64" fmla="*/ 289 w 800"/>
                <a:gd name="T65" fmla="*/ 33 h 122"/>
                <a:gd name="T66" fmla="*/ 278 w 800"/>
                <a:gd name="T67" fmla="*/ 40 h 122"/>
                <a:gd name="T68" fmla="*/ 262 w 800"/>
                <a:gd name="T69" fmla="*/ 46 h 122"/>
                <a:gd name="T70" fmla="*/ 249 w 800"/>
                <a:gd name="T71" fmla="*/ 53 h 122"/>
                <a:gd name="T72" fmla="*/ 236 w 800"/>
                <a:gd name="T73" fmla="*/ 49 h 122"/>
                <a:gd name="T74" fmla="*/ 224 w 800"/>
                <a:gd name="T75" fmla="*/ 50 h 122"/>
                <a:gd name="T76" fmla="*/ 204 w 800"/>
                <a:gd name="T77" fmla="*/ 51 h 122"/>
                <a:gd name="T78" fmla="*/ 196 w 800"/>
                <a:gd name="T79" fmla="*/ 51 h 122"/>
                <a:gd name="T80" fmla="*/ 186 w 800"/>
                <a:gd name="T81" fmla="*/ 53 h 122"/>
                <a:gd name="T82" fmla="*/ 167 w 800"/>
                <a:gd name="T83" fmla="*/ 47 h 122"/>
                <a:gd name="T84" fmla="*/ 155 w 800"/>
                <a:gd name="T85" fmla="*/ 50 h 122"/>
                <a:gd name="T86" fmla="*/ 142 w 800"/>
                <a:gd name="T87" fmla="*/ 50 h 122"/>
                <a:gd name="T88" fmla="*/ 130 w 800"/>
                <a:gd name="T89" fmla="*/ 51 h 122"/>
                <a:gd name="T90" fmla="*/ 120 w 800"/>
                <a:gd name="T91" fmla="*/ 51 h 122"/>
                <a:gd name="T92" fmla="*/ 106 w 800"/>
                <a:gd name="T93" fmla="*/ 54 h 122"/>
                <a:gd name="T94" fmla="*/ 84 w 800"/>
                <a:gd name="T95" fmla="*/ 55 h 122"/>
                <a:gd name="T96" fmla="*/ 62 w 800"/>
                <a:gd name="T97" fmla="*/ 59 h 122"/>
                <a:gd name="T98" fmla="*/ 56 w 800"/>
                <a:gd name="T99" fmla="*/ 56 h 122"/>
                <a:gd name="T100" fmla="*/ 42 w 800"/>
                <a:gd name="T101" fmla="*/ 50 h 122"/>
                <a:gd name="T102" fmla="*/ 33 w 800"/>
                <a:gd name="T103" fmla="*/ 54 h 122"/>
                <a:gd name="T104" fmla="*/ 15 w 800"/>
                <a:gd name="T105" fmla="*/ 62 h 122"/>
                <a:gd name="T106" fmla="*/ 3 w 800"/>
                <a:gd name="T107" fmla="*/ 58 h 122"/>
                <a:gd name="T108" fmla="*/ 800 w 800"/>
                <a:gd name="T109" fmla="*/ 1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00" h="122">
                  <a:moveTo>
                    <a:pt x="800" y="17"/>
                  </a:moveTo>
                  <a:cubicBezTo>
                    <a:pt x="799" y="17"/>
                    <a:pt x="799" y="16"/>
                    <a:pt x="798" y="16"/>
                  </a:cubicBezTo>
                  <a:cubicBezTo>
                    <a:pt x="797" y="15"/>
                    <a:pt x="796" y="16"/>
                    <a:pt x="796" y="15"/>
                  </a:cubicBezTo>
                  <a:cubicBezTo>
                    <a:pt x="795" y="15"/>
                    <a:pt x="795" y="14"/>
                    <a:pt x="794" y="14"/>
                  </a:cubicBezTo>
                  <a:cubicBezTo>
                    <a:pt x="794" y="14"/>
                    <a:pt x="793" y="13"/>
                    <a:pt x="792" y="13"/>
                  </a:cubicBezTo>
                  <a:cubicBezTo>
                    <a:pt x="791" y="13"/>
                    <a:pt x="789" y="13"/>
                    <a:pt x="788" y="13"/>
                  </a:cubicBezTo>
                  <a:cubicBezTo>
                    <a:pt x="787" y="13"/>
                    <a:pt x="785" y="15"/>
                    <a:pt x="784" y="15"/>
                  </a:cubicBezTo>
                  <a:cubicBezTo>
                    <a:pt x="783" y="15"/>
                    <a:pt x="783" y="15"/>
                    <a:pt x="782" y="15"/>
                  </a:cubicBezTo>
                  <a:cubicBezTo>
                    <a:pt x="781" y="15"/>
                    <a:pt x="781" y="16"/>
                    <a:pt x="781" y="16"/>
                  </a:cubicBezTo>
                  <a:cubicBezTo>
                    <a:pt x="779" y="17"/>
                    <a:pt x="778" y="17"/>
                    <a:pt x="776" y="17"/>
                  </a:cubicBezTo>
                  <a:cubicBezTo>
                    <a:pt x="776" y="18"/>
                    <a:pt x="775" y="18"/>
                    <a:pt x="775" y="18"/>
                  </a:cubicBezTo>
                  <a:cubicBezTo>
                    <a:pt x="774" y="18"/>
                    <a:pt x="773" y="18"/>
                    <a:pt x="772" y="18"/>
                  </a:cubicBezTo>
                  <a:cubicBezTo>
                    <a:pt x="771" y="18"/>
                    <a:pt x="770" y="19"/>
                    <a:pt x="769" y="19"/>
                  </a:cubicBezTo>
                  <a:cubicBezTo>
                    <a:pt x="767" y="21"/>
                    <a:pt x="763" y="20"/>
                    <a:pt x="760" y="20"/>
                  </a:cubicBezTo>
                  <a:cubicBezTo>
                    <a:pt x="758" y="20"/>
                    <a:pt x="757" y="20"/>
                    <a:pt x="755" y="21"/>
                  </a:cubicBezTo>
                  <a:cubicBezTo>
                    <a:pt x="755" y="21"/>
                    <a:pt x="755" y="21"/>
                    <a:pt x="754" y="21"/>
                  </a:cubicBezTo>
                  <a:cubicBezTo>
                    <a:pt x="753" y="22"/>
                    <a:pt x="753" y="22"/>
                    <a:pt x="752" y="22"/>
                  </a:cubicBezTo>
                  <a:cubicBezTo>
                    <a:pt x="751" y="22"/>
                    <a:pt x="751" y="23"/>
                    <a:pt x="751" y="23"/>
                  </a:cubicBezTo>
                  <a:cubicBezTo>
                    <a:pt x="750" y="23"/>
                    <a:pt x="749" y="23"/>
                    <a:pt x="749" y="23"/>
                  </a:cubicBezTo>
                  <a:cubicBezTo>
                    <a:pt x="746" y="23"/>
                    <a:pt x="745" y="22"/>
                    <a:pt x="743" y="21"/>
                  </a:cubicBezTo>
                  <a:cubicBezTo>
                    <a:pt x="741" y="19"/>
                    <a:pt x="739" y="17"/>
                    <a:pt x="736" y="16"/>
                  </a:cubicBezTo>
                  <a:cubicBezTo>
                    <a:pt x="735" y="15"/>
                    <a:pt x="734" y="15"/>
                    <a:pt x="734" y="15"/>
                  </a:cubicBezTo>
                  <a:cubicBezTo>
                    <a:pt x="733" y="15"/>
                    <a:pt x="733" y="14"/>
                    <a:pt x="732" y="14"/>
                  </a:cubicBezTo>
                  <a:cubicBezTo>
                    <a:pt x="730" y="13"/>
                    <a:pt x="728" y="13"/>
                    <a:pt x="726" y="12"/>
                  </a:cubicBezTo>
                  <a:cubicBezTo>
                    <a:pt x="725" y="12"/>
                    <a:pt x="724" y="11"/>
                    <a:pt x="723" y="10"/>
                  </a:cubicBezTo>
                  <a:cubicBezTo>
                    <a:pt x="722" y="9"/>
                    <a:pt x="721" y="9"/>
                    <a:pt x="719" y="9"/>
                  </a:cubicBezTo>
                  <a:cubicBezTo>
                    <a:pt x="719" y="9"/>
                    <a:pt x="718" y="8"/>
                    <a:pt x="718" y="8"/>
                  </a:cubicBezTo>
                  <a:cubicBezTo>
                    <a:pt x="717" y="8"/>
                    <a:pt x="716" y="8"/>
                    <a:pt x="715" y="8"/>
                  </a:cubicBezTo>
                  <a:cubicBezTo>
                    <a:pt x="713" y="7"/>
                    <a:pt x="711" y="7"/>
                    <a:pt x="710" y="6"/>
                  </a:cubicBezTo>
                  <a:cubicBezTo>
                    <a:pt x="709" y="5"/>
                    <a:pt x="708" y="4"/>
                    <a:pt x="707" y="4"/>
                  </a:cubicBezTo>
                  <a:cubicBezTo>
                    <a:pt x="706" y="3"/>
                    <a:pt x="704" y="3"/>
                    <a:pt x="703" y="3"/>
                  </a:cubicBezTo>
                  <a:cubicBezTo>
                    <a:pt x="702" y="2"/>
                    <a:pt x="701" y="2"/>
                    <a:pt x="699" y="1"/>
                  </a:cubicBezTo>
                  <a:cubicBezTo>
                    <a:pt x="698" y="0"/>
                    <a:pt x="697" y="0"/>
                    <a:pt x="695" y="0"/>
                  </a:cubicBezTo>
                  <a:cubicBezTo>
                    <a:pt x="693" y="0"/>
                    <a:pt x="692" y="0"/>
                    <a:pt x="691" y="1"/>
                  </a:cubicBezTo>
                  <a:cubicBezTo>
                    <a:pt x="690" y="1"/>
                    <a:pt x="689" y="1"/>
                    <a:pt x="689" y="1"/>
                  </a:cubicBezTo>
                  <a:cubicBezTo>
                    <a:pt x="688" y="1"/>
                    <a:pt x="687" y="2"/>
                    <a:pt x="687" y="2"/>
                  </a:cubicBezTo>
                  <a:cubicBezTo>
                    <a:pt x="685" y="3"/>
                    <a:pt x="684" y="3"/>
                    <a:pt x="683" y="3"/>
                  </a:cubicBezTo>
                  <a:cubicBezTo>
                    <a:pt x="682" y="4"/>
                    <a:pt x="682" y="4"/>
                    <a:pt x="681" y="4"/>
                  </a:cubicBezTo>
                  <a:cubicBezTo>
                    <a:pt x="681" y="5"/>
                    <a:pt x="680" y="5"/>
                    <a:pt x="679" y="5"/>
                  </a:cubicBezTo>
                  <a:cubicBezTo>
                    <a:pt x="676" y="7"/>
                    <a:pt x="675" y="9"/>
                    <a:pt x="672" y="11"/>
                  </a:cubicBezTo>
                  <a:cubicBezTo>
                    <a:pt x="671" y="11"/>
                    <a:pt x="669" y="12"/>
                    <a:pt x="668" y="11"/>
                  </a:cubicBezTo>
                  <a:cubicBezTo>
                    <a:pt x="667" y="11"/>
                    <a:pt x="667" y="11"/>
                    <a:pt x="666" y="11"/>
                  </a:cubicBezTo>
                  <a:cubicBezTo>
                    <a:pt x="665" y="11"/>
                    <a:pt x="664" y="11"/>
                    <a:pt x="663" y="11"/>
                  </a:cubicBezTo>
                  <a:cubicBezTo>
                    <a:pt x="660" y="11"/>
                    <a:pt x="656" y="10"/>
                    <a:pt x="652" y="11"/>
                  </a:cubicBezTo>
                  <a:cubicBezTo>
                    <a:pt x="651" y="12"/>
                    <a:pt x="649" y="12"/>
                    <a:pt x="648" y="13"/>
                  </a:cubicBezTo>
                  <a:cubicBezTo>
                    <a:pt x="648" y="13"/>
                    <a:pt x="647" y="13"/>
                    <a:pt x="646" y="13"/>
                  </a:cubicBezTo>
                  <a:cubicBezTo>
                    <a:pt x="645" y="13"/>
                    <a:pt x="644" y="13"/>
                    <a:pt x="644" y="13"/>
                  </a:cubicBezTo>
                  <a:cubicBezTo>
                    <a:pt x="643" y="13"/>
                    <a:pt x="642" y="13"/>
                    <a:pt x="641" y="13"/>
                  </a:cubicBezTo>
                  <a:cubicBezTo>
                    <a:pt x="640" y="13"/>
                    <a:pt x="639" y="14"/>
                    <a:pt x="639" y="14"/>
                  </a:cubicBezTo>
                  <a:cubicBezTo>
                    <a:pt x="637" y="14"/>
                    <a:pt x="634" y="13"/>
                    <a:pt x="632" y="13"/>
                  </a:cubicBezTo>
                  <a:cubicBezTo>
                    <a:pt x="630" y="12"/>
                    <a:pt x="629" y="12"/>
                    <a:pt x="627" y="12"/>
                  </a:cubicBezTo>
                  <a:cubicBezTo>
                    <a:pt x="625" y="12"/>
                    <a:pt x="623" y="13"/>
                    <a:pt x="621" y="13"/>
                  </a:cubicBezTo>
                  <a:cubicBezTo>
                    <a:pt x="619" y="13"/>
                    <a:pt x="618" y="13"/>
                    <a:pt x="616" y="12"/>
                  </a:cubicBezTo>
                  <a:cubicBezTo>
                    <a:pt x="614" y="11"/>
                    <a:pt x="612" y="11"/>
                    <a:pt x="610" y="10"/>
                  </a:cubicBezTo>
                  <a:cubicBezTo>
                    <a:pt x="609" y="10"/>
                    <a:pt x="608" y="9"/>
                    <a:pt x="606" y="8"/>
                  </a:cubicBezTo>
                  <a:cubicBezTo>
                    <a:pt x="605" y="8"/>
                    <a:pt x="605" y="8"/>
                    <a:pt x="605" y="7"/>
                  </a:cubicBezTo>
                  <a:cubicBezTo>
                    <a:pt x="604" y="7"/>
                    <a:pt x="603" y="6"/>
                    <a:pt x="603" y="6"/>
                  </a:cubicBezTo>
                  <a:cubicBezTo>
                    <a:pt x="602" y="6"/>
                    <a:pt x="601" y="6"/>
                    <a:pt x="601" y="6"/>
                  </a:cubicBezTo>
                  <a:cubicBezTo>
                    <a:pt x="600" y="6"/>
                    <a:pt x="600" y="5"/>
                    <a:pt x="599" y="5"/>
                  </a:cubicBezTo>
                  <a:cubicBezTo>
                    <a:pt x="598" y="4"/>
                    <a:pt x="597" y="6"/>
                    <a:pt x="596" y="6"/>
                  </a:cubicBezTo>
                  <a:cubicBezTo>
                    <a:pt x="594" y="6"/>
                    <a:pt x="593" y="7"/>
                    <a:pt x="591" y="7"/>
                  </a:cubicBezTo>
                  <a:cubicBezTo>
                    <a:pt x="589" y="7"/>
                    <a:pt x="587" y="8"/>
                    <a:pt x="584" y="9"/>
                  </a:cubicBezTo>
                  <a:cubicBezTo>
                    <a:pt x="583" y="9"/>
                    <a:pt x="581" y="10"/>
                    <a:pt x="580" y="10"/>
                  </a:cubicBezTo>
                  <a:cubicBezTo>
                    <a:pt x="578" y="10"/>
                    <a:pt x="577" y="10"/>
                    <a:pt x="576" y="10"/>
                  </a:cubicBezTo>
                  <a:cubicBezTo>
                    <a:pt x="575" y="11"/>
                    <a:pt x="573" y="13"/>
                    <a:pt x="572" y="13"/>
                  </a:cubicBezTo>
                  <a:cubicBezTo>
                    <a:pt x="570" y="14"/>
                    <a:pt x="569" y="14"/>
                    <a:pt x="567" y="15"/>
                  </a:cubicBezTo>
                  <a:cubicBezTo>
                    <a:pt x="565" y="16"/>
                    <a:pt x="563" y="16"/>
                    <a:pt x="562" y="18"/>
                  </a:cubicBezTo>
                  <a:cubicBezTo>
                    <a:pt x="561" y="19"/>
                    <a:pt x="560" y="20"/>
                    <a:pt x="559" y="21"/>
                  </a:cubicBezTo>
                  <a:cubicBezTo>
                    <a:pt x="557" y="22"/>
                    <a:pt x="556" y="21"/>
                    <a:pt x="554" y="21"/>
                  </a:cubicBezTo>
                  <a:cubicBezTo>
                    <a:pt x="553" y="20"/>
                    <a:pt x="551" y="20"/>
                    <a:pt x="549" y="20"/>
                  </a:cubicBezTo>
                  <a:cubicBezTo>
                    <a:pt x="547" y="20"/>
                    <a:pt x="546" y="20"/>
                    <a:pt x="544" y="20"/>
                  </a:cubicBezTo>
                  <a:cubicBezTo>
                    <a:pt x="541" y="20"/>
                    <a:pt x="539" y="21"/>
                    <a:pt x="536" y="21"/>
                  </a:cubicBezTo>
                  <a:cubicBezTo>
                    <a:pt x="534" y="21"/>
                    <a:pt x="532" y="21"/>
                    <a:pt x="530" y="21"/>
                  </a:cubicBezTo>
                  <a:cubicBezTo>
                    <a:pt x="528" y="21"/>
                    <a:pt x="525" y="20"/>
                    <a:pt x="523" y="21"/>
                  </a:cubicBezTo>
                  <a:cubicBezTo>
                    <a:pt x="523" y="21"/>
                    <a:pt x="521" y="21"/>
                    <a:pt x="521" y="22"/>
                  </a:cubicBezTo>
                  <a:cubicBezTo>
                    <a:pt x="520" y="22"/>
                    <a:pt x="520" y="23"/>
                    <a:pt x="519" y="23"/>
                  </a:cubicBezTo>
                  <a:cubicBezTo>
                    <a:pt x="518" y="24"/>
                    <a:pt x="515" y="23"/>
                    <a:pt x="513" y="23"/>
                  </a:cubicBezTo>
                  <a:cubicBezTo>
                    <a:pt x="511" y="24"/>
                    <a:pt x="509" y="25"/>
                    <a:pt x="507" y="26"/>
                  </a:cubicBezTo>
                  <a:cubicBezTo>
                    <a:pt x="506" y="26"/>
                    <a:pt x="505" y="28"/>
                    <a:pt x="504" y="29"/>
                  </a:cubicBezTo>
                  <a:cubicBezTo>
                    <a:pt x="503" y="29"/>
                    <a:pt x="502" y="29"/>
                    <a:pt x="502" y="30"/>
                  </a:cubicBezTo>
                  <a:cubicBezTo>
                    <a:pt x="502" y="31"/>
                    <a:pt x="502" y="31"/>
                    <a:pt x="501" y="31"/>
                  </a:cubicBezTo>
                  <a:cubicBezTo>
                    <a:pt x="500" y="33"/>
                    <a:pt x="498" y="33"/>
                    <a:pt x="496" y="33"/>
                  </a:cubicBezTo>
                  <a:cubicBezTo>
                    <a:pt x="495" y="34"/>
                    <a:pt x="494" y="33"/>
                    <a:pt x="493" y="32"/>
                  </a:cubicBezTo>
                  <a:cubicBezTo>
                    <a:pt x="492" y="32"/>
                    <a:pt x="491" y="32"/>
                    <a:pt x="491" y="31"/>
                  </a:cubicBezTo>
                  <a:cubicBezTo>
                    <a:pt x="490" y="31"/>
                    <a:pt x="490" y="31"/>
                    <a:pt x="489" y="31"/>
                  </a:cubicBezTo>
                  <a:cubicBezTo>
                    <a:pt x="489" y="31"/>
                    <a:pt x="489" y="30"/>
                    <a:pt x="489" y="30"/>
                  </a:cubicBezTo>
                  <a:cubicBezTo>
                    <a:pt x="488" y="30"/>
                    <a:pt x="487" y="30"/>
                    <a:pt x="487" y="30"/>
                  </a:cubicBezTo>
                  <a:cubicBezTo>
                    <a:pt x="486" y="30"/>
                    <a:pt x="485" y="29"/>
                    <a:pt x="485" y="28"/>
                  </a:cubicBezTo>
                  <a:cubicBezTo>
                    <a:pt x="483" y="28"/>
                    <a:pt x="481" y="28"/>
                    <a:pt x="480" y="27"/>
                  </a:cubicBezTo>
                  <a:cubicBezTo>
                    <a:pt x="479" y="27"/>
                    <a:pt x="478" y="27"/>
                    <a:pt x="477" y="27"/>
                  </a:cubicBezTo>
                  <a:cubicBezTo>
                    <a:pt x="474" y="26"/>
                    <a:pt x="471" y="27"/>
                    <a:pt x="468" y="27"/>
                  </a:cubicBezTo>
                  <a:cubicBezTo>
                    <a:pt x="466" y="27"/>
                    <a:pt x="464" y="26"/>
                    <a:pt x="462" y="26"/>
                  </a:cubicBezTo>
                  <a:cubicBezTo>
                    <a:pt x="460" y="25"/>
                    <a:pt x="459" y="25"/>
                    <a:pt x="457" y="25"/>
                  </a:cubicBezTo>
                  <a:cubicBezTo>
                    <a:pt x="453" y="25"/>
                    <a:pt x="449" y="25"/>
                    <a:pt x="445" y="25"/>
                  </a:cubicBezTo>
                  <a:cubicBezTo>
                    <a:pt x="440" y="25"/>
                    <a:pt x="435" y="25"/>
                    <a:pt x="430" y="25"/>
                  </a:cubicBezTo>
                  <a:cubicBezTo>
                    <a:pt x="428" y="25"/>
                    <a:pt x="426" y="24"/>
                    <a:pt x="423" y="24"/>
                  </a:cubicBezTo>
                  <a:cubicBezTo>
                    <a:pt x="421" y="24"/>
                    <a:pt x="420" y="23"/>
                    <a:pt x="418" y="22"/>
                  </a:cubicBezTo>
                  <a:cubicBezTo>
                    <a:pt x="416" y="22"/>
                    <a:pt x="414" y="21"/>
                    <a:pt x="412" y="21"/>
                  </a:cubicBezTo>
                  <a:cubicBezTo>
                    <a:pt x="411" y="21"/>
                    <a:pt x="411" y="21"/>
                    <a:pt x="410" y="21"/>
                  </a:cubicBezTo>
                  <a:cubicBezTo>
                    <a:pt x="409" y="21"/>
                    <a:pt x="408" y="21"/>
                    <a:pt x="407" y="22"/>
                  </a:cubicBezTo>
                  <a:cubicBezTo>
                    <a:pt x="406" y="22"/>
                    <a:pt x="406" y="21"/>
                    <a:pt x="405" y="20"/>
                  </a:cubicBezTo>
                  <a:cubicBezTo>
                    <a:pt x="404" y="20"/>
                    <a:pt x="403" y="20"/>
                    <a:pt x="401" y="20"/>
                  </a:cubicBezTo>
                  <a:cubicBezTo>
                    <a:pt x="401" y="20"/>
                    <a:pt x="400" y="20"/>
                    <a:pt x="399" y="20"/>
                  </a:cubicBezTo>
                  <a:cubicBezTo>
                    <a:pt x="398" y="19"/>
                    <a:pt x="398" y="17"/>
                    <a:pt x="397" y="16"/>
                  </a:cubicBezTo>
                  <a:cubicBezTo>
                    <a:pt x="396" y="16"/>
                    <a:pt x="395" y="16"/>
                    <a:pt x="393" y="17"/>
                  </a:cubicBezTo>
                  <a:cubicBezTo>
                    <a:pt x="391" y="17"/>
                    <a:pt x="388" y="17"/>
                    <a:pt x="385" y="17"/>
                  </a:cubicBezTo>
                  <a:cubicBezTo>
                    <a:pt x="384" y="17"/>
                    <a:pt x="383" y="17"/>
                    <a:pt x="382" y="17"/>
                  </a:cubicBezTo>
                  <a:cubicBezTo>
                    <a:pt x="381" y="16"/>
                    <a:pt x="382" y="16"/>
                    <a:pt x="381" y="16"/>
                  </a:cubicBezTo>
                  <a:cubicBezTo>
                    <a:pt x="380" y="15"/>
                    <a:pt x="379" y="14"/>
                    <a:pt x="378" y="13"/>
                  </a:cubicBezTo>
                  <a:cubicBezTo>
                    <a:pt x="377" y="13"/>
                    <a:pt x="376" y="13"/>
                    <a:pt x="375" y="13"/>
                  </a:cubicBezTo>
                  <a:cubicBezTo>
                    <a:pt x="375" y="12"/>
                    <a:pt x="374" y="12"/>
                    <a:pt x="373" y="11"/>
                  </a:cubicBezTo>
                  <a:cubicBezTo>
                    <a:pt x="373" y="11"/>
                    <a:pt x="373" y="11"/>
                    <a:pt x="372" y="10"/>
                  </a:cubicBezTo>
                  <a:cubicBezTo>
                    <a:pt x="369" y="9"/>
                    <a:pt x="366" y="9"/>
                    <a:pt x="363" y="9"/>
                  </a:cubicBezTo>
                  <a:cubicBezTo>
                    <a:pt x="361" y="9"/>
                    <a:pt x="360" y="9"/>
                    <a:pt x="358" y="9"/>
                  </a:cubicBezTo>
                  <a:cubicBezTo>
                    <a:pt x="357" y="10"/>
                    <a:pt x="356" y="9"/>
                    <a:pt x="354" y="10"/>
                  </a:cubicBezTo>
                  <a:cubicBezTo>
                    <a:pt x="353" y="11"/>
                    <a:pt x="353" y="11"/>
                    <a:pt x="352" y="12"/>
                  </a:cubicBezTo>
                  <a:cubicBezTo>
                    <a:pt x="351" y="12"/>
                    <a:pt x="350" y="12"/>
                    <a:pt x="350" y="13"/>
                  </a:cubicBezTo>
                  <a:cubicBezTo>
                    <a:pt x="349" y="13"/>
                    <a:pt x="349" y="14"/>
                    <a:pt x="348" y="15"/>
                  </a:cubicBezTo>
                  <a:cubicBezTo>
                    <a:pt x="347" y="15"/>
                    <a:pt x="345" y="16"/>
                    <a:pt x="343" y="17"/>
                  </a:cubicBezTo>
                  <a:cubicBezTo>
                    <a:pt x="342" y="18"/>
                    <a:pt x="342" y="19"/>
                    <a:pt x="340" y="19"/>
                  </a:cubicBezTo>
                  <a:cubicBezTo>
                    <a:pt x="338" y="21"/>
                    <a:pt x="336" y="21"/>
                    <a:pt x="334" y="22"/>
                  </a:cubicBezTo>
                  <a:cubicBezTo>
                    <a:pt x="332" y="22"/>
                    <a:pt x="331" y="22"/>
                    <a:pt x="330" y="23"/>
                  </a:cubicBezTo>
                  <a:cubicBezTo>
                    <a:pt x="329" y="23"/>
                    <a:pt x="329" y="24"/>
                    <a:pt x="328" y="24"/>
                  </a:cubicBezTo>
                  <a:cubicBezTo>
                    <a:pt x="328" y="24"/>
                    <a:pt x="327" y="24"/>
                    <a:pt x="326" y="24"/>
                  </a:cubicBezTo>
                  <a:cubicBezTo>
                    <a:pt x="325" y="25"/>
                    <a:pt x="324" y="25"/>
                    <a:pt x="323" y="25"/>
                  </a:cubicBezTo>
                  <a:cubicBezTo>
                    <a:pt x="320" y="25"/>
                    <a:pt x="319" y="25"/>
                    <a:pt x="317" y="24"/>
                  </a:cubicBezTo>
                  <a:cubicBezTo>
                    <a:pt x="314" y="23"/>
                    <a:pt x="311" y="24"/>
                    <a:pt x="308" y="25"/>
                  </a:cubicBezTo>
                  <a:cubicBezTo>
                    <a:pt x="307" y="26"/>
                    <a:pt x="305" y="27"/>
                    <a:pt x="304" y="27"/>
                  </a:cubicBezTo>
                  <a:cubicBezTo>
                    <a:pt x="302" y="28"/>
                    <a:pt x="299" y="27"/>
                    <a:pt x="297" y="27"/>
                  </a:cubicBezTo>
                  <a:cubicBezTo>
                    <a:pt x="296" y="28"/>
                    <a:pt x="296" y="29"/>
                    <a:pt x="295" y="29"/>
                  </a:cubicBezTo>
                  <a:cubicBezTo>
                    <a:pt x="294" y="29"/>
                    <a:pt x="293" y="29"/>
                    <a:pt x="292" y="29"/>
                  </a:cubicBezTo>
                  <a:cubicBezTo>
                    <a:pt x="291" y="30"/>
                    <a:pt x="290" y="32"/>
                    <a:pt x="289" y="33"/>
                  </a:cubicBezTo>
                  <a:cubicBezTo>
                    <a:pt x="287" y="34"/>
                    <a:pt x="286" y="34"/>
                    <a:pt x="284" y="35"/>
                  </a:cubicBezTo>
                  <a:cubicBezTo>
                    <a:pt x="283" y="36"/>
                    <a:pt x="283" y="36"/>
                    <a:pt x="282" y="36"/>
                  </a:cubicBezTo>
                  <a:cubicBezTo>
                    <a:pt x="281" y="37"/>
                    <a:pt x="281" y="37"/>
                    <a:pt x="280" y="38"/>
                  </a:cubicBezTo>
                  <a:cubicBezTo>
                    <a:pt x="280" y="38"/>
                    <a:pt x="279" y="39"/>
                    <a:pt x="278" y="40"/>
                  </a:cubicBezTo>
                  <a:cubicBezTo>
                    <a:pt x="277" y="40"/>
                    <a:pt x="276" y="40"/>
                    <a:pt x="275" y="41"/>
                  </a:cubicBezTo>
                  <a:cubicBezTo>
                    <a:pt x="274" y="43"/>
                    <a:pt x="273" y="43"/>
                    <a:pt x="271" y="43"/>
                  </a:cubicBezTo>
                  <a:cubicBezTo>
                    <a:pt x="269" y="44"/>
                    <a:pt x="269" y="44"/>
                    <a:pt x="267" y="45"/>
                  </a:cubicBezTo>
                  <a:cubicBezTo>
                    <a:pt x="266" y="46"/>
                    <a:pt x="264" y="46"/>
                    <a:pt x="262" y="46"/>
                  </a:cubicBezTo>
                  <a:cubicBezTo>
                    <a:pt x="261" y="46"/>
                    <a:pt x="261" y="47"/>
                    <a:pt x="260" y="47"/>
                  </a:cubicBezTo>
                  <a:cubicBezTo>
                    <a:pt x="260" y="47"/>
                    <a:pt x="259" y="47"/>
                    <a:pt x="258" y="48"/>
                  </a:cubicBezTo>
                  <a:cubicBezTo>
                    <a:pt x="257" y="48"/>
                    <a:pt x="256" y="49"/>
                    <a:pt x="255" y="50"/>
                  </a:cubicBezTo>
                  <a:cubicBezTo>
                    <a:pt x="253" y="51"/>
                    <a:pt x="252" y="53"/>
                    <a:pt x="249" y="53"/>
                  </a:cubicBezTo>
                  <a:cubicBezTo>
                    <a:pt x="248" y="54"/>
                    <a:pt x="246" y="54"/>
                    <a:pt x="245" y="53"/>
                  </a:cubicBezTo>
                  <a:cubicBezTo>
                    <a:pt x="245" y="52"/>
                    <a:pt x="245" y="51"/>
                    <a:pt x="245" y="51"/>
                  </a:cubicBezTo>
                  <a:cubicBezTo>
                    <a:pt x="244" y="50"/>
                    <a:pt x="242" y="51"/>
                    <a:pt x="241" y="51"/>
                  </a:cubicBezTo>
                  <a:cubicBezTo>
                    <a:pt x="239" y="51"/>
                    <a:pt x="238" y="50"/>
                    <a:pt x="236" y="49"/>
                  </a:cubicBezTo>
                  <a:cubicBezTo>
                    <a:pt x="235" y="49"/>
                    <a:pt x="233" y="49"/>
                    <a:pt x="231" y="49"/>
                  </a:cubicBezTo>
                  <a:cubicBezTo>
                    <a:pt x="230" y="49"/>
                    <a:pt x="230" y="50"/>
                    <a:pt x="228" y="50"/>
                  </a:cubicBezTo>
                  <a:cubicBezTo>
                    <a:pt x="227" y="50"/>
                    <a:pt x="227" y="50"/>
                    <a:pt x="226" y="50"/>
                  </a:cubicBezTo>
                  <a:cubicBezTo>
                    <a:pt x="226" y="51"/>
                    <a:pt x="225" y="50"/>
                    <a:pt x="224" y="50"/>
                  </a:cubicBezTo>
                  <a:cubicBezTo>
                    <a:pt x="224" y="51"/>
                    <a:pt x="223" y="51"/>
                    <a:pt x="222" y="51"/>
                  </a:cubicBezTo>
                  <a:cubicBezTo>
                    <a:pt x="221" y="51"/>
                    <a:pt x="220" y="51"/>
                    <a:pt x="220" y="51"/>
                  </a:cubicBezTo>
                  <a:cubicBezTo>
                    <a:pt x="218" y="51"/>
                    <a:pt x="216" y="50"/>
                    <a:pt x="214" y="51"/>
                  </a:cubicBezTo>
                  <a:cubicBezTo>
                    <a:pt x="211" y="51"/>
                    <a:pt x="208" y="51"/>
                    <a:pt x="204" y="51"/>
                  </a:cubicBezTo>
                  <a:cubicBezTo>
                    <a:pt x="204" y="51"/>
                    <a:pt x="203" y="50"/>
                    <a:pt x="202" y="50"/>
                  </a:cubicBezTo>
                  <a:cubicBezTo>
                    <a:pt x="201" y="51"/>
                    <a:pt x="200" y="51"/>
                    <a:pt x="199" y="51"/>
                  </a:cubicBezTo>
                  <a:cubicBezTo>
                    <a:pt x="198" y="51"/>
                    <a:pt x="197" y="51"/>
                    <a:pt x="197" y="51"/>
                  </a:cubicBezTo>
                  <a:cubicBezTo>
                    <a:pt x="196" y="51"/>
                    <a:pt x="196" y="51"/>
                    <a:pt x="196" y="51"/>
                  </a:cubicBezTo>
                  <a:cubicBezTo>
                    <a:pt x="195" y="51"/>
                    <a:pt x="195" y="51"/>
                    <a:pt x="194" y="52"/>
                  </a:cubicBezTo>
                  <a:cubicBezTo>
                    <a:pt x="194" y="52"/>
                    <a:pt x="194" y="52"/>
                    <a:pt x="193" y="53"/>
                  </a:cubicBezTo>
                  <a:cubicBezTo>
                    <a:pt x="192" y="53"/>
                    <a:pt x="191" y="52"/>
                    <a:pt x="191" y="53"/>
                  </a:cubicBezTo>
                  <a:cubicBezTo>
                    <a:pt x="189" y="53"/>
                    <a:pt x="187" y="53"/>
                    <a:pt x="186" y="53"/>
                  </a:cubicBezTo>
                  <a:cubicBezTo>
                    <a:pt x="184" y="52"/>
                    <a:pt x="182" y="52"/>
                    <a:pt x="181" y="51"/>
                  </a:cubicBezTo>
                  <a:cubicBezTo>
                    <a:pt x="180" y="51"/>
                    <a:pt x="179" y="50"/>
                    <a:pt x="178" y="50"/>
                  </a:cubicBezTo>
                  <a:cubicBezTo>
                    <a:pt x="177" y="49"/>
                    <a:pt x="177" y="49"/>
                    <a:pt x="176" y="48"/>
                  </a:cubicBezTo>
                  <a:cubicBezTo>
                    <a:pt x="174" y="47"/>
                    <a:pt x="170" y="45"/>
                    <a:pt x="167" y="47"/>
                  </a:cubicBezTo>
                  <a:cubicBezTo>
                    <a:pt x="166" y="47"/>
                    <a:pt x="166" y="47"/>
                    <a:pt x="165" y="48"/>
                  </a:cubicBezTo>
                  <a:cubicBezTo>
                    <a:pt x="165" y="48"/>
                    <a:pt x="164" y="49"/>
                    <a:pt x="164" y="49"/>
                  </a:cubicBezTo>
                  <a:cubicBezTo>
                    <a:pt x="162" y="50"/>
                    <a:pt x="161" y="49"/>
                    <a:pt x="160" y="48"/>
                  </a:cubicBezTo>
                  <a:cubicBezTo>
                    <a:pt x="158" y="48"/>
                    <a:pt x="156" y="49"/>
                    <a:pt x="155" y="50"/>
                  </a:cubicBezTo>
                  <a:cubicBezTo>
                    <a:pt x="153" y="50"/>
                    <a:pt x="150" y="49"/>
                    <a:pt x="149" y="50"/>
                  </a:cubicBezTo>
                  <a:cubicBezTo>
                    <a:pt x="148" y="51"/>
                    <a:pt x="148" y="51"/>
                    <a:pt x="147" y="52"/>
                  </a:cubicBezTo>
                  <a:cubicBezTo>
                    <a:pt x="146" y="52"/>
                    <a:pt x="145" y="52"/>
                    <a:pt x="144" y="51"/>
                  </a:cubicBezTo>
                  <a:cubicBezTo>
                    <a:pt x="143" y="51"/>
                    <a:pt x="143" y="51"/>
                    <a:pt x="142" y="50"/>
                  </a:cubicBezTo>
                  <a:cubicBezTo>
                    <a:pt x="141" y="50"/>
                    <a:pt x="140" y="50"/>
                    <a:pt x="140" y="49"/>
                  </a:cubicBezTo>
                  <a:cubicBezTo>
                    <a:pt x="138" y="48"/>
                    <a:pt x="135" y="49"/>
                    <a:pt x="133" y="50"/>
                  </a:cubicBezTo>
                  <a:cubicBezTo>
                    <a:pt x="132" y="50"/>
                    <a:pt x="133" y="50"/>
                    <a:pt x="132" y="51"/>
                  </a:cubicBezTo>
                  <a:cubicBezTo>
                    <a:pt x="131" y="51"/>
                    <a:pt x="131" y="50"/>
                    <a:pt x="130" y="51"/>
                  </a:cubicBezTo>
                  <a:cubicBezTo>
                    <a:pt x="129" y="51"/>
                    <a:pt x="128" y="51"/>
                    <a:pt x="127" y="50"/>
                  </a:cubicBezTo>
                  <a:cubicBezTo>
                    <a:pt x="126" y="50"/>
                    <a:pt x="126" y="50"/>
                    <a:pt x="125" y="50"/>
                  </a:cubicBezTo>
                  <a:cubicBezTo>
                    <a:pt x="125" y="50"/>
                    <a:pt x="124" y="50"/>
                    <a:pt x="123" y="51"/>
                  </a:cubicBezTo>
                  <a:cubicBezTo>
                    <a:pt x="122" y="51"/>
                    <a:pt x="121" y="51"/>
                    <a:pt x="120" y="51"/>
                  </a:cubicBezTo>
                  <a:cubicBezTo>
                    <a:pt x="117" y="50"/>
                    <a:pt x="114" y="50"/>
                    <a:pt x="112" y="51"/>
                  </a:cubicBezTo>
                  <a:cubicBezTo>
                    <a:pt x="110" y="51"/>
                    <a:pt x="109" y="52"/>
                    <a:pt x="108" y="52"/>
                  </a:cubicBezTo>
                  <a:cubicBezTo>
                    <a:pt x="108" y="53"/>
                    <a:pt x="107" y="53"/>
                    <a:pt x="107" y="53"/>
                  </a:cubicBezTo>
                  <a:cubicBezTo>
                    <a:pt x="106" y="53"/>
                    <a:pt x="106" y="54"/>
                    <a:pt x="106" y="54"/>
                  </a:cubicBezTo>
                  <a:cubicBezTo>
                    <a:pt x="105" y="54"/>
                    <a:pt x="103" y="54"/>
                    <a:pt x="102" y="54"/>
                  </a:cubicBezTo>
                  <a:cubicBezTo>
                    <a:pt x="100" y="54"/>
                    <a:pt x="99" y="54"/>
                    <a:pt x="98" y="54"/>
                  </a:cubicBezTo>
                  <a:cubicBezTo>
                    <a:pt x="96" y="53"/>
                    <a:pt x="94" y="53"/>
                    <a:pt x="91" y="54"/>
                  </a:cubicBezTo>
                  <a:cubicBezTo>
                    <a:pt x="89" y="55"/>
                    <a:pt x="87" y="55"/>
                    <a:pt x="84" y="55"/>
                  </a:cubicBezTo>
                  <a:cubicBezTo>
                    <a:pt x="81" y="55"/>
                    <a:pt x="79" y="55"/>
                    <a:pt x="77" y="56"/>
                  </a:cubicBezTo>
                  <a:cubicBezTo>
                    <a:pt x="75" y="56"/>
                    <a:pt x="74" y="56"/>
                    <a:pt x="73" y="56"/>
                  </a:cubicBezTo>
                  <a:cubicBezTo>
                    <a:pt x="71" y="56"/>
                    <a:pt x="70" y="56"/>
                    <a:pt x="68" y="57"/>
                  </a:cubicBezTo>
                  <a:cubicBezTo>
                    <a:pt x="66" y="57"/>
                    <a:pt x="64" y="58"/>
                    <a:pt x="62" y="59"/>
                  </a:cubicBezTo>
                  <a:cubicBezTo>
                    <a:pt x="61" y="59"/>
                    <a:pt x="60" y="59"/>
                    <a:pt x="60" y="59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8" y="57"/>
                    <a:pt x="58" y="57"/>
                    <a:pt x="57" y="57"/>
                  </a:cubicBezTo>
                  <a:cubicBezTo>
                    <a:pt x="57" y="56"/>
                    <a:pt x="57" y="56"/>
                    <a:pt x="56" y="56"/>
                  </a:cubicBezTo>
                  <a:cubicBezTo>
                    <a:pt x="56" y="56"/>
                    <a:pt x="56" y="55"/>
                    <a:pt x="55" y="55"/>
                  </a:cubicBezTo>
                  <a:cubicBezTo>
                    <a:pt x="53" y="55"/>
                    <a:pt x="52" y="53"/>
                    <a:pt x="50" y="52"/>
                  </a:cubicBezTo>
                  <a:cubicBezTo>
                    <a:pt x="49" y="52"/>
                    <a:pt x="48" y="51"/>
                    <a:pt x="47" y="50"/>
                  </a:cubicBezTo>
                  <a:cubicBezTo>
                    <a:pt x="45" y="49"/>
                    <a:pt x="45" y="49"/>
                    <a:pt x="42" y="50"/>
                  </a:cubicBezTo>
                  <a:cubicBezTo>
                    <a:pt x="41" y="51"/>
                    <a:pt x="40" y="51"/>
                    <a:pt x="39" y="51"/>
                  </a:cubicBezTo>
                  <a:cubicBezTo>
                    <a:pt x="38" y="52"/>
                    <a:pt x="38" y="52"/>
                    <a:pt x="37" y="53"/>
                  </a:cubicBezTo>
                  <a:cubicBezTo>
                    <a:pt x="37" y="53"/>
                    <a:pt x="36" y="52"/>
                    <a:pt x="36" y="52"/>
                  </a:cubicBezTo>
                  <a:cubicBezTo>
                    <a:pt x="34" y="53"/>
                    <a:pt x="34" y="54"/>
                    <a:pt x="33" y="54"/>
                  </a:cubicBezTo>
                  <a:cubicBezTo>
                    <a:pt x="32" y="55"/>
                    <a:pt x="31" y="55"/>
                    <a:pt x="31" y="56"/>
                  </a:cubicBezTo>
                  <a:cubicBezTo>
                    <a:pt x="29" y="56"/>
                    <a:pt x="28" y="56"/>
                    <a:pt x="26" y="57"/>
                  </a:cubicBezTo>
                  <a:cubicBezTo>
                    <a:pt x="25" y="57"/>
                    <a:pt x="23" y="58"/>
                    <a:pt x="22" y="59"/>
                  </a:cubicBezTo>
                  <a:cubicBezTo>
                    <a:pt x="21" y="60"/>
                    <a:pt x="17" y="63"/>
                    <a:pt x="15" y="62"/>
                  </a:cubicBezTo>
                  <a:cubicBezTo>
                    <a:pt x="15" y="61"/>
                    <a:pt x="15" y="60"/>
                    <a:pt x="14" y="59"/>
                  </a:cubicBezTo>
                  <a:cubicBezTo>
                    <a:pt x="13" y="59"/>
                    <a:pt x="11" y="59"/>
                    <a:pt x="10" y="58"/>
                  </a:cubicBezTo>
                  <a:cubicBezTo>
                    <a:pt x="8" y="58"/>
                    <a:pt x="6" y="59"/>
                    <a:pt x="4" y="59"/>
                  </a:cubicBezTo>
                  <a:cubicBezTo>
                    <a:pt x="4" y="58"/>
                    <a:pt x="3" y="58"/>
                    <a:pt x="3" y="58"/>
                  </a:cubicBezTo>
                  <a:cubicBezTo>
                    <a:pt x="2" y="59"/>
                    <a:pt x="1" y="59"/>
                    <a:pt x="0" y="59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800" y="122"/>
                    <a:pt x="800" y="122"/>
                    <a:pt x="800" y="122"/>
                  </a:cubicBezTo>
                  <a:lnTo>
                    <a:pt x="800" y="17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5C7F24AC-AD57-A9E3-7B33-B1E1BCEEF537}"/>
                </a:ext>
              </a:extLst>
            </p:cNvPr>
            <p:cNvGrpSpPr/>
            <p:nvPr/>
          </p:nvGrpSpPr>
          <p:grpSpPr>
            <a:xfrm>
              <a:off x="4305772" y="1842274"/>
              <a:ext cx="4862165" cy="2319955"/>
              <a:chOff x="4305772" y="1842274"/>
              <a:chExt cx="2342273" cy="832582"/>
            </a:xfrm>
          </p:grpSpPr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7D47CED4-1DFC-D688-F213-DD1991CE396F}"/>
                  </a:ext>
                </a:extLst>
              </p:cNvPr>
              <p:cNvGrpSpPr/>
              <p:nvPr/>
            </p:nvGrpSpPr>
            <p:grpSpPr>
              <a:xfrm>
                <a:off x="4305772" y="1842274"/>
                <a:ext cx="2186251" cy="832582"/>
                <a:chOff x="4305772" y="1842274"/>
                <a:chExt cx="2186251" cy="1046163"/>
              </a:xfrm>
            </p:grpSpPr>
            <p:sp>
              <p:nvSpPr>
                <p:cNvPr id="187" name="Line 16">
                  <a:extLst>
                    <a:ext uri="{FF2B5EF4-FFF2-40B4-BE49-F238E27FC236}">
                      <a16:creationId xmlns:a16="http://schemas.microsoft.com/office/drawing/2014/main" id="{D6E47D5F-09A8-3D26-C5F5-959186A204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33110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" name="Line 17">
                  <a:extLst>
                    <a:ext uri="{FF2B5EF4-FFF2-40B4-BE49-F238E27FC236}">
                      <a16:creationId xmlns:a16="http://schemas.microsoft.com/office/drawing/2014/main" id="{B3AEC923-C88A-3204-7370-A7F17E858B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758598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" name="Line 18">
                  <a:extLst>
                    <a:ext uri="{FF2B5EF4-FFF2-40B4-BE49-F238E27FC236}">
                      <a16:creationId xmlns:a16="http://schemas.microsoft.com/office/drawing/2014/main" id="{F2B42C6E-8B6C-8F5D-A12E-7CB6880651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492023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" name="Line 16">
                  <a:extLst>
                    <a:ext uri="{FF2B5EF4-FFF2-40B4-BE49-F238E27FC236}">
                      <a16:creationId xmlns:a16="http://schemas.microsoft.com/office/drawing/2014/main" id="{C3FCE9F9-F6D5-215C-C08F-335B6EB404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305772" y="1842274"/>
                  <a:ext cx="0" cy="1046163"/>
                </a:xfrm>
                <a:prstGeom prst="line">
                  <a:avLst/>
                </a:prstGeom>
                <a:noFill/>
                <a:ln w="9525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</p:grp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22BAC7EC-142F-645F-9566-6527FD1D5A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05772" y="2674123"/>
                <a:ext cx="2342273" cy="733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  <a:miter lim="800000"/>
                <a:tailEnd type="none"/>
              </a:ln>
              <a:effectLst/>
            </p:spPr>
          </p:cxn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2BB9AAE3-72B8-CFC5-623B-41602B25FB64}"/>
                </a:ext>
              </a:extLst>
            </p:cNvPr>
            <p:cNvGrpSpPr/>
            <p:nvPr/>
          </p:nvGrpSpPr>
          <p:grpSpPr>
            <a:xfrm>
              <a:off x="4429236" y="4355059"/>
              <a:ext cx="4643317" cy="235626"/>
              <a:chOff x="4429236" y="4355059"/>
              <a:chExt cx="4643317" cy="235626"/>
            </a:xfrm>
          </p:grpSpPr>
          <p:cxnSp>
            <p:nvCxnSpPr>
              <p:cNvPr id="183" name="Straight Arrow Connector 182">
                <a:extLst>
                  <a:ext uri="{FF2B5EF4-FFF2-40B4-BE49-F238E27FC236}">
                    <a16:creationId xmlns:a16="http://schemas.microsoft.com/office/drawing/2014/main" id="{2830F8DB-A641-89AA-6529-04D38ADE1913}"/>
                  </a:ext>
                </a:extLst>
              </p:cNvPr>
              <p:cNvCxnSpPr/>
              <p:nvPr/>
            </p:nvCxnSpPr>
            <p:spPr>
              <a:xfrm>
                <a:off x="4429236" y="4475718"/>
                <a:ext cx="464331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TextBox 26">
                <a:extLst>
                  <a:ext uri="{FF2B5EF4-FFF2-40B4-BE49-F238E27FC236}">
                    <a16:creationId xmlns:a16="http://schemas.microsoft.com/office/drawing/2014/main" id="{46EE89CF-6FE3-E408-BDD9-59B36E1EF034}"/>
                  </a:ext>
                </a:extLst>
              </p:cNvPr>
              <p:cNvSpPr txBox="1"/>
              <p:nvPr/>
            </p:nvSpPr>
            <p:spPr>
              <a:xfrm>
                <a:off x="6393281" y="4355059"/>
                <a:ext cx="715225" cy="23562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100" b="1" noProof="0" dirty="0"/>
                  <a:t>Tiempo</a:t>
                </a:r>
              </a:p>
            </p:txBody>
          </p:sp>
        </p:grp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7D70BF79-8B25-BCA7-CBC1-90B89263CE7D}"/>
              </a:ext>
            </a:extLst>
          </p:cNvPr>
          <p:cNvGrpSpPr/>
          <p:nvPr/>
        </p:nvGrpSpPr>
        <p:grpSpPr>
          <a:xfrm>
            <a:off x="6999791" y="2264487"/>
            <a:ext cx="852495" cy="1104175"/>
            <a:chOff x="8356657" y="1858453"/>
            <a:chExt cx="949960" cy="1745378"/>
          </a:xfrm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6D86A31C-8522-6B74-F7C9-55BCAEF82F98}"/>
                </a:ext>
              </a:extLst>
            </p:cNvPr>
            <p:cNvSpPr/>
            <p:nvPr/>
          </p:nvSpPr>
          <p:spPr>
            <a:xfrm>
              <a:off x="8356657" y="3295857"/>
              <a:ext cx="949960" cy="307974"/>
            </a:xfrm>
            <a:prstGeom prst="rect">
              <a:avLst/>
            </a:prstGeom>
            <a:solidFill>
              <a:srgbClr val="802AB7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YouTube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E9ED5EC-CE50-F9F9-88BF-51CEC0EBEC54}"/>
                </a:ext>
              </a:extLst>
            </p:cNvPr>
            <p:cNvSpPr/>
            <p:nvPr/>
          </p:nvSpPr>
          <p:spPr>
            <a:xfrm>
              <a:off x="8356657" y="3062422"/>
              <a:ext cx="949960" cy="217487"/>
            </a:xfrm>
            <a:prstGeom prst="rect">
              <a:avLst/>
            </a:prstGeom>
            <a:solidFill>
              <a:srgbClr val="0048B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Banner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CDC72BC2-239E-B1B6-31A8-81D735DD26F3}"/>
                </a:ext>
              </a:extLst>
            </p:cNvPr>
            <p:cNvSpPr/>
            <p:nvPr/>
          </p:nvSpPr>
          <p:spPr>
            <a:xfrm>
              <a:off x="8356657" y="2152714"/>
              <a:ext cx="949960" cy="893760"/>
            </a:xfrm>
            <a:prstGeom prst="rect">
              <a:avLst/>
            </a:prstGeom>
            <a:solidFill>
              <a:srgbClr val="0060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Search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A3544688-EECC-89DD-95DA-E593E5F4D722}"/>
                </a:ext>
              </a:extLst>
            </p:cNvPr>
            <p:cNvSpPr/>
            <p:nvPr/>
          </p:nvSpPr>
          <p:spPr>
            <a:xfrm>
              <a:off x="8356657" y="2017705"/>
              <a:ext cx="949960" cy="119061"/>
            </a:xfrm>
            <a:prstGeom prst="rect">
              <a:avLst/>
            </a:prstGeom>
            <a:solidFill>
              <a:srgbClr val="99BF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Facebook</a:t>
              </a: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6051D5E0-6D03-B454-CF61-A5D2D345372A}"/>
                </a:ext>
              </a:extLst>
            </p:cNvPr>
            <p:cNvSpPr/>
            <p:nvPr/>
          </p:nvSpPr>
          <p:spPr>
            <a:xfrm>
              <a:off x="8356657" y="1858453"/>
              <a:ext cx="949960" cy="143304"/>
            </a:xfrm>
            <a:prstGeom prst="rect">
              <a:avLst/>
            </a:prstGeom>
            <a:solidFill>
              <a:srgbClr val="00B6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X</a:t>
              </a:r>
            </a:p>
          </p:txBody>
        </p:sp>
      </p:grp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4AB50F1-4F8D-12F1-282C-EB22F4EE7465}"/>
              </a:ext>
            </a:extLst>
          </p:cNvPr>
          <p:cNvCxnSpPr>
            <a:cxnSpLocks/>
            <a:endCxn id="204" idx="3"/>
          </p:cNvCxnSpPr>
          <p:nvPr/>
        </p:nvCxnSpPr>
        <p:spPr>
          <a:xfrm flipH="1" flipV="1">
            <a:off x="7852286" y="2309816"/>
            <a:ext cx="1385982" cy="498104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3778E38-707C-DCC4-A6F7-440396A924F2}"/>
              </a:ext>
            </a:extLst>
          </p:cNvPr>
          <p:cNvCxnSpPr>
            <a:cxnSpLocks/>
          </p:cNvCxnSpPr>
          <p:nvPr/>
        </p:nvCxnSpPr>
        <p:spPr>
          <a:xfrm flipH="1">
            <a:off x="7981557" y="3053924"/>
            <a:ext cx="1256711" cy="29529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8" name="Chart 207">
            <a:extLst>
              <a:ext uri="{FF2B5EF4-FFF2-40B4-BE49-F238E27FC236}">
                <a16:creationId xmlns:a16="http://schemas.microsoft.com/office/drawing/2014/main" id="{6C8D9979-3688-7898-4CD0-CAE7DF655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032420"/>
              </p:ext>
            </p:extLst>
          </p:nvPr>
        </p:nvGraphicFramePr>
        <p:xfrm>
          <a:off x="8704683" y="1936863"/>
          <a:ext cx="2399065" cy="1871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6" name="Chart 215">
            <a:extLst>
              <a:ext uri="{FF2B5EF4-FFF2-40B4-BE49-F238E27FC236}">
                <a16:creationId xmlns:a16="http://schemas.microsoft.com/office/drawing/2014/main" id="{21DFB0B2-3209-FB09-21BB-1656F7FD78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7439029"/>
              </p:ext>
            </p:extLst>
          </p:nvPr>
        </p:nvGraphicFramePr>
        <p:xfrm>
          <a:off x="405769" y="4228949"/>
          <a:ext cx="2385055" cy="1565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18" name="Group 217">
            <a:extLst>
              <a:ext uri="{FF2B5EF4-FFF2-40B4-BE49-F238E27FC236}">
                <a16:creationId xmlns:a16="http://schemas.microsoft.com/office/drawing/2014/main" id="{FD86B67E-274B-AD57-1DAE-9CD09CD9F765}"/>
              </a:ext>
            </a:extLst>
          </p:cNvPr>
          <p:cNvGrpSpPr/>
          <p:nvPr/>
        </p:nvGrpSpPr>
        <p:grpSpPr>
          <a:xfrm>
            <a:off x="11121735" y="-11673"/>
            <a:ext cx="1070265" cy="1080000"/>
            <a:chOff x="10714383" y="-2207"/>
            <a:chExt cx="1477616" cy="1308717"/>
          </a:xfrm>
          <a:solidFill>
            <a:srgbClr val="FFD559"/>
          </a:solidFill>
        </p:grpSpPr>
        <p:sp>
          <p:nvSpPr>
            <p:cNvPr id="219" name="Diagonal Stripe 218">
              <a:extLst>
                <a:ext uri="{FF2B5EF4-FFF2-40B4-BE49-F238E27FC236}">
                  <a16:creationId xmlns:a16="http://schemas.microsoft.com/office/drawing/2014/main" id="{9B70DF7B-F2FA-3553-2CBC-1EF5F9F93FED}"/>
                </a:ext>
              </a:extLst>
            </p:cNvPr>
            <p:cNvSpPr/>
            <p:nvPr/>
          </p:nvSpPr>
          <p:spPr>
            <a:xfrm flipH="1">
              <a:off x="10714383" y="-2207"/>
              <a:ext cx="1477616" cy="1308717"/>
            </a:xfrm>
            <a:prstGeom prst="diagStripe">
              <a:avLst/>
            </a:prstGeom>
            <a:grpFill/>
            <a:ln>
              <a:solidFill>
                <a:srgbClr val="FFD5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0" name="TextBox 4">
              <a:extLst>
                <a:ext uri="{FF2B5EF4-FFF2-40B4-BE49-F238E27FC236}">
                  <a16:creationId xmlns:a16="http://schemas.microsoft.com/office/drawing/2014/main" id="{8CF0A0FA-E2FB-F412-7D37-E627CFF13CE0}"/>
                </a:ext>
              </a:extLst>
            </p:cNvPr>
            <p:cNvSpPr txBox="1"/>
            <p:nvPr/>
          </p:nvSpPr>
          <p:spPr>
            <a:xfrm rot="2670986">
              <a:off x="11079111" y="357451"/>
              <a:ext cx="1062296" cy="223774"/>
            </a:xfrm>
            <a:prstGeom prst="rect">
              <a:avLst/>
            </a:prstGeom>
            <a:grpFill/>
            <a:ln>
              <a:solidFill>
                <a:srgbClr val="FFD559"/>
              </a:solidFill>
            </a:ln>
          </p:spPr>
          <p:txBody>
            <a:bodyPr wrap="non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rgbClr val="191919"/>
                  </a:solidFill>
                  <a:effectLst/>
                  <a:latin typeface="Arial" panose="020B0604020202020204" pitchFamily="34" charset="0"/>
                </a:rPr>
                <a:t>Illustrative</a:t>
              </a:r>
              <a:endParaRPr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1B11D2D-C226-716A-744D-72D075AE34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6598193"/>
              </p:ext>
            </p:extLst>
          </p:nvPr>
        </p:nvGraphicFramePr>
        <p:xfrm>
          <a:off x="6638341" y="4191688"/>
          <a:ext cx="2686432" cy="1521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D1EB7F-CD5D-E018-BA4D-3B19910CB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461035"/>
              </p:ext>
            </p:extLst>
          </p:nvPr>
        </p:nvGraphicFramePr>
        <p:xfrm>
          <a:off x="6230266" y="5594315"/>
          <a:ext cx="3008000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058">
                  <a:extLst>
                    <a:ext uri="{9D8B030D-6E8A-4147-A177-3AD203B41FA5}">
                      <a16:colId xmlns:a16="http://schemas.microsoft.com/office/drawing/2014/main" val="1097146582"/>
                    </a:ext>
                  </a:extLst>
                </a:gridCol>
                <a:gridCol w="1223471">
                  <a:extLst>
                    <a:ext uri="{9D8B030D-6E8A-4147-A177-3AD203B41FA5}">
                      <a16:colId xmlns:a16="http://schemas.microsoft.com/office/drawing/2014/main" val="3878396138"/>
                    </a:ext>
                  </a:extLst>
                </a:gridCol>
                <a:gridCol w="1223471">
                  <a:extLst>
                    <a:ext uri="{9D8B030D-6E8A-4147-A177-3AD203B41FA5}">
                      <a16:colId xmlns:a16="http://schemas.microsoft.com/office/drawing/2014/main" val="1709781128"/>
                    </a:ext>
                  </a:extLst>
                </a:gridCol>
              </a:tblGrid>
              <a:tr h="210710"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ROI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2.8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857110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8F5662D2-8476-DB21-D152-1968B4EA5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285516"/>
              </p:ext>
            </p:extLst>
          </p:nvPr>
        </p:nvGraphicFramePr>
        <p:xfrm>
          <a:off x="3009056" y="4159205"/>
          <a:ext cx="2801193" cy="1686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CA60DFB-4C74-E938-F717-B6355AFEC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7404" y="4386662"/>
            <a:ext cx="2126455" cy="122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8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95476-A436-E981-338D-AB9EDAC5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Timeline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EA2BC3-5D48-12CC-AAF1-F230BBD0E5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072D7-216C-EE68-C559-DD3F77D1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C2AB2-BF72-C000-EFCF-1BBAF0E106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Average execution time since Kick Off ~ 17 weeks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F0FD51-7AA7-5130-62C9-7C353894F148}"/>
              </a:ext>
            </a:extLst>
          </p:cNvPr>
          <p:cNvCxnSpPr>
            <a:cxnSpLocks/>
          </p:cNvCxnSpPr>
          <p:nvPr/>
        </p:nvCxnSpPr>
        <p:spPr>
          <a:xfrm>
            <a:off x="339243" y="3278035"/>
            <a:ext cx="11487120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C5F8541-93A6-5E3B-FAB2-F8B1CDF979F2}"/>
              </a:ext>
            </a:extLst>
          </p:cNvPr>
          <p:cNvSpPr txBox="1">
            <a:spLocks/>
          </p:cNvSpPr>
          <p:nvPr/>
        </p:nvSpPr>
        <p:spPr>
          <a:xfrm>
            <a:off x="230112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GB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5E57A290-CEEC-C438-A7CC-315655E19EDC}"/>
              </a:ext>
            </a:extLst>
          </p:cNvPr>
          <p:cNvSpPr txBox="1">
            <a:spLocks/>
          </p:cNvSpPr>
          <p:nvPr/>
        </p:nvSpPr>
        <p:spPr>
          <a:xfrm>
            <a:off x="424224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E8FA8D6-A57E-4AEA-4601-463842811E78}"/>
              </a:ext>
            </a:extLst>
          </p:cNvPr>
          <p:cNvSpPr txBox="1">
            <a:spLocks/>
          </p:cNvSpPr>
          <p:nvPr/>
        </p:nvSpPr>
        <p:spPr>
          <a:xfrm>
            <a:off x="619012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7EAFD483-F2C9-3CEF-9339-7E7CE18F33DD}"/>
              </a:ext>
            </a:extLst>
          </p:cNvPr>
          <p:cNvSpPr txBox="1">
            <a:spLocks/>
          </p:cNvSpPr>
          <p:nvPr/>
        </p:nvSpPr>
        <p:spPr>
          <a:xfrm>
            <a:off x="8144409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noProof="0" dirty="0">
              <a:latin typeface="Arial"/>
              <a:cs typeface="Arial"/>
            </a:endParaRP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98F80AF-766D-EF6F-910C-5BBA52C0F5B9}"/>
              </a:ext>
            </a:extLst>
          </p:cNvPr>
          <p:cNvSpPr txBox="1">
            <a:spLocks/>
          </p:cNvSpPr>
          <p:nvPr/>
        </p:nvSpPr>
        <p:spPr>
          <a:xfrm>
            <a:off x="339243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600" b="1" noProof="0" dirty="0">
              <a:latin typeface="Arial"/>
              <a:cs typeface="Arial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129B2B1-A31B-7283-C23F-BC776F72CD37}"/>
              </a:ext>
            </a:extLst>
          </p:cNvPr>
          <p:cNvGrpSpPr/>
          <p:nvPr/>
        </p:nvGrpSpPr>
        <p:grpSpPr>
          <a:xfrm>
            <a:off x="750829" y="2786700"/>
            <a:ext cx="937228" cy="937228"/>
            <a:chOff x="750829" y="3005775"/>
            <a:chExt cx="937228" cy="93722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DAC2398-29C1-A8F4-56B7-03C3CFFEB267}"/>
                </a:ext>
              </a:extLst>
            </p:cNvPr>
            <p:cNvSpPr/>
            <p:nvPr/>
          </p:nvSpPr>
          <p:spPr>
            <a:xfrm>
              <a:off x="750829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82F3F8F-9D20-D3F5-B8A6-741A252CA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3105" y="3208352"/>
              <a:ext cx="552676" cy="577516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463A3DC-8044-41C3-B263-D58B537420C8}"/>
              </a:ext>
            </a:extLst>
          </p:cNvPr>
          <p:cNvGrpSpPr/>
          <p:nvPr/>
        </p:nvGrpSpPr>
        <p:grpSpPr>
          <a:xfrm>
            <a:off x="2684786" y="2786700"/>
            <a:ext cx="937228" cy="937228"/>
            <a:chOff x="2712706" y="3005775"/>
            <a:chExt cx="937228" cy="937228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E003B78-FB13-3508-301A-2F6E57BAE478}"/>
                </a:ext>
              </a:extLst>
            </p:cNvPr>
            <p:cNvSpPr/>
            <p:nvPr/>
          </p:nvSpPr>
          <p:spPr>
            <a:xfrm>
              <a:off x="271270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CE3F989E-8951-3E1C-CE0A-2CDC5C033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08737" y="3208353"/>
              <a:ext cx="545166" cy="545166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4293399-5F48-D560-F09A-4808081166FC}"/>
              </a:ext>
            </a:extLst>
          </p:cNvPr>
          <p:cNvGrpSpPr/>
          <p:nvPr/>
        </p:nvGrpSpPr>
        <p:grpSpPr>
          <a:xfrm>
            <a:off x="4618743" y="2786700"/>
            <a:ext cx="937228" cy="937228"/>
            <a:chOff x="4653826" y="3005775"/>
            <a:chExt cx="937228" cy="93722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C78CBF6-F836-E1E6-2BCE-DBAEB6AFABBC}"/>
                </a:ext>
              </a:extLst>
            </p:cNvPr>
            <p:cNvSpPr/>
            <p:nvPr/>
          </p:nvSpPr>
          <p:spPr>
            <a:xfrm>
              <a:off x="465382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936AA124-140E-93A7-CFCF-560E25B3A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67603" y="3223569"/>
              <a:ext cx="509674" cy="509674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B29E5E4-D032-6CCD-F781-D814E2962C22}"/>
              </a:ext>
            </a:extLst>
          </p:cNvPr>
          <p:cNvGrpSpPr/>
          <p:nvPr/>
        </p:nvGrpSpPr>
        <p:grpSpPr>
          <a:xfrm>
            <a:off x="6552700" y="2786700"/>
            <a:ext cx="937228" cy="937228"/>
            <a:chOff x="6601706" y="3005775"/>
            <a:chExt cx="937228" cy="93722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ED1EDDC-7E6A-B1D1-F9A9-D4A94A60A5E9}"/>
                </a:ext>
              </a:extLst>
            </p:cNvPr>
            <p:cNvSpPr/>
            <p:nvPr/>
          </p:nvSpPr>
          <p:spPr>
            <a:xfrm>
              <a:off x="660170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0E016AF0-20EA-4326-B518-A139F75E4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777551" y="3179151"/>
              <a:ext cx="585538" cy="611854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AAD72E6-7624-997B-80D7-AB77BBB89B84}"/>
              </a:ext>
            </a:extLst>
          </p:cNvPr>
          <p:cNvGrpSpPr/>
          <p:nvPr/>
        </p:nvGrpSpPr>
        <p:grpSpPr>
          <a:xfrm>
            <a:off x="8486657" y="2817728"/>
            <a:ext cx="937228" cy="937228"/>
            <a:chOff x="8553556" y="3036803"/>
            <a:chExt cx="937228" cy="93722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1BC4D1A-F60A-CC2B-2D3C-E48CDA522E1A}"/>
                </a:ext>
              </a:extLst>
            </p:cNvPr>
            <p:cNvSpPr/>
            <p:nvPr/>
          </p:nvSpPr>
          <p:spPr>
            <a:xfrm>
              <a:off x="8553556" y="3036803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7BA4D6EF-8A60-CDE6-9926-7F39883DA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788283" y="3248753"/>
              <a:ext cx="472652" cy="47265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0D369D0-1DB5-1F3A-544A-94D29E785138}"/>
              </a:ext>
            </a:extLst>
          </p:cNvPr>
          <p:cNvGrpSpPr/>
          <p:nvPr/>
        </p:nvGrpSpPr>
        <p:grpSpPr>
          <a:xfrm>
            <a:off x="10420612" y="2786700"/>
            <a:ext cx="937228" cy="937228"/>
            <a:chOff x="10420612" y="3005775"/>
            <a:chExt cx="937228" cy="937228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F664BC3-9227-B40E-B7A0-B7991C5AC55D}"/>
                </a:ext>
              </a:extLst>
            </p:cNvPr>
            <p:cNvSpPr/>
            <p:nvPr/>
          </p:nvSpPr>
          <p:spPr>
            <a:xfrm>
              <a:off x="10420612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842CDA09-3916-2F9D-4BA5-91CE0C762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626781" y="3220384"/>
              <a:ext cx="524891" cy="524891"/>
            </a:xfrm>
            <a:prstGeom prst="rect">
              <a:avLst/>
            </a:prstGeom>
          </p:spPr>
        </p:pic>
      </p:grp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78BBA6D8-5321-8691-3195-EB6993CCD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966549"/>
              </p:ext>
            </p:extLst>
          </p:nvPr>
        </p:nvGraphicFramePr>
        <p:xfrm>
          <a:off x="305360" y="1695450"/>
          <a:ext cx="11631204" cy="4303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34">
                  <a:extLst>
                    <a:ext uri="{9D8B030D-6E8A-4147-A177-3AD203B41FA5}">
                      <a16:colId xmlns:a16="http://schemas.microsoft.com/office/drawing/2014/main" val="896242949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274651990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3623323588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919603458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691557273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131069885"/>
                    </a:ext>
                  </a:extLst>
                </a:gridCol>
              </a:tblGrid>
              <a:tr h="381143"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Scope check 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n-US" sz="1050" b="0" noProof="0" dirty="0">
                        <a:solidFill>
                          <a:schemeClr val="bg2"/>
                        </a:solidFill>
                        <a:latin typeface="+mn-lt"/>
                        <a:cs typeface="Arial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Data check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Insights check 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n-US" sz="1050" b="0" noProof="0" dirty="0">
                        <a:solidFill>
                          <a:schemeClr val="bg2"/>
                        </a:solidFill>
                        <a:latin typeface="+mn-lt"/>
                        <a:cs typeface="Arial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+mn-lt"/>
                        <a:cs typeface="Segoe UI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326579"/>
                  </a:ext>
                </a:extLst>
              </a:tr>
              <a:tr h="610852"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1. </a:t>
                      </a:r>
                    </a:p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Model design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2.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Data collection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3.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Data sign off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4.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Modelling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5.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Final report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6.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Segoe UI"/>
                        </a:rPr>
                        <a:t>Simulations </a:t>
                      </a:r>
                      <a:endParaRPr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cs typeface="Segoe UI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138411"/>
                  </a:ext>
                </a:extLst>
              </a:tr>
              <a:tr h="1151130">
                <a:tc>
                  <a:txBody>
                    <a:bodyPr/>
                    <a:lstStyle/>
                    <a:p>
                      <a:endParaRPr lang="en-US" sz="11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890530"/>
                  </a:ext>
                </a:extLst>
              </a:tr>
              <a:tr h="438674">
                <a:tc>
                  <a:txBody>
                    <a:bodyPr/>
                    <a:lstStyle/>
                    <a:p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Kick-off call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  <a:cs typeface="Arial"/>
                        </a:rPr>
                        <a:t>Data collection and validation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  <a:cs typeface="Arial"/>
                        </a:rPr>
                        <a:t>Data sign off for modelling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First presentation of model results </a:t>
                      </a:r>
                      <a:endParaRPr lang="en-US" sz="1100" b="0" noProof="0" dirty="0">
                        <a:solidFill>
                          <a:schemeClr val="tx2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Final report delivery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Simulations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292300"/>
                  </a:ext>
                </a:extLst>
              </a:tr>
              <a:tr h="990076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Scope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Contact mapping </a:t>
                      </a:r>
                      <a:endParaRPr lang="en-US" sz="1000" b="0" noProof="0" dirty="0">
                        <a:cs typeface="Arial"/>
                      </a:endParaRP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/>
                        <a:t>Data descriptives and variables transformations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Descriptives presentation to client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Data sign off from client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Data lockdown for modelling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Base presentation </a:t>
                      </a:r>
                    </a:p>
                    <a:p>
                      <a:pPr marL="171450" indent="-171450" algn="l">
                        <a:spcBef>
                          <a:spcPts val="600"/>
                        </a:spcBef>
                        <a:buFontTx/>
                        <a:buChar char="-"/>
                      </a:pPr>
                      <a:r>
                        <a:rPr lang="en-US" sz="1000" b="0" noProof="0" dirty="0">
                          <a:cs typeface="Arial"/>
                        </a:rPr>
                        <a:t>Contributions 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Preliminary checks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noProof="0" dirty="0"/>
                        <a:t>Final presentation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b="0" noProof="0" dirty="0"/>
                        <a:t>Contributions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b="0" noProof="0" dirty="0"/>
                        <a:t>ROI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b="0" noProof="0" dirty="0"/>
                        <a:t>Saturation curves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/>
                        <a:t>Simulation scenarios for media planning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41408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1" i="0" noProof="0" dirty="0">
                          <a:cs typeface="Arial"/>
                        </a:rPr>
                        <a:t>Week 0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noProof="0" dirty="0"/>
                        <a:t>Week 1-3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1" i="0" noProof="0" dirty="0">
                          <a:cs typeface="Arial"/>
                        </a:rPr>
                        <a:t>Week 4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1" i="0" noProof="0" dirty="0">
                          <a:cs typeface="Arial"/>
                        </a:rPr>
                        <a:t>Week 5-11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00" b="1" i="0" noProof="0" dirty="0"/>
                        <a:t>Week 17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noProof="0" dirty="0"/>
                        <a:t>From week 17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0076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  <a:endParaRPr lang="en-U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  <a:endParaRPr lang="en-U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  <a:endParaRPr lang="en-U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8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810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A1795-CA75-7357-FF78-7DCB9D46C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D4717-9CB8-AC9B-5B96-D6B41460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Model technical spec (1/2)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86F7B-C4C9-0BDB-AEFE-37963463AAF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9999" y="1709738"/>
            <a:ext cx="7548588" cy="3999600"/>
          </a:xfrm>
        </p:spPr>
        <p:txBody>
          <a:bodyPr/>
          <a:lstStyle/>
          <a:p>
            <a:r>
              <a:rPr lang="en-US" b="1" noProof="0" dirty="0">
                <a:solidFill>
                  <a:schemeClr val="tx2"/>
                </a:solidFill>
              </a:rPr>
              <a:t>Category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Brand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Period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Frequency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Analysis breaks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Coverage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Sales channel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Dependent variable</a:t>
            </a:r>
            <a:r>
              <a:rPr lang="en-US" noProof="0" dirty="0"/>
              <a:t>: xxx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E25486-9BFA-6F52-1B44-1D25350371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75BF7-661F-614E-102F-FF6445DD5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z="1000" noProof="0" dirty="0">
                <a:solidFill>
                  <a:schemeClr val="tx1"/>
                </a:solidFill>
              </a:rPr>
              <a:t>© Kantar 2024 | </a:t>
            </a:r>
            <a:fld id="{4034BEE3-566C-4068-A777-C3A4762E861B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244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sales volume contribution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sales volume contribution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sales volume contribution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Contribución de medios vs contribución total en volumen ###PIMPEAR###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Inversion en medios vs contribución en volumen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99632" y="1709928"/>
          <a:ext cx="5623560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performance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2724912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273552" y="1709928"/>
          <a:ext cx="2724912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90488" y="1709928"/>
          <a:ext cx="2724912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098280" y="1709928"/>
          <a:ext cx="2724912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ROI – ROI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975104" y="170992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6616" y="170992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ROI 23' Camp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975104" y="303580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6616" y="303580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ROI 24' Camp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975104" y="4361688"/>
          <a:ext cx="9848088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56616" y="436168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ROI No Campaign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Campaing contribution and ROI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1146657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66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66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466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23' Camp Volume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24' Camp Volume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No Campaign Volume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23' Camp Revenue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24' Camp Revenue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No Campaign Revenue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23' Camp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24' Camp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No Campaign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Digital 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1,054.24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96,765,546.67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Digital YT+Meta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2,147.61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1,714.01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198,765,016.17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165,881,365.09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OOH Retail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746.11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456.23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69,650,944.54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43,980,687.14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OOH Screen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1,227.36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113,636,955.37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96.84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Search 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383.08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200.02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35,050,143.16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19,392,844.41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media 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Saturation curve – Media Digital Display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Saturation curve – Media OOH Retail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Saturation curve – Media Digital YT+Meta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Saturation curve – Media OOH Screen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Saturation curve – Media Search Google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Saturation curves thresholds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1146657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Breakthrough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Full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Maximum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Start of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Current Average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Digital 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42,160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257,040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190,400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1,177,647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Digital YT+Meta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3,354,606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45,287,184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22,044,555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33,546,063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38,520,675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OOH Retail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OOH Screen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Search 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10,044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4,982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6,026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16,942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optimization - Media Digital Display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2688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6616" y="4544568"/>
          <a:ext cx="562356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Breakthrough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Full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Maximum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Start of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Current Average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Digital 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42,160.00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257,040.00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170,000.00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190,400.00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1,177,647.33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99632" y="1709928"/>
          <a:ext cx="5623560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optimization - Media OOH Retail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2688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6616" y="4544568"/>
          <a:ext cx="56235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Breakthrough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Full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Maximum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Start of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Current Average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OOH Retail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14.75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11.60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35.99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99632" y="1709928"/>
          <a:ext cx="5623560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optimization - Media Digital YT+Meta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2688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6616" y="4544568"/>
          <a:ext cx="562356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Breakthrough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Full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Maximum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Start of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Current Average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Digital YT+Meta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3,354,606.26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45,287,184.50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22,044,555.42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33,546,062.59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38,520,674.71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99632" y="1709928"/>
          <a:ext cx="5623560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optimization - Media OOH Screen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2688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6616" y="4544568"/>
          <a:ext cx="56235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Breakthrough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Full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Maximum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Start of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Current Average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OOH Screen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42.91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153.37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99632" y="1709928"/>
          <a:ext cx="5623560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optimization - Media Search Google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2688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6616" y="4544568"/>
          <a:ext cx="56235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Breakthrough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Full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Maximum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Start of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Current Average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Search 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1,687.36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10,043.78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4,981.72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6,026.27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16,942.33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99632" y="1709928"/>
          <a:ext cx="5623560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CKSLIDES" val="6.1"/>
  <p:tag name="VERSIONID" val="711"/>
  <p:tag name="EXCLUDEHIDDENSLIDES" val="False"/>
  <p:tag name="NUMBEROFPAGES" val="2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heme/theme1.xml><?xml version="1.0" encoding="utf-8"?>
<a:theme xmlns:a="http://schemas.openxmlformats.org/drawingml/2006/main" name="Kantar template master">
  <a:themeElements>
    <a:clrScheme name="Kantar 2025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BC0331D9-4ED1-4E60-A881-2079B90605DC}"/>
    </a:ext>
  </a:extLst>
</a:theme>
</file>

<file path=ppt/theme/theme2.xml><?xml version="1.0" encoding="utf-8"?>
<a:theme xmlns:a="http://schemas.openxmlformats.org/drawingml/2006/main" name="Content slides - no sub heading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555BAB35-7E9D-43DE-9C7D-54AE4C2B3553}"/>
    </a:ext>
  </a:extLst>
</a:theme>
</file>

<file path=ppt/theme/theme3.xml><?xml version="1.0" encoding="utf-8"?>
<a:theme xmlns:a="http://schemas.openxmlformats.org/drawingml/2006/main" name="Technical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8672DD06-9484-468C-AA0D-EB247F7DFFB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041b3ba-1188-45b5-a271-dfb9a9a8da58">
      <Terms xmlns="http://schemas.microsoft.com/office/infopath/2007/PartnerControls"/>
    </lcf76f155ced4ddcb4097134ff3c332f>
    <TaxCatchAll xmlns="35f0cdc8-4de3-4117-a0d7-8fd86872aa5a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B2EB65F0D434998DAF77486C1C599" ma:contentTypeVersion="17" ma:contentTypeDescription="Create a new document." ma:contentTypeScope="" ma:versionID="66a38013d12be4583532761ffd6e26dd">
  <xsd:schema xmlns:xsd="http://www.w3.org/2001/XMLSchema" xmlns:xs="http://www.w3.org/2001/XMLSchema" xmlns:p="http://schemas.microsoft.com/office/2006/metadata/properties" xmlns:ns1="http://schemas.microsoft.com/sharepoint/v3" xmlns:ns2="6041b3ba-1188-45b5-a271-dfb9a9a8da58" xmlns:ns3="35f0cdc8-4de3-4117-a0d7-8fd86872aa5a" targetNamespace="http://schemas.microsoft.com/office/2006/metadata/properties" ma:root="true" ma:fieldsID="68f015ace5ce8fcd03688c3809a80f6c" ns1:_="" ns2:_="" ns3:_="">
    <xsd:import namespace="http://schemas.microsoft.com/sharepoint/v3"/>
    <xsd:import namespace="6041b3ba-1188-45b5-a271-dfb9a9a8da58"/>
    <xsd:import namespace="35f0cdc8-4de3-4117-a0d7-8fd86872aa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41b3ba-1188-45b5-a271-dfb9a9a8da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5d02d2-2acc-434b-b7bb-812ff22cbf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f0cdc8-4de3-4117-a0d7-8fd86872aa5a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b57090b0-e3f9-4d26-aa0e-b17d9a152435}" ma:internalName="TaxCatchAll" ma:showField="CatchAllData" ma:web="35f0cdc8-4de3-4117-a0d7-8fd86872aa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2193883-9DEF-4394-A746-8B0504B231C0}">
  <ds:schemaRefs>
    <ds:schemaRef ds:uri="http://schemas.microsoft.com/office/2006/documentManagement/types"/>
    <ds:schemaRef ds:uri="http://www.w3.org/XML/1998/namespace"/>
    <ds:schemaRef ds:uri="77798f55-a83f-4680-b3b0-c27aeffd2bb7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b264726-908b-4d2c-b22b-6b55214f6ef7"/>
    <ds:schemaRef ds:uri="http://schemas.microsoft.com/office/2006/metadata/properties"/>
    <ds:schemaRef ds:uri="http://purl.org/dc/elements/1.1/"/>
    <ds:schemaRef ds:uri="6041b3ba-1188-45b5-a271-dfb9a9a8da58"/>
    <ds:schemaRef ds:uri="35f0cdc8-4de3-4117-a0d7-8fd86872aa5a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C2A5E318-820C-49F8-BBBD-9F04B70AAA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041b3ba-1188-45b5-a271-dfb9a9a8da58"/>
    <ds:schemaRef ds:uri="35f0cdc8-4de3-4117-a0d7-8fd86872aa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375B81-FBF5-4924-A5E0-F0376D8E7D5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122</TotalTime>
  <Words>940</Words>
  <Application>Microsoft Office PowerPoint</Application>
  <PresentationFormat>Widescreen</PresentationFormat>
  <Paragraphs>360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Kantar template master</vt:lpstr>
      <vt:lpstr>Content slides - no sub heading</vt:lpstr>
      <vt:lpstr>Technical</vt:lpstr>
      <vt:lpstr>Identifying marketing investment efficiencies</vt:lpstr>
      <vt:lpstr>Agenda</vt:lpstr>
      <vt:lpstr>PowerPoint Presentation</vt:lpstr>
      <vt:lpstr>Objective </vt:lpstr>
      <vt:lpstr>At the end, we’ll have the following results: </vt:lpstr>
      <vt:lpstr>Timeline</vt:lpstr>
      <vt:lpstr>Model technical spec (1/2) </vt:lpstr>
      <vt:lpstr>Overall sales volume contribution</vt:lpstr>
      <vt:lpstr>Media sales volume contribution</vt:lpstr>
      <vt:lpstr>Media sales volume contribution</vt:lpstr>
      <vt:lpstr>Contribución de medios vs contribución total en volumen ###PIMPEAR###</vt:lpstr>
      <vt:lpstr>Inversion en medios vs contribución en volumen</vt:lpstr>
      <vt:lpstr>Media performance analysis</vt:lpstr>
      <vt:lpstr>Media ROI – ROI</vt:lpstr>
      <vt:lpstr>Campaing contribution and ROI</vt:lpstr>
      <vt:lpstr>Full media comparison</vt:lpstr>
      <vt:lpstr>Saturation curve – Media Digital Display</vt:lpstr>
      <vt:lpstr>Saturation curve – Media OOH Retail</vt:lpstr>
      <vt:lpstr>Saturation curve – Media Digital YT+Meta</vt:lpstr>
      <vt:lpstr>Saturation curve – Media OOH Screen</vt:lpstr>
      <vt:lpstr>Saturation curve – Media Search Google</vt:lpstr>
      <vt:lpstr>Saturation curves thresholds</vt:lpstr>
      <vt:lpstr>Media optimization - Media Digital Display</vt:lpstr>
      <vt:lpstr>Media optimization - Media OOH Retail</vt:lpstr>
      <vt:lpstr>Media optimization - Media Digital YT+Meta</vt:lpstr>
      <vt:lpstr>Media optimization - Media OOH Screen</vt:lpstr>
      <vt:lpstr>Media optimization - Media Search Google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Sub-heading</dc:subject>
  <dc:creator>Fernando Monrroy</dc:creator>
  <cp:keywords>Project reference</cp:keywords>
  <dc:description>Date</dc:description>
  <cp:lastModifiedBy>Fernando Monrroy</cp:lastModifiedBy>
  <cp:revision>1</cp:revision>
  <cp:lastPrinted>2017-03-24T13:40:26Z</cp:lastPrinted>
  <dcterms:created xsi:type="dcterms:W3CDTF">2025-07-21T19:48:34Z</dcterms:created>
  <dcterms:modified xsi:type="dcterms:W3CDTF">2025-09-10T18:10:46Z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0x0101009A5B2EB65F0D434998DAF77486C1C599</vt:lpwstr>
  </property>
  <property fmtid="{D5CDD505-2E9C-101B-9397-08002B2CF9AE}" pid="3" name="MSIP_Label_3741da7a-79c1-417c-b408-16c0bfe99fca_Enabled">
    <vt:lpwstr>true</vt:lpwstr>
  </property>
  <property fmtid="{D5CDD505-2E9C-101B-9397-08002B2CF9AE}" pid="4" name="MSIP_Label_3741da7a-79c1-417c-b408-16c0bfe99fca_SetDate">
    <vt:lpwstr>2023-06-01T08:02:15Z</vt:lpwstr>
  </property>
  <property fmtid="{D5CDD505-2E9C-101B-9397-08002B2CF9AE}" pid="5" name="MSIP_Label_3741da7a-79c1-417c-b408-16c0bfe99fca_Method">
    <vt:lpwstr>Standard</vt:lpwstr>
  </property>
  <property fmtid="{D5CDD505-2E9C-101B-9397-08002B2CF9AE}" pid="6" name="MSIP_Label_3741da7a-79c1-417c-b408-16c0bfe99fca_Name">
    <vt:lpwstr>Internal Only - Amber</vt:lpwstr>
  </property>
  <property fmtid="{D5CDD505-2E9C-101B-9397-08002B2CF9AE}" pid="7" name="MSIP_Label_3741da7a-79c1-417c-b408-16c0bfe99fca_SiteId">
    <vt:lpwstr>1e355c04-e0a4-42ed-8e2d-7351591f0ef1</vt:lpwstr>
  </property>
  <property fmtid="{D5CDD505-2E9C-101B-9397-08002B2CF9AE}" pid="8" name="MSIP_Label_3741da7a-79c1-417c-b408-16c0bfe99fca_ActionId">
    <vt:lpwstr>120dd1a1-0079-431a-af79-6bc5509a19aa</vt:lpwstr>
  </property>
  <property fmtid="{D5CDD505-2E9C-101B-9397-08002B2CF9AE}" pid="9" name="MSIP_Label_3741da7a-79c1-417c-b408-16c0bfe99fca_ContentBits">
    <vt:lpwstr>0</vt:lpwstr>
  </property>
  <property fmtid="{D5CDD505-2E9C-101B-9397-08002B2CF9AE}" pid="10" name="MediaServiceImageTags">
    <vt:lpwstr/>
  </property>
</Properties>
</file>