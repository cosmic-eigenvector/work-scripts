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77" r:id="rId5"/>
    <p:sldMasterId id="2147483802" r:id="rId6"/>
  </p:sldMasterIdLst>
  <p:notesMasterIdLst>
    <p:notesMasterId r:id="rId19"/>
  </p:notesMasterIdLst>
  <p:handoutMasterIdLst>
    <p:handoutMasterId r:id="rId20"/>
  </p:handoutMasterIdLst>
  <p:sldIdLst>
    <p:sldId id="2147482118" r:id="rId7"/>
    <p:sldId id="2147482058" r:id="rId8"/>
    <p:sldId id="2147482064" r:id="rId9"/>
    <p:sldId id="2147482119" r:id="rId10"/>
    <p:sldId id="2147482120" r:id="rId11"/>
    <p:sldId id="2147482121" r:id="rId12"/>
    <p:sldId id="2147482060" r:id="rId13"/>
    <p:sldId id="2147482122" r:id="rId14"/>
    <p:sldId id="2147482123" r:id="rId15"/>
    <p:sldId id="2147482124" r:id="rId16"/>
    <p:sldId id="2147482125" r:id="rId17"/>
    <p:sldId id="2147482126" r:id="rId18"/>
  </p:sldIdLst>
  <p:sldSz cx="12192000" cy="6858000"/>
  <p:notesSz cx="6805613" cy="9939338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4152">
          <p15:clr>
            <a:srgbClr val="A4A3A4"/>
          </p15:clr>
        </p15:guide>
        <p15:guide id="7" orient="horz" pos="4020" userDrawn="1">
          <p15:clr>
            <a:srgbClr val="A4A3A4"/>
          </p15:clr>
        </p15:guide>
        <p15:guide id="12" orient="horz" pos="2160" userDrawn="1">
          <p15:clr>
            <a:srgbClr val="A4A3A4"/>
          </p15:clr>
        </p15:guide>
        <p15:guide id="15" pos="3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D173A4-7D36-6628-055C-01AEB7A91FB3}" name="Mitchell, Alexia (KTMLP)" initials="MA(" userId="S::alexia.mitchell@kantar.com::c49c006f-6766-44ce-978c-7c365abb01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333333"/>
    <a:srgbClr val="E6304B"/>
    <a:srgbClr val="E7E7E7"/>
    <a:srgbClr val="C0C0C0"/>
    <a:srgbClr val="989898"/>
    <a:srgbClr val="717171"/>
    <a:srgbClr val="C8D405"/>
    <a:srgbClr val="00AE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 showGuides="1">
      <p:cViewPr varScale="1">
        <p:scale>
          <a:sx n="100" d="100"/>
          <a:sy n="100" d="100"/>
        </p:scale>
        <p:origin x="132" y="462"/>
      </p:cViewPr>
      <p:guideLst>
        <p:guide orient="horz" pos="4152"/>
        <p:guide orient="horz" pos="4020"/>
        <p:guide orient="horz" pos="2160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2" d="100"/>
          <a:sy n="72" d="100"/>
        </p:scale>
        <p:origin x="3078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Monrroy" userId="b98b761b-33af-413d-9fff-50a6768f6576" providerId="ADAL" clId="{264C3089-4FEB-405F-B1A9-333F8243611D}"/>
    <pc:docChg chg="undo custSel delSld modSld">
      <pc:chgData name="Fernando Monrroy" userId="b98b761b-33af-413d-9fff-50a6768f6576" providerId="ADAL" clId="{264C3089-4FEB-405F-B1A9-333F8243611D}" dt="2025-08-12T15:53:23.007" v="2592" actId="20577"/>
      <pc:docMkLst>
        <pc:docMk/>
      </pc:docMkLst>
      <pc:sldChg chg="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800259367" sldId="2147482058"/>
        </pc:sldMkLst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800259367" sldId="2147482058"/>
            <ac:spMk id="2" creationId="{686D868E-0B37-A56C-3F0E-978324561015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800259367" sldId="2147482058"/>
            <ac:spMk id="3" creationId="{F0CADAD1-BAB6-7DCD-66CF-73C36FB3517F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800259367" sldId="2147482058"/>
            <ac:spMk id="5" creationId="{BA445C0A-9F2B-A008-235F-FF4D25879955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800259367" sldId="2147482058"/>
            <ac:spMk id="6" creationId="{B0F60D18-FBE4-3731-E055-AD178FF4C307}"/>
          </ac:spMkLst>
        </pc:spChg>
      </pc:sldChg>
      <pc:sldChg chg="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672440427" sldId="2147482060"/>
        </pc:sldMkLst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672440427" sldId="2147482060"/>
            <ac:spMk id="2" creationId="{014D4717-9CB8-AC9B-5B96-D6B414600555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672440427" sldId="2147482060"/>
            <ac:spMk id="4" creationId="{86086F7B-C4C9-0BDB-AEFE-37963463AAFE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672440427" sldId="2147482060"/>
            <ac:spMk id="5" creationId="{3D075BF7-661F-614E-102F-FF6445DD5564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672440427" sldId="2147482060"/>
            <ac:spMk id="8" creationId="{A9E25486-9BFA-6F52-1B44-1D25350371AC}"/>
          </ac:spMkLst>
        </pc:spChg>
      </pc:sldChg>
      <pc:sldChg chg="modSp mod">
        <pc:chgData name="Fernando Monrroy" userId="b98b761b-33af-413d-9fff-50a6768f6576" providerId="ADAL" clId="{264C3089-4FEB-405F-B1A9-333F8243611D}" dt="2025-08-12T15:53:23.007" v="2592" actId="20577"/>
        <pc:sldMkLst>
          <pc:docMk/>
          <pc:sldMk cId="1507375839" sldId="2147482064"/>
        </pc:sldMkLst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1507375839" sldId="2147482064"/>
            <ac:spMk id="2" creationId="{535A4F9E-D694-F470-7136-D6E29ACC5B30}"/>
          </ac:spMkLst>
        </pc:spChg>
        <pc:spChg chg="mod">
          <ac:chgData name="Fernando Monrroy" userId="b98b761b-33af-413d-9fff-50a6768f6576" providerId="ADAL" clId="{264C3089-4FEB-405F-B1A9-333F8243611D}" dt="2025-08-12T15:53:23.007" v="2592" actId="20577"/>
          <ac:spMkLst>
            <pc:docMk/>
            <pc:sldMk cId="1507375839" sldId="2147482064"/>
            <ac:spMk id="3" creationId="{10D17512-4DA8-5316-E3F9-A41B3AB501C2}"/>
          </ac:spMkLst>
        </pc:spChg>
      </pc:sldChg>
      <pc:sldChg chg="modSp del mod">
        <pc:chgData name="Fernando Monrroy" userId="b98b761b-33af-413d-9fff-50a6768f6576" providerId="ADAL" clId="{264C3089-4FEB-405F-B1A9-333F8243611D}" dt="2025-08-11T16:36:29.356" v="2437" actId="47"/>
        <pc:sldMkLst>
          <pc:docMk/>
          <pc:sldMk cId="2394070033" sldId="2147482112"/>
        </pc:sldMkLst>
      </pc:sldChg>
      <pc:sldChg chg="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3503798241" sldId="2147482118"/>
        </pc:sldMkLst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503798241" sldId="2147482118"/>
            <ac:spMk id="4" creationId="{B74FD53B-3908-A49A-AFCA-B13A7C21D484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503798241" sldId="2147482118"/>
            <ac:spMk id="5" creationId="{0B5D1112-0D16-F8B1-1BC0-C3A70CB84539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503798241" sldId="2147482118"/>
            <ac:spMk id="6" creationId="{BA30FE8B-5E53-5ED7-12EE-7CEEAB5D2524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503798241" sldId="2147482118"/>
            <ac:spMk id="8" creationId="{6B8DB876-366E-12C0-073B-76B1B8832E57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503798241" sldId="2147482118"/>
            <ac:spMk id="15" creationId="{CAE963EC-0165-9AB9-15A6-29BA57CE0B3E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503798241" sldId="2147482118"/>
            <ac:spMk id="16" creationId="{41DFF0AD-BD7E-122C-5472-FC8E9690FC1A}"/>
          </ac:spMkLst>
        </pc:spChg>
      </pc:sldChg>
      <pc:sldChg chg="addSp delSp 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3319406193" sldId="2147482119"/>
        </pc:sldMkLst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2" creationId="{8E5AE5F8-8E77-F8D2-2307-B5FBA3446BF6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3" creationId="{88C38183-5FB4-86F6-DC0E-72D5AFFAC108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4" creationId="{7F7355D0-FAB2-3B4A-8718-225A16D33E3A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5" creationId="{DC69AFAF-E89C-517E-B08C-20ECC2B5D84B}"/>
          </ac:spMkLst>
        </pc:spChg>
        <pc:spChg chg="mod">
          <ac:chgData name="Fernando Monrroy" userId="b98b761b-33af-413d-9fff-50a6768f6576" providerId="ADAL" clId="{264C3089-4FEB-405F-B1A9-333F8243611D}" dt="2025-08-11T16:03:11.294" v="757" actId="20577"/>
          <ac:spMkLst>
            <pc:docMk/>
            <pc:sldMk cId="3319406193" sldId="2147482119"/>
            <ac:spMk id="8" creationId="{3DA3081C-EC66-7255-35F4-F851F38FBA39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9" creationId="{59A12D96-60D5-12C0-BF1C-36F6800FAED0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10" creationId="{D6A8EAC7-3E09-53B5-58A2-B77FF21CA2C9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23" creationId="{C1CC94DB-C81E-9E36-64C0-25D78B2547D4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25" creationId="{79FD216B-070B-4856-D062-2D13CC8A6DCB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28" creationId="{AF3D8430-30F6-AEE9-2535-CB64508F9BEF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30" creationId="{DC4593D8-19DA-AF5F-0913-4585E4B5784A}"/>
          </ac:spMkLst>
        </pc:spChg>
      </pc:sldChg>
      <pc:sldChg chg="addSp delSp modSp mod">
        <pc:chgData name="Fernando Monrroy" userId="b98b761b-33af-413d-9fff-50a6768f6576" providerId="ADAL" clId="{264C3089-4FEB-405F-B1A9-333F8243611D}" dt="2025-08-12T15:01:58.606" v="2591" actId="20577"/>
        <pc:sldMkLst>
          <pc:docMk/>
          <pc:sldMk cId="3932684776" sldId="2147482120"/>
        </pc:sldMkLst>
        <pc:spChg chg="mod">
          <ac:chgData name="Fernando Monrroy" userId="b98b761b-33af-413d-9fff-50a6768f6576" providerId="ADAL" clId="{264C3089-4FEB-405F-B1A9-333F8243611D}" dt="2025-08-11T16:05:25.925" v="1138" actId="20577"/>
          <ac:spMkLst>
            <pc:docMk/>
            <pc:sldMk cId="3932684776" sldId="2147482120"/>
            <ac:spMk id="2" creationId="{7F81C025-D177-1BE4-0AE0-314D31FE7C71}"/>
          </ac:spMkLst>
        </pc:spChg>
        <pc:spChg chg="mod">
          <ac:chgData name="Fernando Monrroy" userId="b98b761b-33af-413d-9fff-50a6768f6576" providerId="ADAL" clId="{264C3089-4FEB-405F-B1A9-333F8243611D}" dt="2025-08-11T16:05:36.467" v="1187" actId="20577"/>
          <ac:spMkLst>
            <pc:docMk/>
            <pc:sldMk cId="3932684776" sldId="2147482120"/>
            <ac:spMk id="165" creationId="{85BC1789-0180-5FF9-F1CF-A82AEA60A0FE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166" creationId="{6D19759C-B251-A141-C334-C96C382BB2A6}"/>
          </ac:spMkLst>
        </pc:spChg>
        <pc:spChg chg="mod">
          <ac:chgData name="Fernando Monrroy" userId="b98b761b-33af-413d-9fff-50a6768f6576" providerId="ADAL" clId="{264C3089-4FEB-405F-B1A9-333F8243611D}" dt="2025-08-12T14:41:03.702" v="2481" actId="20577"/>
          <ac:spMkLst>
            <pc:docMk/>
            <pc:sldMk cId="3932684776" sldId="2147482120"/>
            <ac:spMk id="167" creationId="{B7215349-1B07-6AEF-F6D9-32FC66A72D64}"/>
          </ac:spMkLst>
        </pc:spChg>
        <pc:spChg chg="mod">
          <ac:chgData name="Fernando Monrroy" userId="b98b761b-33af-413d-9fff-50a6768f6576" providerId="ADAL" clId="{264C3089-4FEB-405F-B1A9-333F8243611D}" dt="2025-08-12T14:41:08.831" v="2495" actId="20577"/>
          <ac:spMkLst>
            <pc:docMk/>
            <pc:sldMk cId="3932684776" sldId="2147482120"/>
            <ac:spMk id="168" creationId="{FEDAED1A-4636-AA8B-AEA9-5B26C505DEAD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169" creationId="{EB30EC48-85A9-6249-538A-69C40A4A8AA5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177" creationId="{02ABBF59-FDAA-5798-4706-C22CF989D998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178" creationId="{FE5F77A5-71E2-D2C2-1BAE-BD954B43D3BC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184" creationId="{46EE89CF-6FE3-E408-BDD9-59B36E1EF034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193" creationId="{0581B8A5-6F62-ECFC-6EBF-51EED6398D33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194" creationId="{9F22A0BC-297F-4320-1444-46A1A6B7837B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195" creationId="{BD34CE1F-F126-4B63-1D75-2600E0DB6390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201" creationId="{4E9ED5EC-CE50-F9F9-88BF-51CEC0EBEC54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204" creationId="{6051D5E0-6D03-B454-CF61-A5D2D345372A}"/>
          </ac:spMkLst>
        </pc:spChg>
        <pc:spChg chg="mod">
          <ac:chgData name="Fernando Monrroy" userId="b98b761b-33af-413d-9fff-50a6768f6576" providerId="ADAL" clId="{264C3089-4FEB-405F-B1A9-333F8243611D}" dt="2025-08-12T15:01:58.606" v="2591" actId="20577"/>
          <ac:spMkLst>
            <pc:docMk/>
            <pc:sldMk cId="3932684776" sldId="2147482120"/>
            <ac:spMk id="220" creationId="{8CF0A0FA-E2FB-F412-7D37-E627CFF13CE0}"/>
          </ac:spMkLst>
        </pc:spChg>
        <pc:graphicFrameChg chg="add mod">
          <ac:chgData name="Fernando Monrroy" userId="b98b761b-33af-413d-9fff-50a6768f6576" providerId="ADAL" clId="{264C3089-4FEB-405F-B1A9-333F8243611D}" dt="2025-08-12T14:47:38.157" v="2496"/>
          <ac:graphicFrameMkLst>
            <pc:docMk/>
            <pc:sldMk cId="3932684776" sldId="2147482120"/>
            <ac:graphicFrameMk id="3" creationId="{31B11D2D-C226-716A-744D-72D075AE3452}"/>
          </ac:graphicFrameMkLst>
        </pc:graphicFrameChg>
        <pc:graphicFrameChg chg="add mod">
          <ac:chgData name="Fernando Monrroy" userId="b98b761b-33af-413d-9fff-50a6768f6576" providerId="ADAL" clId="{264C3089-4FEB-405F-B1A9-333F8243611D}" dt="2025-08-12T14:47:38.157" v="2496"/>
          <ac:graphicFrameMkLst>
            <pc:docMk/>
            <pc:sldMk cId="3932684776" sldId="2147482120"/>
            <ac:graphicFrameMk id="6" creationId="{D7D1EB7F-CD5D-E018-BA4D-3B19910CB262}"/>
          </ac:graphicFrameMkLst>
        </pc:graphicFrameChg>
        <pc:graphicFrameChg chg="add mod">
          <ac:chgData name="Fernando Monrroy" userId="b98b761b-33af-413d-9fff-50a6768f6576" providerId="ADAL" clId="{264C3089-4FEB-405F-B1A9-333F8243611D}" dt="2025-08-12T14:55:11.736" v="2555" actId="692"/>
          <ac:graphicFrameMkLst>
            <pc:docMk/>
            <pc:sldMk cId="3932684776" sldId="2147482120"/>
            <ac:graphicFrameMk id="7" creationId="{8F5662D2-8476-DB21-D152-1968B4EA58C7}"/>
          </ac:graphicFrameMkLst>
        </pc:graphicFrameChg>
        <pc:graphicFrameChg chg="mod">
          <ac:chgData name="Fernando Monrroy" userId="b98b761b-33af-413d-9fff-50a6768f6576" providerId="ADAL" clId="{264C3089-4FEB-405F-B1A9-333F8243611D}" dt="2025-08-12T14:53:47.795" v="2534" actId="14100"/>
          <ac:graphicFrameMkLst>
            <pc:docMk/>
            <pc:sldMk cId="3932684776" sldId="2147482120"/>
            <ac:graphicFrameMk id="216" creationId="{21DFB0B2-3209-FB09-21BB-1656F7FD7874}"/>
          </ac:graphicFrameMkLst>
        </pc:graphicFrameChg>
        <pc:picChg chg="add mod">
          <ac:chgData name="Fernando Monrroy" userId="b98b761b-33af-413d-9fff-50a6768f6576" providerId="ADAL" clId="{264C3089-4FEB-405F-B1A9-333F8243611D}" dt="2025-08-12T14:59:09.549" v="2558"/>
          <ac:picMkLst>
            <pc:docMk/>
            <pc:sldMk cId="3932684776" sldId="2147482120"/>
            <ac:picMk id="8" creationId="{8CA60DFB-4C74-E938-F717-B6355AFECDB6}"/>
          </ac:picMkLst>
        </pc:picChg>
      </pc:sldChg>
      <pc:sldChg chg="modSp mod">
        <pc:chgData name="Fernando Monrroy" userId="b98b761b-33af-413d-9fff-50a6768f6576" providerId="ADAL" clId="{264C3089-4FEB-405F-B1A9-333F8243611D}" dt="2025-08-11T16:16:57.099" v="2434" actId="20577"/>
        <pc:sldMkLst>
          <pc:docMk/>
          <pc:sldMk cId="3106810788" sldId="2147482121"/>
        </pc:sldMkLst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106810788" sldId="2147482121"/>
            <ac:spMk id="2" creationId="{00095476-A436-E981-338D-AB9EDAC5F4AB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106810788" sldId="2147482121"/>
            <ac:spMk id="3" creationId="{57EA2BC3-5D48-12CC-AAF1-F230BBD0E5C7}"/>
          </ac:spMkLst>
        </pc:spChg>
        <pc:spChg chg="mod">
          <ac:chgData name="Fernando Monrroy" userId="b98b761b-33af-413d-9fff-50a6768f6576" providerId="ADAL" clId="{264C3089-4FEB-405F-B1A9-333F8243611D}" dt="2025-08-11T16:16:57.099" v="2434" actId="20577"/>
          <ac:spMkLst>
            <pc:docMk/>
            <pc:sldMk cId="3106810788" sldId="2147482121"/>
            <ac:spMk id="4" creationId="{DF0072D7-216C-EE68-C559-DD3F77D1B56C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106810788" sldId="2147482121"/>
            <ac:spMk id="5" creationId="{740C2AB2-BF72-C000-EFCF-1BBAF0E10698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106810788" sldId="2147482121"/>
            <ac:spMk id="12" creationId="{7EAFD483-F2C9-3CEF-9339-7E7CE18F33DD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106810788" sldId="2147482121"/>
            <ac:spMk id="14" creationId="{3DAC2398-29C1-A8F4-56B7-03C3CFFEB267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106810788" sldId="2147482121"/>
            <ac:spMk id="19" creationId="{0E003B78-FB13-3508-301A-2F6E57BAE478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106810788" sldId="2147482121"/>
            <ac:spMk id="20" creationId="{DC78CBF6-F836-E1E6-2BCE-DBAEB6AFABBC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106810788" sldId="2147482121"/>
            <ac:spMk id="22" creationId="{51BC4D1A-F60A-CC2B-2D3C-E48CDA522E1A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106810788" sldId="2147482121"/>
            <ac:spMk id="23" creationId="{0F664BC3-9227-B40E-B7A0-B7991C5AC55D}"/>
          </ac:spMkLst>
        </pc:spChg>
        <pc:graphicFrameChg chg="mod modGraphic">
          <ac:chgData name="Fernando Monrroy" userId="b98b761b-33af-413d-9fff-50a6768f6576" providerId="ADAL" clId="{264C3089-4FEB-405F-B1A9-333F8243611D}" dt="2025-08-11T16:12:24.575" v="2202"/>
          <ac:graphicFrameMkLst>
            <pc:docMk/>
            <pc:sldMk cId="3106810788" sldId="2147482121"/>
            <ac:graphicFrameMk id="49" creationId="{78BBA6D8-5321-8691-3195-EB6993CCDAD7}"/>
          </ac:graphicFrameMkLst>
        </pc:graphicFrameChg>
      </pc:sldChg>
    </pc:docChg>
  </pc:docChgLst>
  <pc:docChgLst>
    <pc:chgData name="Fernando Monrroy" userId="b98b761b-33af-413d-9fff-50a6768f6576" providerId="ADAL" clId="{82E4E91C-71B4-4CD4-8573-98FD36395E0D}"/>
    <pc:docChg chg="custSel modSld">
      <pc:chgData name="Fernando Monrroy" userId="b98b761b-33af-413d-9fff-50a6768f6576" providerId="ADAL" clId="{82E4E91C-71B4-4CD4-8573-98FD36395E0D}" dt="2025-09-04T17:50:52.906" v="0" actId="20577"/>
      <pc:docMkLst>
        <pc:docMk/>
      </pc:docMkLst>
      <pc:sldChg chg="modSp mod">
        <pc:chgData name="Fernando Monrroy" userId="b98b761b-33af-413d-9fff-50a6768f6576" providerId="ADAL" clId="{82E4E91C-71B4-4CD4-8573-98FD36395E0D}" dt="2025-09-04T17:50:52.906" v="0" actId="20577"/>
        <pc:sldMkLst>
          <pc:docMk/>
          <pc:sldMk cId="1507375839" sldId="2147482064"/>
        </pc:sldMkLst>
        <pc:spChg chg="mod">
          <ac:chgData name="Fernando Monrroy" userId="b98b761b-33af-413d-9fff-50a6768f6576" providerId="ADAL" clId="{82E4E91C-71B4-4CD4-8573-98FD36395E0D}" dt="2025-09-04T17:50:52.906" v="0" actId="20577"/>
          <ac:spMkLst>
            <pc:docMk/>
            <pc:sldMk cId="1507375839" sldId="2147482064"/>
            <ac:spMk id="3" creationId="{10D17512-4DA8-5316-E3F9-A41B3AB501C2}"/>
          </ac:spMkLst>
        </pc:spChg>
      </pc:sldChg>
    </pc:docChg>
  </pc:docChgLst>
  <pc:docChgLst>
    <pc:chgData name="Fernando Monrroy" userId="b98b761b-33af-413d-9fff-50a6768f6576" providerId="ADAL" clId="{4BA41B75-252F-48C7-8B97-CC496C6C69D1}"/>
    <pc:docChg chg="addSld modSld">
      <pc:chgData name="Fernando Monrroy" userId="b98b761b-33af-413d-9fff-50a6768f6576" providerId="ADAL" clId="{4BA41B75-252F-48C7-8B97-CC496C6C69D1}" dt="2025-08-08T20:20:28.901" v="32" actId="20577"/>
      <pc:docMkLst>
        <pc:docMk/>
      </pc:docMkLst>
      <pc:sldChg chg="modSp new mod">
        <pc:chgData name="Fernando Monrroy" userId="b98b761b-33af-413d-9fff-50a6768f6576" providerId="ADAL" clId="{4BA41B75-252F-48C7-8B97-CC496C6C69D1}" dt="2025-08-08T20:20:28.901" v="32" actId="20577"/>
        <pc:sldMkLst>
          <pc:docMk/>
          <pc:sldMk cId="506406976" sldId="256"/>
        </pc:sldMkLst>
      </pc:sldChg>
    </pc:docChg>
  </pc:docChgLst>
  <pc:docChgLst>
    <pc:chgData name="Fernando Monrroy" userId="b98b761b-33af-413d-9fff-50a6768f6576" providerId="ADAL" clId="{B838F824-AFE3-4109-9EDE-E62B414B9900}"/>
    <pc:docChg chg="undo redo custSel addSld delSld modSld modMainMaster">
      <pc:chgData name="Fernando Monrroy" userId="b98b761b-33af-413d-9fff-50a6768f6576" providerId="ADAL" clId="{B838F824-AFE3-4109-9EDE-E62B414B9900}" dt="2025-08-11T15:44:28.554" v="2181" actId="27614"/>
      <pc:docMkLst>
        <pc:docMk/>
      </pc:docMkLst>
      <pc:sldChg chg="addSp delSp modSp add del">
        <pc:chgData name="Fernando Monrroy" userId="b98b761b-33af-413d-9fff-50a6768f6576" providerId="ADAL" clId="{B838F824-AFE3-4109-9EDE-E62B414B9900}" dt="2025-08-08T20:44:07.241" v="44" actId="47"/>
        <pc:sldMkLst>
          <pc:docMk/>
          <pc:sldMk cId="0" sldId="256"/>
        </pc:sldMkLst>
      </pc:sldChg>
      <pc:sldChg chg="del">
        <pc:chgData name="Fernando Monrroy" userId="b98b761b-33af-413d-9fff-50a6768f6576" providerId="ADAL" clId="{B838F824-AFE3-4109-9EDE-E62B414B9900}" dt="2025-08-08T20:41:46.535" v="0" actId="47"/>
        <pc:sldMkLst>
          <pc:docMk/>
          <pc:sldMk cId="506406976" sldId="256"/>
        </pc:sldMkLst>
      </pc:sldChg>
      <pc:sldChg chg="add del">
        <pc:chgData name="Fernando Monrroy" userId="b98b761b-33af-413d-9fff-50a6768f6576" providerId="ADAL" clId="{B838F824-AFE3-4109-9EDE-E62B414B9900}" dt="2025-08-11T15:03:52.756" v="874" actId="47"/>
        <pc:sldMkLst>
          <pc:docMk/>
          <pc:sldMk cId="311283436" sldId="2147482010"/>
        </pc:sldMkLst>
      </pc:sldChg>
      <pc:sldChg chg="delSp modSp add del mod">
        <pc:chgData name="Fernando Monrroy" userId="b98b761b-33af-413d-9fff-50a6768f6576" providerId="ADAL" clId="{B838F824-AFE3-4109-9EDE-E62B414B9900}" dt="2025-08-11T15:16:23.825" v="1159" actId="47"/>
        <pc:sldMkLst>
          <pc:docMk/>
          <pc:sldMk cId="2645800833" sldId="2147482012"/>
        </pc:sldMkLst>
      </pc:sldChg>
      <pc:sldChg chg="addSp delSp modSp add mod">
        <pc:chgData name="Fernando Monrroy" userId="b98b761b-33af-413d-9fff-50a6768f6576" providerId="ADAL" clId="{B838F824-AFE3-4109-9EDE-E62B414B9900}" dt="2025-08-11T15:44:28.554" v="2181" actId="27614"/>
        <pc:sldMkLst>
          <pc:docMk/>
          <pc:sldMk cId="800259367" sldId="2147482058"/>
        </pc:sldMkLst>
        <pc:spChg chg="mod">
          <ac:chgData name="Fernando Monrroy" userId="b98b761b-33af-413d-9fff-50a6768f6576" providerId="ADAL" clId="{B838F824-AFE3-4109-9EDE-E62B414B9900}" dt="2025-08-08T20:44:26.020" v="62" actId="20577"/>
          <ac:spMkLst>
            <pc:docMk/>
            <pc:sldMk cId="800259367" sldId="2147482058"/>
            <ac:spMk id="3" creationId="{F0CADAD1-BAB6-7DCD-66CF-73C36FB3517F}"/>
          </ac:spMkLst>
        </pc:spChg>
        <pc:picChg chg="add mod">
          <ac:chgData name="Fernando Monrroy" userId="b98b761b-33af-413d-9fff-50a6768f6576" providerId="ADAL" clId="{B838F824-AFE3-4109-9EDE-E62B414B9900}" dt="2025-08-11T15:44:28.554" v="2181" actId="27614"/>
          <ac:picMkLst>
            <pc:docMk/>
            <pc:sldMk cId="800259367" sldId="2147482058"/>
            <ac:picMk id="8" creationId="{58DCCC24-8332-B4B6-B235-23DFC9A41303}"/>
          </ac:picMkLst>
        </pc:picChg>
      </pc:sldChg>
      <pc:sldChg chg="modSp add mod">
        <pc:chgData name="Fernando Monrroy" userId="b98b761b-33af-413d-9fff-50a6768f6576" providerId="ADAL" clId="{B838F824-AFE3-4109-9EDE-E62B414B9900}" dt="2025-08-08T20:50:41.319" v="252" actId="20577"/>
        <pc:sldMkLst>
          <pc:docMk/>
          <pc:sldMk cId="672440427" sldId="2147482060"/>
        </pc:sldMkLst>
        <pc:spChg chg="mod">
          <ac:chgData name="Fernando Monrroy" userId="b98b761b-33af-413d-9fff-50a6768f6576" providerId="ADAL" clId="{B838F824-AFE3-4109-9EDE-E62B414B9900}" dt="2025-08-08T20:50:41.319" v="252" actId="20577"/>
          <ac:spMkLst>
            <pc:docMk/>
            <pc:sldMk cId="672440427" sldId="2147482060"/>
            <ac:spMk id="4" creationId="{86086F7B-C4C9-0BDB-AEFE-37963463AAFE}"/>
          </ac:spMkLst>
        </pc:spChg>
      </pc:sldChg>
      <pc:sldChg chg="modSp add mod">
        <pc:chgData name="Fernando Monrroy" userId="b98b761b-33af-413d-9fff-50a6768f6576" providerId="ADAL" clId="{B838F824-AFE3-4109-9EDE-E62B414B9900}" dt="2025-08-11T14:51:49.750" v="255" actId="20577"/>
        <pc:sldMkLst>
          <pc:docMk/>
          <pc:sldMk cId="1507375839" sldId="2147482064"/>
        </pc:sldMkLst>
        <pc:spChg chg="mod">
          <ac:chgData name="Fernando Monrroy" userId="b98b761b-33af-413d-9fff-50a6768f6576" providerId="ADAL" clId="{B838F824-AFE3-4109-9EDE-E62B414B9900}" dt="2025-08-11T14:51:49.750" v="255" actId="20577"/>
          <ac:spMkLst>
            <pc:docMk/>
            <pc:sldMk cId="1507375839" sldId="2147482064"/>
            <ac:spMk id="3" creationId="{10D17512-4DA8-5316-E3F9-A41B3AB501C2}"/>
          </ac:spMkLst>
        </pc:spChg>
      </pc:sldChg>
      <pc:sldChg chg="add del">
        <pc:chgData name="Fernando Monrroy" userId="b98b761b-33af-413d-9fff-50a6768f6576" providerId="ADAL" clId="{B838F824-AFE3-4109-9EDE-E62B414B9900}" dt="2025-08-11T15:39:29.291" v="1957" actId="47"/>
        <pc:sldMkLst>
          <pc:docMk/>
          <pc:sldMk cId="1814982317" sldId="2147482067"/>
        </pc:sldMkLst>
      </pc:sldChg>
      <pc:sldChg chg="add del">
        <pc:chgData name="Fernando Monrroy" userId="b98b761b-33af-413d-9fff-50a6768f6576" providerId="ADAL" clId="{B838F824-AFE3-4109-9EDE-E62B414B9900}" dt="2025-08-08T20:47:09.846" v="63" actId="47"/>
        <pc:sldMkLst>
          <pc:docMk/>
          <pc:sldMk cId="26550116" sldId="2147482068"/>
        </pc:sldMkLst>
      </pc:sldChg>
      <pc:sldChg chg="modSp add del mod">
        <pc:chgData name="Fernando Monrroy" userId="b98b761b-33af-413d-9fff-50a6768f6576" providerId="ADAL" clId="{B838F824-AFE3-4109-9EDE-E62B414B9900}" dt="2025-08-11T15:39:40.364" v="1959" actId="47"/>
        <pc:sldMkLst>
          <pc:docMk/>
          <pc:sldMk cId="2394070033" sldId="2147482112"/>
        </pc:sldMkLst>
      </pc:sldChg>
      <pc:sldChg chg="add del">
        <pc:chgData name="Fernando Monrroy" userId="b98b761b-33af-413d-9fff-50a6768f6576" providerId="ADAL" clId="{B838F824-AFE3-4109-9EDE-E62B414B9900}" dt="2025-08-08T20:50:53.798" v="253" actId="47"/>
        <pc:sldMkLst>
          <pc:docMk/>
          <pc:sldMk cId="2340340285" sldId="2147482116"/>
        </pc:sldMkLst>
      </pc:sldChg>
      <pc:sldChg chg="new del">
        <pc:chgData name="Fernando Monrroy" userId="b98b761b-33af-413d-9fff-50a6768f6576" providerId="ADAL" clId="{B838F824-AFE3-4109-9EDE-E62B414B9900}" dt="2025-08-08T20:44:08.299" v="45" actId="47"/>
        <pc:sldMkLst>
          <pc:docMk/>
          <pc:sldMk cId="3965369773" sldId="2147482117"/>
        </pc:sldMkLst>
      </pc:sldChg>
      <pc:sldChg chg="addSp delSp modSp new mod">
        <pc:chgData name="Fernando Monrroy" userId="b98b761b-33af-413d-9fff-50a6768f6576" providerId="ADAL" clId="{B838F824-AFE3-4109-9EDE-E62B414B9900}" dt="2025-08-11T15:43:29.310" v="2179"/>
        <pc:sldMkLst>
          <pc:docMk/>
          <pc:sldMk cId="3503798241" sldId="2147482118"/>
        </pc:sldMkLst>
        <pc:spChg chg="mod">
          <ac:chgData name="Fernando Monrroy" userId="b98b761b-33af-413d-9fff-50a6768f6576" providerId="ADAL" clId="{B838F824-AFE3-4109-9EDE-E62B414B9900}" dt="2025-08-11T15:43:29.310" v="2176"/>
          <ac:spMkLst>
            <pc:docMk/>
            <pc:sldMk cId="3503798241" sldId="2147482118"/>
            <ac:spMk id="4" creationId="{B74FD53B-3908-A49A-AFCA-B13A7C21D484}"/>
          </ac:spMkLst>
        </pc:spChg>
        <pc:spChg chg="mod">
          <ac:chgData name="Fernando Monrroy" userId="b98b761b-33af-413d-9fff-50a6768f6576" providerId="ADAL" clId="{B838F824-AFE3-4109-9EDE-E62B414B9900}" dt="2025-08-11T15:43:29.310" v="2177"/>
          <ac:spMkLst>
            <pc:docMk/>
            <pc:sldMk cId="3503798241" sldId="2147482118"/>
            <ac:spMk id="5" creationId="{0B5D1112-0D16-F8B1-1BC0-C3A70CB84539}"/>
          </ac:spMkLst>
        </pc:spChg>
        <pc:spChg chg="mod">
          <ac:chgData name="Fernando Monrroy" userId="b98b761b-33af-413d-9fff-50a6768f6576" providerId="ADAL" clId="{B838F824-AFE3-4109-9EDE-E62B414B9900}" dt="2025-08-11T15:43:29.310" v="2178"/>
          <ac:spMkLst>
            <pc:docMk/>
            <pc:sldMk cId="3503798241" sldId="2147482118"/>
            <ac:spMk id="6" creationId="{BA30FE8B-5E53-5ED7-12EE-7CEEAB5D2524}"/>
          </ac:spMkLst>
        </pc:spChg>
        <pc:spChg chg="mod">
          <ac:chgData name="Fernando Monrroy" userId="b98b761b-33af-413d-9fff-50a6768f6576" providerId="ADAL" clId="{B838F824-AFE3-4109-9EDE-E62B414B9900}" dt="2025-08-11T15:43:29.310" v="2179"/>
          <ac:spMkLst>
            <pc:docMk/>
            <pc:sldMk cId="3503798241" sldId="2147482118"/>
            <ac:spMk id="8" creationId="{6B8DB876-366E-12C0-073B-76B1B8832E57}"/>
          </ac:spMkLst>
        </pc:spChg>
        <pc:spChg chg="add mod">
          <ac:chgData name="Fernando Monrroy" userId="b98b761b-33af-413d-9fff-50a6768f6576" providerId="ADAL" clId="{B838F824-AFE3-4109-9EDE-E62B414B9900}" dt="2025-08-11T15:43:29.290" v="2072"/>
          <ac:spMkLst>
            <pc:docMk/>
            <pc:sldMk cId="3503798241" sldId="2147482118"/>
            <ac:spMk id="15" creationId="{CAE963EC-0165-9AB9-15A6-29BA57CE0B3E}"/>
          </ac:spMkLst>
        </pc:spChg>
        <pc:spChg chg="add mod">
          <ac:chgData name="Fernando Monrroy" userId="b98b761b-33af-413d-9fff-50a6768f6576" providerId="ADAL" clId="{B838F824-AFE3-4109-9EDE-E62B414B9900}" dt="2025-08-11T15:43:29.290" v="2072"/>
          <ac:spMkLst>
            <pc:docMk/>
            <pc:sldMk cId="3503798241" sldId="2147482118"/>
            <ac:spMk id="16" creationId="{41DFF0AD-BD7E-122C-5472-FC8E9690FC1A}"/>
          </ac:spMkLst>
        </pc:spChg>
        <pc:picChg chg="add mod">
          <ac:chgData name="Fernando Monrroy" userId="b98b761b-33af-413d-9fff-50a6768f6576" providerId="ADAL" clId="{B838F824-AFE3-4109-9EDE-E62B414B9900}" dt="2025-08-11T15:43:29.310" v="2175"/>
          <ac:picMkLst>
            <pc:docMk/>
            <pc:sldMk cId="3503798241" sldId="2147482118"/>
            <ac:picMk id="10" creationId="{F1CD888E-8280-12F7-D8D8-1CF8D2C045C4}"/>
          </ac:picMkLst>
        </pc:picChg>
      </pc:sldChg>
      <pc:sldChg chg="addSp delSp modSp new mod">
        <pc:chgData name="Fernando Monrroy" userId="b98b761b-33af-413d-9fff-50a6768f6576" providerId="ADAL" clId="{B838F824-AFE3-4109-9EDE-E62B414B9900}" dt="2025-08-11T15:03:42.089" v="873" actId="1076"/>
        <pc:sldMkLst>
          <pc:docMk/>
          <pc:sldMk cId="3319406193" sldId="2147482119"/>
        </pc:sldMkLst>
        <pc:spChg chg="mod">
          <ac:chgData name="Fernando Monrroy" userId="b98b761b-33af-413d-9fff-50a6768f6576" providerId="ADAL" clId="{B838F824-AFE3-4109-9EDE-E62B414B9900}" dt="2025-08-11T14:52:21.019" v="266" actId="20577"/>
          <ac:spMkLst>
            <pc:docMk/>
            <pc:sldMk cId="3319406193" sldId="2147482119"/>
            <ac:spMk id="2" creationId="{8E5AE5F8-8E77-F8D2-2307-B5FBA3446BF6}"/>
          </ac:spMkLst>
        </pc:spChg>
        <pc:spChg chg="mod">
          <ac:chgData name="Fernando Monrroy" userId="b98b761b-33af-413d-9fff-50a6768f6576" providerId="ADAL" clId="{B838F824-AFE3-4109-9EDE-E62B414B9900}" dt="2025-08-11T14:53:14.320" v="347" actId="20577"/>
          <ac:spMkLst>
            <pc:docMk/>
            <pc:sldMk cId="3319406193" sldId="2147482119"/>
            <ac:spMk id="3" creationId="{88C38183-5FB4-86F6-DC0E-72D5AFFAC108}"/>
          </ac:spMkLst>
        </pc:spChg>
        <pc:spChg chg="mod">
          <ac:chgData name="Fernando Monrroy" userId="b98b761b-33af-413d-9fff-50a6768f6576" providerId="ADAL" clId="{B838F824-AFE3-4109-9EDE-E62B414B9900}" dt="2025-08-11T15:02:43.853" v="861" actId="14100"/>
          <ac:spMkLst>
            <pc:docMk/>
            <pc:sldMk cId="3319406193" sldId="2147482119"/>
            <ac:spMk id="4" creationId="{7F7355D0-FAB2-3B4A-8718-225A16D33E3A}"/>
          </ac:spMkLst>
        </pc:spChg>
        <pc:spChg chg="mod topLvl">
          <ac:chgData name="Fernando Monrroy" userId="b98b761b-33af-413d-9fff-50a6768f6576" providerId="ADAL" clId="{B838F824-AFE3-4109-9EDE-E62B414B9900}" dt="2025-08-11T15:03:19.491" v="868" actId="164"/>
          <ac:spMkLst>
            <pc:docMk/>
            <pc:sldMk cId="3319406193" sldId="2147482119"/>
            <ac:spMk id="8" creationId="{3DA3081C-EC66-7255-35F4-F851F38FBA39}"/>
          </ac:spMkLst>
        </pc:spChg>
        <pc:spChg chg="mod topLvl">
          <ac:chgData name="Fernando Monrroy" userId="b98b761b-33af-413d-9fff-50a6768f6576" providerId="ADAL" clId="{B838F824-AFE3-4109-9EDE-E62B414B9900}" dt="2025-08-11T15:03:19.491" v="868" actId="164"/>
          <ac:spMkLst>
            <pc:docMk/>
            <pc:sldMk cId="3319406193" sldId="2147482119"/>
            <ac:spMk id="9" creationId="{59A12D96-60D5-12C0-BF1C-36F6800FAED0}"/>
          </ac:spMkLst>
        </pc:spChg>
        <pc:spChg chg="mod topLvl">
          <ac:chgData name="Fernando Monrroy" userId="b98b761b-33af-413d-9fff-50a6768f6576" providerId="ADAL" clId="{B838F824-AFE3-4109-9EDE-E62B414B9900}" dt="2025-08-11T15:03:19.491" v="868" actId="164"/>
          <ac:spMkLst>
            <pc:docMk/>
            <pc:sldMk cId="3319406193" sldId="2147482119"/>
            <ac:spMk id="10" creationId="{D6A8EAC7-3E09-53B5-58A2-B77FF21CA2C9}"/>
          </ac:spMkLst>
        </pc:spChg>
        <pc:spChg chg="mod topLvl">
          <ac:chgData name="Fernando Monrroy" userId="b98b761b-33af-413d-9fff-50a6768f6576" providerId="ADAL" clId="{B838F824-AFE3-4109-9EDE-E62B414B9900}" dt="2025-08-11T15:03:18.342" v="867" actId="164"/>
          <ac:spMkLst>
            <pc:docMk/>
            <pc:sldMk cId="3319406193" sldId="2147482119"/>
            <ac:spMk id="23" creationId="{C1CC94DB-C81E-9E36-64C0-25D78B2547D4}"/>
          </ac:spMkLst>
        </pc:spChg>
        <pc:spChg chg="mod topLvl">
          <ac:chgData name="Fernando Monrroy" userId="b98b761b-33af-413d-9fff-50a6768f6576" providerId="ADAL" clId="{B838F824-AFE3-4109-9EDE-E62B414B9900}" dt="2025-08-11T15:03:18.342" v="867" actId="164"/>
          <ac:spMkLst>
            <pc:docMk/>
            <pc:sldMk cId="3319406193" sldId="2147482119"/>
            <ac:spMk id="24" creationId="{48A207F8-E305-0833-689E-04C3FCDDA418}"/>
          </ac:spMkLst>
        </pc:spChg>
        <pc:spChg chg="mod topLvl">
          <ac:chgData name="Fernando Monrroy" userId="b98b761b-33af-413d-9fff-50a6768f6576" providerId="ADAL" clId="{B838F824-AFE3-4109-9EDE-E62B414B9900}" dt="2025-08-11T15:03:18.342" v="867" actId="164"/>
          <ac:spMkLst>
            <pc:docMk/>
            <pc:sldMk cId="3319406193" sldId="2147482119"/>
            <ac:spMk id="25" creationId="{79FD216B-070B-4856-D062-2D13CC8A6DCB}"/>
          </ac:spMkLst>
        </pc:spChg>
        <pc:spChg chg="add mod">
          <ac:chgData name="Fernando Monrroy" userId="b98b761b-33af-413d-9fff-50a6768f6576" providerId="ADAL" clId="{B838F824-AFE3-4109-9EDE-E62B414B9900}" dt="2025-08-11T15:03:19.491" v="868" actId="164"/>
          <ac:spMkLst>
            <pc:docMk/>
            <pc:sldMk cId="3319406193" sldId="2147482119"/>
            <ac:spMk id="28" creationId="{AF3D8430-30F6-AEE9-2535-CB64508F9BEF}"/>
          </ac:spMkLst>
        </pc:spChg>
        <pc:spChg chg="add mod">
          <ac:chgData name="Fernando Monrroy" userId="b98b761b-33af-413d-9fff-50a6768f6576" providerId="ADAL" clId="{B838F824-AFE3-4109-9EDE-E62B414B9900}" dt="2025-08-11T15:03:27.305" v="871" actId="9"/>
          <ac:spMkLst>
            <pc:docMk/>
            <pc:sldMk cId="3319406193" sldId="2147482119"/>
            <ac:spMk id="30" creationId="{DC4593D8-19DA-AF5F-0913-4585E4B5784A}"/>
          </ac:spMkLst>
        </pc:spChg>
        <pc:grpChg chg="mod">
          <ac:chgData name="Fernando Monrroy" userId="b98b761b-33af-413d-9fff-50a6768f6576" providerId="ADAL" clId="{B838F824-AFE3-4109-9EDE-E62B414B9900}" dt="2025-08-11T15:03:19.491" v="868" actId="164"/>
          <ac:grpSpMkLst>
            <pc:docMk/>
            <pc:sldMk cId="3319406193" sldId="2147482119"/>
            <ac:grpSpMk id="12" creationId="{1281B54A-F258-376B-B302-E248C0DCC402}"/>
          </ac:grpSpMkLst>
        </pc:grpChg>
        <pc:grpChg chg="mod">
          <ac:chgData name="Fernando Monrroy" userId="b98b761b-33af-413d-9fff-50a6768f6576" providerId="ADAL" clId="{B838F824-AFE3-4109-9EDE-E62B414B9900}" dt="2025-08-11T14:55:12.679" v="488" actId="165"/>
          <ac:grpSpMkLst>
            <pc:docMk/>
            <pc:sldMk cId="3319406193" sldId="2147482119"/>
            <ac:grpSpMk id="15" creationId="{3789BE0C-8F5B-1E54-CA95-B4B979C5EC42}"/>
          </ac:grpSpMkLst>
        </pc:grpChg>
        <pc:grpChg chg="add mod">
          <ac:chgData name="Fernando Monrroy" userId="b98b761b-33af-413d-9fff-50a6768f6576" providerId="ADAL" clId="{B838F824-AFE3-4109-9EDE-E62B414B9900}" dt="2025-08-11T14:57:35.124" v="508" actId="207"/>
          <ac:grpSpMkLst>
            <pc:docMk/>
            <pc:sldMk cId="3319406193" sldId="2147482119"/>
            <ac:grpSpMk id="26" creationId="{BF1CD8B9-EE57-B2E9-981B-3CC004C4DEAA}"/>
          </ac:grpSpMkLst>
        </pc:grpChg>
        <pc:grpChg chg="add mod">
          <ac:chgData name="Fernando Monrroy" userId="b98b761b-33af-413d-9fff-50a6768f6576" providerId="ADAL" clId="{B838F824-AFE3-4109-9EDE-E62B414B9900}" dt="2025-08-11T15:03:19.491" v="868" actId="164"/>
          <ac:grpSpMkLst>
            <pc:docMk/>
            <pc:sldMk cId="3319406193" sldId="2147482119"/>
            <ac:grpSpMk id="27" creationId="{0D71076C-5955-E6E1-D5B4-64A4C94F3033}"/>
          </ac:grpSpMkLst>
        </pc:grpChg>
        <pc:grpChg chg="add mod">
          <ac:chgData name="Fernando Monrroy" userId="b98b761b-33af-413d-9fff-50a6768f6576" providerId="ADAL" clId="{B838F824-AFE3-4109-9EDE-E62B414B9900}" dt="2025-08-11T15:03:42.089" v="873" actId="1076"/>
          <ac:grpSpMkLst>
            <pc:docMk/>
            <pc:sldMk cId="3319406193" sldId="2147482119"/>
            <ac:grpSpMk id="31" creationId="{2EFAE740-53C4-DEB2-80C1-7FCFD2A425DB}"/>
          </ac:grpSpMkLst>
        </pc:grpChg>
        <pc:picChg chg="mod topLvl">
          <ac:chgData name="Fernando Monrroy" userId="b98b761b-33af-413d-9fff-50a6768f6576" providerId="ADAL" clId="{B838F824-AFE3-4109-9EDE-E62B414B9900}" dt="2025-08-11T15:03:19.491" v="868" actId="164"/>
          <ac:picMkLst>
            <pc:docMk/>
            <pc:sldMk cId="3319406193" sldId="2147482119"/>
            <ac:picMk id="11" creationId="{6F90FE9B-501E-227B-37D2-5121C8D35327}"/>
          </ac:picMkLst>
        </pc:picChg>
        <pc:picChg chg="mod">
          <ac:chgData name="Fernando Monrroy" userId="b98b761b-33af-413d-9fff-50a6768f6576" providerId="ADAL" clId="{B838F824-AFE3-4109-9EDE-E62B414B9900}" dt="2025-08-11T15:03:18.342" v="867" actId="164"/>
          <ac:picMkLst>
            <pc:docMk/>
            <pc:sldMk cId="3319406193" sldId="2147482119"/>
            <ac:picMk id="16" creationId="{11399F01-FE7A-7EE2-E2A6-BB9ADF1A99A1}"/>
          </ac:picMkLst>
        </pc:picChg>
        <pc:picChg chg="mod">
          <ac:chgData name="Fernando Monrroy" userId="b98b761b-33af-413d-9fff-50a6768f6576" providerId="ADAL" clId="{B838F824-AFE3-4109-9EDE-E62B414B9900}" dt="2025-08-11T15:03:18.342" v="867" actId="164"/>
          <ac:picMkLst>
            <pc:docMk/>
            <pc:sldMk cId="3319406193" sldId="2147482119"/>
            <ac:picMk id="17" creationId="{B0B65CB2-560C-52A4-2FBD-B3131049852A}"/>
          </ac:picMkLst>
        </pc:picChg>
        <pc:picChg chg="mod">
          <ac:chgData name="Fernando Monrroy" userId="b98b761b-33af-413d-9fff-50a6768f6576" providerId="ADAL" clId="{B838F824-AFE3-4109-9EDE-E62B414B9900}" dt="2025-08-11T15:03:18.342" v="867" actId="164"/>
          <ac:picMkLst>
            <pc:docMk/>
            <pc:sldMk cId="3319406193" sldId="2147482119"/>
            <ac:picMk id="18" creationId="{FE0CE547-EF7A-BE04-77E8-258DDE7A2F7B}"/>
          </ac:picMkLst>
        </pc:picChg>
        <pc:picChg chg="mod">
          <ac:chgData name="Fernando Monrroy" userId="b98b761b-33af-413d-9fff-50a6768f6576" providerId="ADAL" clId="{B838F824-AFE3-4109-9EDE-E62B414B9900}" dt="2025-08-11T14:55:12.679" v="488" actId="165"/>
          <ac:picMkLst>
            <pc:docMk/>
            <pc:sldMk cId="3319406193" sldId="2147482119"/>
            <ac:picMk id="19" creationId="{B05B218E-6E79-1B2E-D1CD-FE5E018C8D03}"/>
          </ac:picMkLst>
        </pc:picChg>
        <pc:cxnChg chg="mod">
          <ac:chgData name="Fernando Monrroy" userId="b98b761b-33af-413d-9fff-50a6768f6576" providerId="ADAL" clId="{B838F824-AFE3-4109-9EDE-E62B414B9900}" dt="2025-08-11T15:03:19.491" v="868" actId="164"/>
          <ac:cxnSpMkLst>
            <pc:docMk/>
            <pc:sldMk cId="3319406193" sldId="2147482119"/>
            <ac:cxnSpMk id="13" creationId="{2CB2FF91-307B-5842-A14E-FFF3B538FF9D}"/>
          </ac:cxnSpMkLst>
        </pc:cxnChg>
      </pc:sldChg>
      <pc:sldChg chg="addSp delSp modSp new mod">
        <pc:chgData name="Fernando Monrroy" userId="b98b761b-33af-413d-9fff-50a6768f6576" providerId="ADAL" clId="{B838F824-AFE3-4109-9EDE-E62B414B9900}" dt="2025-08-11T15:19:14.409" v="1206" actId="20577"/>
        <pc:sldMkLst>
          <pc:docMk/>
          <pc:sldMk cId="3932684776" sldId="2147482120"/>
        </pc:sldMkLst>
        <pc:spChg chg="add del mod">
          <ac:chgData name="Fernando Monrroy" userId="b98b761b-33af-413d-9fff-50a6768f6576" providerId="ADAL" clId="{B838F824-AFE3-4109-9EDE-E62B414B9900}" dt="2025-08-11T15:05:27.273" v="887" actId="478"/>
          <ac:spMkLst>
            <pc:docMk/>
            <pc:sldMk cId="3932684776" sldId="2147482120"/>
            <ac:spMk id="2" creationId="{7F81C025-D177-1BE4-0AE0-314D31FE7C71}"/>
          </ac:spMkLst>
        </pc:spChg>
        <pc:spChg chg="add mod">
          <ac:chgData name="Fernando Monrroy" userId="b98b761b-33af-413d-9fff-50a6768f6576" providerId="ADAL" clId="{B838F824-AFE3-4109-9EDE-E62B414B9900}" dt="2025-08-11T15:10:31.792" v="1035" actId="404"/>
          <ac:spMkLst>
            <pc:docMk/>
            <pc:sldMk cId="3932684776" sldId="2147482120"/>
            <ac:spMk id="165" creationId="{85BC1789-0180-5FF9-F1CF-A82AEA60A0FE}"/>
          </ac:spMkLst>
        </pc:spChg>
        <pc:spChg chg="add mod">
          <ac:chgData name="Fernando Monrroy" userId="b98b761b-33af-413d-9fff-50a6768f6576" providerId="ADAL" clId="{B838F824-AFE3-4109-9EDE-E62B414B9900}" dt="2025-08-11T15:10:24.476" v="1034" actId="113"/>
          <ac:spMkLst>
            <pc:docMk/>
            <pc:sldMk cId="3932684776" sldId="2147482120"/>
            <ac:spMk id="166" creationId="{6D19759C-B251-A141-C334-C96C382BB2A6}"/>
          </ac:spMkLst>
        </pc:spChg>
        <pc:spChg chg="add mod">
          <ac:chgData name="Fernando Monrroy" userId="b98b761b-33af-413d-9fff-50a6768f6576" providerId="ADAL" clId="{B838F824-AFE3-4109-9EDE-E62B414B9900}" dt="2025-08-11T15:17:47.700" v="1180" actId="1076"/>
          <ac:spMkLst>
            <pc:docMk/>
            <pc:sldMk cId="3932684776" sldId="2147482120"/>
            <ac:spMk id="167" creationId="{B7215349-1B07-6AEF-F6D9-32FC66A72D64}"/>
          </ac:spMkLst>
        </pc:spChg>
        <pc:spChg chg="add mod">
          <ac:chgData name="Fernando Monrroy" userId="b98b761b-33af-413d-9fff-50a6768f6576" providerId="ADAL" clId="{B838F824-AFE3-4109-9EDE-E62B414B9900}" dt="2025-08-11T15:18:44.784" v="1190" actId="1076"/>
          <ac:spMkLst>
            <pc:docMk/>
            <pc:sldMk cId="3932684776" sldId="2147482120"/>
            <ac:spMk id="168" creationId="{FEDAED1A-4636-AA8B-AEA9-5B26C505DEAD}"/>
          </ac:spMkLst>
        </pc:spChg>
        <pc:spChg chg="add mod">
          <ac:chgData name="Fernando Monrroy" userId="b98b761b-33af-413d-9fff-50a6768f6576" providerId="ADAL" clId="{B838F824-AFE3-4109-9EDE-E62B414B9900}" dt="2025-08-11T15:16:40.511" v="1161" actId="14100"/>
          <ac:spMkLst>
            <pc:docMk/>
            <pc:sldMk cId="3932684776" sldId="2147482120"/>
            <ac:spMk id="169" creationId="{EB30EC48-85A9-6249-538A-69C40A4A8AA5}"/>
          </ac:spMkLst>
        </pc:spChg>
        <pc:spChg chg="add mod">
          <ac:chgData name="Fernando Monrroy" userId="b98b761b-33af-413d-9fff-50a6768f6576" providerId="ADAL" clId="{B838F824-AFE3-4109-9EDE-E62B414B9900}" dt="2025-08-11T15:18:30.757" v="1187" actId="14100"/>
          <ac:spMkLst>
            <pc:docMk/>
            <pc:sldMk cId="3932684776" sldId="2147482120"/>
            <ac:spMk id="170" creationId="{2731C763-6B1D-A929-4E3B-D3C9D4F216EC}"/>
          </ac:spMkLst>
        </pc:spChg>
        <pc:spChg chg="add mod">
          <ac:chgData name="Fernando Monrroy" userId="b98b761b-33af-413d-9fff-50a6768f6576" providerId="ADAL" clId="{B838F824-AFE3-4109-9EDE-E62B414B9900}" dt="2025-08-11T15:17:43.019" v="1179" actId="1076"/>
          <ac:spMkLst>
            <pc:docMk/>
            <pc:sldMk cId="3932684776" sldId="2147482120"/>
            <ac:spMk id="171" creationId="{3D134825-6818-8418-8879-3642287521B5}"/>
          </ac:spMkLst>
        </pc:spChg>
        <pc:spChg chg="add mod">
          <ac:chgData name="Fernando Monrroy" userId="b98b761b-33af-413d-9fff-50a6768f6576" providerId="ADAL" clId="{B838F824-AFE3-4109-9EDE-E62B414B9900}" dt="2025-08-11T15:18:37.806" v="1189" actId="14100"/>
          <ac:spMkLst>
            <pc:docMk/>
            <pc:sldMk cId="3932684776" sldId="2147482120"/>
            <ac:spMk id="172" creationId="{1A925A77-9C8C-40E5-DBDA-A67D8AF36C6B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74" creationId="{3CAAC72E-BB22-ECC7-177E-79AFD0C78729}"/>
          </ac:spMkLst>
        </pc:spChg>
        <pc:spChg chg="mod">
          <ac:chgData name="Fernando Monrroy" userId="b98b761b-33af-413d-9fff-50a6768f6576" providerId="ADAL" clId="{B838F824-AFE3-4109-9EDE-E62B414B9900}" dt="2025-08-11T15:19:14.409" v="1206" actId="20577"/>
          <ac:spMkLst>
            <pc:docMk/>
            <pc:sldMk cId="3932684776" sldId="2147482120"/>
            <ac:spMk id="176" creationId="{92136B72-94FB-4E53-9422-7E1439E4365B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79" creationId="{D3984530-E5A7-9910-C190-1A3AED46CEF4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84" creationId="{46EE89CF-6FE3-E408-BDD9-59B36E1EF034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88" creationId="{B3AEC923-C88A-3204-7370-A7F17E858BC9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89" creationId="{F2B42C6E-8B6C-8F5D-A12E-7CB688065110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93" creationId="{0581B8A5-6F62-ECFC-6EBF-51EED6398D33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94" creationId="{9F22A0BC-297F-4320-1444-46A1A6B7837B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95" creationId="{BD34CE1F-F126-4B63-1D75-2600E0DB6390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97" creationId="{F5502B27-8F9B-A425-DC05-9DB25CB966E1}"/>
          </ac:spMkLst>
        </pc:spChg>
        <pc:spChg chg="mod">
          <ac:chgData name="Fernando Monrroy" userId="b98b761b-33af-413d-9fff-50a6768f6576" providerId="ADAL" clId="{B838F824-AFE3-4109-9EDE-E62B414B9900}" dt="2025-08-11T15:11:53.014" v="1097"/>
          <ac:spMkLst>
            <pc:docMk/>
            <pc:sldMk cId="3932684776" sldId="2147482120"/>
            <ac:spMk id="200" creationId="{6D86A31C-8522-6B74-F7C9-55BCAEF82F98}"/>
          </ac:spMkLst>
        </pc:spChg>
        <pc:spChg chg="mod">
          <ac:chgData name="Fernando Monrroy" userId="b98b761b-33af-413d-9fff-50a6768f6576" providerId="ADAL" clId="{B838F824-AFE3-4109-9EDE-E62B414B9900}" dt="2025-08-11T15:11:53.014" v="1097"/>
          <ac:spMkLst>
            <pc:docMk/>
            <pc:sldMk cId="3932684776" sldId="2147482120"/>
            <ac:spMk id="201" creationId="{4E9ED5EC-CE50-F9F9-88BF-51CEC0EBEC54}"/>
          </ac:spMkLst>
        </pc:spChg>
        <pc:spChg chg="mod">
          <ac:chgData name="Fernando Monrroy" userId="b98b761b-33af-413d-9fff-50a6768f6576" providerId="ADAL" clId="{B838F824-AFE3-4109-9EDE-E62B414B9900}" dt="2025-08-11T15:11:53.014" v="1097"/>
          <ac:spMkLst>
            <pc:docMk/>
            <pc:sldMk cId="3932684776" sldId="2147482120"/>
            <ac:spMk id="202" creationId="{CDC72BC2-239E-B1B6-31A8-81D735DD26F3}"/>
          </ac:spMkLst>
        </pc:spChg>
        <pc:spChg chg="mod">
          <ac:chgData name="Fernando Monrroy" userId="b98b761b-33af-413d-9fff-50a6768f6576" providerId="ADAL" clId="{B838F824-AFE3-4109-9EDE-E62B414B9900}" dt="2025-08-11T15:11:53.014" v="1097"/>
          <ac:spMkLst>
            <pc:docMk/>
            <pc:sldMk cId="3932684776" sldId="2147482120"/>
            <ac:spMk id="203" creationId="{A3544688-EECC-89DD-95DA-E593E5F4D722}"/>
          </ac:spMkLst>
        </pc:spChg>
        <pc:spChg chg="add del mod">
          <ac:chgData name="Fernando Monrroy" userId="b98b761b-33af-413d-9fff-50a6768f6576" providerId="ADAL" clId="{B838F824-AFE3-4109-9EDE-E62B414B9900}" dt="2025-08-11T15:12:06.125" v="1104" actId="20577"/>
          <ac:spMkLst>
            <pc:docMk/>
            <pc:sldMk cId="3932684776" sldId="2147482120"/>
            <ac:spMk id="204" creationId="{6051D5E0-6D03-B454-CF61-A5D2D345372A}"/>
          </ac:spMkLst>
        </pc:spChg>
        <pc:spChg chg="mod">
          <ac:chgData name="Fernando Monrroy" userId="b98b761b-33af-413d-9fff-50a6768f6576" providerId="ADAL" clId="{B838F824-AFE3-4109-9EDE-E62B414B9900}" dt="2025-08-11T15:16:13.790" v="1157"/>
          <ac:spMkLst>
            <pc:docMk/>
            <pc:sldMk cId="3932684776" sldId="2147482120"/>
            <ac:spMk id="219" creationId="{9B70DF7B-F2FA-3553-2CBC-1EF5F9F93FED}"/>
          </ac:spMkLst>
        </pc:spChg>
        <pc:spChg chg="mod">
          <ac:chgData name="Fernando Monrroy" userId="b98b761b-33af-413d-9fff-50a6768f6576" providerId="ADAL" clId="{B838F824-AFE3-4109-9EDE-E62B414B9900}" dt="2025-08-11T15:16:13.790" v="1157"/>
          <ac:spMkLst>
            <pc:docMk/>
            <pc:sldMk cId="3932684776" sldId="2147482120"/>
            <ac:spMk id="220" creationId="{8CF0A0FA-E2FB-F412-7D37-E627CFF13CE0}"/>
          </ac:spMkLst>
        </pc:spChg>
        <pc:grpChg chg="add mod">
          <ac:chgData name="Fernando Monrroy" userId="b98b761b-33af-413d-9fff-50a6768f6576" providerId="ADAL" clId="{B838F824-AFE3-4109-9EDE-E62B414B9900}" dt="2025-08-11T15:12:16.924" v="1107" actId="1076"/>
          <ac:grpSpMkLst>
            <pc:docMk/>
            <pc:sldMk cId="3932684776" sldId="2147482120"/>
            <ac:grpSpMk id="198" creationId="{7D70BF79-8B25-BCA7-CBC1-90B89263CE7D}"/>
          </ac:grpSpMkLst>
        </pc:grpChg>
        <pc:grpChg chg="add mod">
          <ac:chgData name="Fernando Monrroy" userId="b98b761b-33af-413d-9fff-50a6768f6576" providerId="ADAL" clId="{B838F824-AFE3-4109-9EDE-E62B414B9900}" dt="2025-08-11T15:16:18.429" v="1158" actId="14100"/>
          <ac:grpSpMkLst>
            <pc:docMk/>
            <pc:sldMk cId="3932684776" sldId="2147482120"/>
            <ac:grpSpMk id="218" creationId="{FD86B67E-274B-AD57-1DAE-9CD09CD9F765}"/>
          </ac:grpSpMkLst>
        </pc:grpChg>
        <pc:graphicFrameChg chg="add mod">
          <ac:chgData name="Fernando Monrroy" userId="b98b761b-33af-413d-9fff-50a6768f6576" providerId="ADAL" clId="{B838F824-AFE3-4109-9EDE-E62B414B9900}" dt="2025-08-11T15:12:47.658" v="1115" actId="1076"/>
          <ac:graphicFrameMkLst>
            <pc:docMk/>
            <pc:sldMk cId="3932684776" sldId="2147482120"/>
            <ac:graphicFrameMk id="208" creationId="{6C8D9979-3688-7898-4CD0-CAE7DF655404}"/>
          </ac:graphicFrameMkLst>
        </pc:graphicFrameChg>
        <pc:graphicFrameChg chg="add mod">
          <ac:chgData name="Fernando Monrroy" userId="b98b761b-33af-413d-9fff-50a6768f6576" providerId="ADAL" clId="{B838F824-AFE3-4109-9EDE-E62B414B9900}" dt="2025-08-11T15:15:37.177" v="1151" actId="207"/>
          <ac:graphicFrameMkLst>
            <pc:docMk/>
            <pc:sldMk cId="3932684776" sldId="2147482120"/>
            <ac:graphicFrameMk id="216" creationId="{21DFB0B2-3209-FB09-21BB-1656F7FD7874}"/>
          </ac:graphicFrameMkLst>
        </pc:graphicFrameChg>
        <pc:cxnChg chg="mod">
          <ac:chgData name="Fernando Monrroy" userId="b98b761b-33af-413d-9fff-50a6768f6576" providerId="ADAL" clId="{B838F824-AFE3-4109-9EDE-E62B414B9900}" dt="2025-08-11T15:12:57.866" v="1118" actId="14100"/>
          <ac:cxnSpMkLst>
            <pc:docMk/>
            <pc:sldMk cId="3932684776" sldId="2147482120"/>
            <ac:cxnSpMk id="206" creationId="{14AB50F1-4F8D-12F1-282C-EB22F4EE7465}"/>
          </ac:cxnSpMkLst>
        </pc:cxnChg>
        <pc:cxnChg chg="add mod">
          <ac:chgData name="Fernando Monrroy" userId="b98b761b-33af-413d-9fff-50a6768f6576" providerId="ADAL" clId="{B838F824-AFE3-4109-9EDE-E62B414B9900}" dt="2025-08-11T15:12:54.632" v="1117" actId="14100"/>
          <ac:cxnSpMkLst>
            <pc:docMk/>
            <pc:sldMk cId="3932684776" sldId="2147482120"/>
            <ac:cxnSpMk id="207" creationId="{83778E38-707C-DCC4-A6F7-440396A924F2}"/>
          </ac:cxnSpMkLst>
        </pc:cxnChg>
      </pc:sldChg>
      <pc:sldChg chg="addSp delSp modSp new mod">
        <pc:chgData name="Fernando Monrroy" userId="b98b761b-33af-413d-9fff-50a6768f6576" providerId="ADAL" clId="{B838F824-AFE3-4109-9EDE-E62B414B9900}" dt="2025-08-11T15:39:19.320" v="1956" actId="2084"/>
        <pc:sldMkLst>
          <pc:docMk/>
          <pc:sldMk cId="3106810788" sldId="2147482121"/>
        </pc:sldMkLst>
        <pc:spChg chg="mod">
          <ac:chgData name="Fernando Monrroy" userId="b98b761b-33af-413d-9fff-50a6768f6576" providerId="ADAL" clId="{B838F824-AFE3-4109-9EDE-E62B414B9900}" dt="2025-08-11T15:19:40.202" v="1215" actId="20577"/>
          <ac:spMkLst>
            <pc:docMk/>
            <pc:sldMk cId="3106810788" sldId="2147482121"/>
            <ac:spMk id="2" creationId="{00095476-A436-E981-338D-AB9EDAC5F4AB}"/>
          </ac:spMkLst>
        </pc:spChg>
        <pc:spChg chg="mod">
          <ac:chgData name="Fernando Monrroy" userId="b98b761b-33af-413d-9fff-50a6768f6576" providerId="ADAL" clId="{B838F824-AFE3-4109-9EDE-E62B414B9900}" dt="2025-08-11T15:19:47.734" v="1222" actId="20577"/>
          <ac:spMkLst>
            <pc:docMk/>
            <pc:sldMk cId="3106810788" sldId="2147482121"/>
            <ac:spMk id="5" creationId="{740C2AB2-BF72-C000-EFCF-1BBAF0E10698}"/>
          </ac:spMkLst>
        </pc:spChg>
        <pc:spChg chg="mod">
          <ac:chgData name="Fernando Monrroy" userId="b98b761b-33af-413d-9fff-50a6768f6576" providerId="ADAL" clId="{B838F824-AFE3-4109-9EDE-E62B414B9900}" dt="2025-08-11T15:28:11.640" v="1507" actId="21"/>
          <ac:spMkLst>
            <pc:docMk/>
            <pc:sldMk cId="3106810788" sldId="2147482121"/>
            <ac:spMk id="9" creationId="{7C5F8541-93A6-5E3B-FAB2-F8B1CDF979F2}"/>
          </ac:spMkLst>
        </pc:spChg>
        <pc:spChg chg="mod">
          <ac:chgData name="Fernando Monrroy" userId="b98b761b-33af-413d-9fff-50a6768f6576" providerId="ADAL" clId="{B838F824-AFE3-4109-9EDE-E62B414B9900}" dt="2025-08-11T15:28:14.764" v="1509" actId="21"/>
          <ac:spMkLst>
            <pc:docMk/>
            <pc:sldMk cId="3106810788" sldId="2147482121"/>
            <ac:spMk id="10" creationId="{5E57A290-CEEC-C438-A7CC-315655E19EDC}"/>
          </ac:spMkLst>
        </pc:spChg>
        <pc:spChg chg="add mod">
          <ac:chgData name="Fernando Monrroy" userId="b98b761b-33af-413d-9fff-50a6768f6576" providerId="ADAL" clId="{B838F824-AFE3-4109-9EDE-E62B414B9900}" dt="2025-08-11T15:28:17.965" v="1511" actId="21"/>
          <ac:spMkLst>
            <pc:docMk/>
            <pc:sldMk cId="3106810788" sldId="2147482121"/>
            <ac:spMk id="11" creationId="{CE8FA8D6-A57E-4AEA-4601-463842811E78}"/>
          </ac:spMkLst>
        </pc:spChg>
        <pc:spChg chg="mod">
          <ac:chgData name="Fernando Monrroy" userId="b98b761b-33af-413d-9fff-50a6768f6576" providerId="ADAL" clId="{B838F824-AFE3-4109-9EDE-E62B414B9900}" dt="2025-08-11T15:28:20.803" v="1513" actId="21"/>
          <ac:spMkLst>
            <pc:docMk/>
            <pc:sldMk cId="3106810788" sldId="2147482121"/>
            <ac:spMk id="12" creationId="{7EAFD483-F2C9-3CEF-9339-7E7CE18F33DD}"/>
          </ac:spMkLst>
        </pc:spChg>
        <pc:spChg chg="add mod">
          <ac:chgData name="Fernando Monrroy" userId="b98b761b-33af-413d-9fff-50a6768f6576" providerId="ADAL" clId="{B838F824-AFE3-4109-9EDE-E62B414B9900}" dt="2025-08-11T15:20:57.193" v="1232" actId="164"/>
          <ac:spMkLst>
            <pc:docMk/>
            <pc:sldMk cId="3106810788" sldId="2147482121"/>
            <ac:spMk id="14" creationId="{3DAC2398-29C1-A8F4-56B7-03C3CFFEB267}"/>
          </ac:spMkLst>
        </pc:spChg>
        <pc:spChg chg="add mod">
          <ac:chgData name="Fernando Monrroy" userId="b98b761b-33af-413d-9fff-50a6768f6576" providerId="ADAL" clId="{B838F824-AFE3-4109-9EDE-E62B414B9900}" dt="2025-08-11T15:28:07.819" v="1505" actId="21"/>
          <ac:spMkLst>
            <pc:docMk/>
            <pc:sldMk cId="3106810788" sldId="2147482121"/>
            <ac:spMk id="15" creationId="{998F80AF-766D-EF6F-910C-5BBA52C0F5B9}"/>
          </ac:spMkLst>
        </pc:spChg>
        <pc:spChg chg="add mod">
          <ac:chgData name="Fernando Monrroy" userId="b98b761b-33af-413d-9fff-50a6768f6576" providerId="ADAL" clId="{B838F824-AFE3-4109-9EDE-E62B414B9900}" dt="2025-08-11T15:21:06.289" v="1233" actId="164"/>
          <ac:spMkLst>
            <pc:docMk/>
            <pc:sldMk cId="3106810788" sldId="2147482121"/>
            <ac:spMk id="19" creationId="{0E003B78-FB13-3508-301A-2F6E57BAE478}"/>
          </ac:spMkLst>
        </pc:spChg>
        <pc:spChg chg="mod">
          <ac:chgData name="Fernando Monrroy" userId="b98b761b-33af-413d-9fff-50a6768f6576" providerId="ADAL" clId="{B838F824-AFE3-4109-9EDE-E62B414B9900}" dt="2025-08-11T15:21:10.538" v="1234" actId="164"/>
          <ac:spMkLst>
            <pc:docMk/>
            <pc:sldMk cId="3106810788" sldId="2147482121"/>
            <ac:spMk id="20" creationId="{DC78CBF6-F836-E1E6-2BCE-DBAEB6AFABBC}"/>
          </ac:spMkLst>
        </pc:spChg>
        <pc:spChg chg="mod">
          <ac:chgData name="Fernando Monrroy" userId="b98b761b-33af-413d-9fff-50a6768f6576" providerId="ADAL" clId="{B838F824-AFE3-4109-9EDE-E62B414B9900}" dt="2025-08-11T15:21:20.295" v="1235" actId="164"/>
          <ac:spMkLst>
            <pc:docMk/>
            <pc:sldMk cId="3106810788" sldId="2147482121"/>
            <ac:spMk id="21" creationId="{2ED1EDDC-7E6A-B1D1-F9A9-D4A94A60A5E9}"/>
          </ac:spMkLst>
        </pc:spChg>
        <pc:spChg chg="add mod">
          <ac:chgData name="Fernando Monrroy" userId="b98b761b-33af-413d-9fff-50a6768f6576" providerId="ADAL" clId="{B838F824-AFE3-4109-9EDE-E62B414B9900}" dt="2025-08-11T15:21:26.576" v="1237" actId="164"/>
          <ac:spMkLst>
            <pc:docMk/>
            <pc:sldMk cId="3106810788" sldId="2147482121"/>
            <ac:spMk id="22" creationId="{51BC4D1A-F60A-CC2B-2D3C-E48CDA522E1A}"/>
          </ac:spMkLst>
        </pc:spChg>
        <pc:spChg chg="mod">
          <ac:chgData name="Fernando Monrroy" userId="b98b761b-33af-413d-9fff-50a6768f6576" providerId="ADAL" clId="{B838F824-AFE3-4109-9EDE-E62B414B9900}" dt="2025-08-11T15:21:56.050" v="1245" actId="208"/>
          <ac:spMkLst>
            <pc:docMk/>
            <pc:sldMk cId="3106810788" sldId="2147482121"/>
            <ac:spMk id="23" creationId="{0F664BC3-9227-B40E-B7A0-B7991C5AC55D}"/>
          </ac:spMkLst>
        </pc:spChg>
        <pc:grpChg chg="add mod">
          <ac:chgData name="Fernando Monrroy" userId="b98b761b-33af-413d-9fff-50a6768f6576" providerId="ADAL" clId="{B838F824-AFE3-4109-9EDE-E62B414B9900}" dt="2025-08-11T15:36:43.365" v="1773" actId="1035"/>
          <ac:grpSpMkLst>
            <pc:docMk/>
            <pc:sldMk cId="3106810788" sldId="2147482121"/>
            <ac:grpSpMk id="41" creationId="{A129B2B1-A31B-7283-C23F-BC776F72CD37}"/>
          </ac:grpSpMkLst>
        </pc:grpChg>
        <pc:grpChg chg="add mod">
          <ac:chgData name="Fernando Monrroy" userId="b98b761b-33af-413d-9fff-50a6768f6576" providerId="ADAL" clId="{B838F824-AFE3-4109-9EDE-E62B414B9900}" dt="2025-08-11T15:36:43.365" v="1773" actId="1035"/>
          <ac:grpSpMkLst>
            <pc:docMk/>
            <pc:sldMk cId="3106810788" sldId="2147482121"/>
            <ac:grpSpMk id="42" creationId="{B463A3DC-8044-41C3-B263-D58B537420C8}"/>
          </ac:grpSpMkLst>
        </pc:grpChg>
        <pc:grpChg chg="add mod">
          <ac:chgData name="Fernando Monrroy" userId="b98b761b-33af-413d-9fff-50a6768f6576" providerId="ADAL" clId="{B838F824-AFE3-4109-9EDE-E62B414B9900}" dt="2025-08-11T15:36:43.365" v="1773" actId="1035"/>
          <ac:grpSpMkLst>
            <pc:docMk/>
            <pc:sldMk cId="3106810788" sldId="2147482121"/>
            <ac:grpSpMk id="43" creationId="{C4293399-5F48-D560-F09A-4808081166FC}"/>
          </ac:grpSpMkLst>
        </pc:grpChg>
        <pc:grpChg chg="add mod">
          <ac:chgData name="Fernando Monrroy" userId="b98b761b-33af-413d-9fff-50a6768f6576" providerId="ADAL" clId="{B838F824-AFE3-4109-9EDE-E62B414B9900}" dt="2025-08-11T15:36:43.365" v="1773" actId="1035"/>
          <ac:grpSpMkLst>
            <pc:docMk/>
            <pc:sldMk cId="3106810788" sldId="2147482121"/>
            <ac:grpSpMk id="44" creationId="{FB29E5E4-D032-6CCD-F781-D814E2962C22}"/>
          </ac:grpSpMkLst>
        </pc:grpChg>
        <pc:grpChg chg="add mod">
          <ac:chgData name="Fernando Monrroy" userId="b98b761b-33af-413d-9fff-50a6768f6576" providerId="ADAL" clId="{B838F824-AFE3-4109-9EDE-E62B414B9900}" dt="2025-08-11T15:36:43.365" v="1773" actId="1035"/>
          <ac:grpSpMkLst>
            <pc:docMk/>
            <pc:sldMk cId="3106810788" sldId="2147482121"/>
            <ac:grpSpMk id="45" creationId="{AAAD72E6-7624-997B-80D7-AB77BBB89B84}"/>
          </ac:grpSpMkLst>
        </pc:grpChg>
        <pc:grpChg chg="add mod">
          <ac:chgData name="Fernando Monrroy" userId="b98b761b-33af-413d-9fff-50a6768f6576" providerId="ADAL" clId="{B838F824-AFE3-4109-9EDE-E62B414B9900}" dt="2025-08-11T15:36:43.365" v="1773" actId="1035"/>
          <ac:grpSpMkLst>
            <pc:docMk/>
            <pc:sldMk cId="3106810788" sldId="2147482121"/>
            <ac:grpSpMk id="46" creationId="{60D369D0-1DB5-1F3A-544A-94D29E785138}"/>
          </ac:grpSpMkLst>
        </pc:grpChg>
        <pc:graphicFrameChg chg="add mod modGraphic">
          <ac:chgData name="Fernando Monrroy" userId="b98b761b-33af-413d-9fff-50a6768f6576" providerId="ADAL" clId="{B838F824-AFE3-4109-9EDE-E62B414B9900}" dt="2025-08-11T15:39:19.320" v="1956" actId="2084"/>
          <ac:graphicFrameMkLst>
            <pc:docMk/>
            <pc:sldMk cId="3106810788" sldId="2147482121"/>
            <ac:graphicFrameMk id="49" creationId="{78BBA6D8-5321-8691-3195-EB6993CCDAD7}"/>
          </ac:graphicFrameMkLst>
        </pc:graphicFrameChg>
        <pc:picChg chg="mod">
          <ac:chgData name="Fernando Monrroy" userId="b98b761b-33af-413d-9fff-50a6768f6576" providerId="ADAL" clId="{B838F824-AFE3-4109-9EDE-E62B414B9900}" dt="2025-08-11T15:20:57.193" v="1232" actId="164"/>
          <ac:picMkLst>
            <pc:docMk/>
            <pc:sldMk cId="3106810788" sldId="2147482121"/>
            <ac:picMk id="24" creationId="{E82F3F8F-9D20-D3F5-B8A6-741A252CAE8D}"/>
          </ac:picMkLst>
        </pc:picChg>
        <pc:picChg chg="mod">
          <ac:chgData name="Fernando Monrroy" userId="b98b761b-33af-413d-9fff-50a6768f6576" providerId="ADAL" clId="{B838F824-AFE3-4109-9EDE-E62B414B9900}" dt="2025-08-11T15:21:06.289" v="1233" actId="164"/>
          <ac:picMkLst>
            <pc:docMk/>
            <pc:sldMk cId="3106810788" sldId="2147482121"/>
            <ac:picMk id="25" creationId="{CE3F989E-8951-3E1C-CE0A-2CDC5C033066}"/>
          </ac:picMkLst>
        </pc:picChg>
        <pc:picChg chg="mod">
          <ac:chgData name="Fernando Monrroy" userId="b98b761b-33af-413d-9fff-50a6768f6576" providerId="ADAL" clId="{B838F824-AFE3-4109-9EDE-E62B414B9900}" dt="2025-08-11T15:21:10.538" v="1234" actId="164"/>
          <ac:picMkLst>
            <pc:docMk/>
            <pc:sldMk cId="3106810788" sldId="2147482121"/>
            <ac:picMk id="26" creationId="{936AA124-140E-93A7-CFCF-560E25B3A85A}"/>
          </ac:picMkLst>
        </pc:picChg>
        <pc:picChg chg="mod">
          <ac:chgData name="Fernando Monrroy" userId="b98b761b-33af-413d-9fff-50a6768f6576" providerId="ADAL" clId="{B838F824-AFE3-4109-9EDE-E62B414B9900}" dt="2025-08-11T15:21:20.295" v="1235" actId="164"/>
          <ac:picMkLst>
            <pc:docMk/>
            <pc:sldMk cId="3106810788" sldId="2147482121"/>
            <ac:picMk id="27" creationId="{0E016AF0-20EA-4326-B518-A139F75E4B6A}"/>
          </ac:picMkLst>
        </pc:picChg>
        <pc:picChg chg="mod">
          <ac:chgData name="Fernando Monrroy" userId="b98b761b-33af-413d-9fff-50a6768f6576" providerId="ADAL" clId="{B838F824-AFE3-4109-9EDE-E62B414B9900}" dt="2025-08-11T15:21:26.576" v="1237" actId="164"/>
          <ac:picMkLst>
            <pc:docMk/>
            <pc:sldMk cId="3106810788" sldId="2147482121"/>
            <ac:picMk id="28" creationId="{7BA4D6EF-8A60-CDE6-9926-7F39883DAD70}"/>
          </ac:picMkLst>
        </pc:picChg>
        <pc:picChg chg="mod">
          <ac:chgData name="Fernando Monrroy" userId="b98b761b-33af-413d-9fff-50a6768f6576" providerId="ADAL" clId="{B838F824-AFE3-4109-9EDE-E62B414B9900}" dt="2025-08-11T15:21:56.050" v="1245" actId="208"/>
          <ac:picMkLst>
            <pc:docMk/>
            <pc:sldMk cId="3106810788" sldId="2147482121"/>
            <ac:picMk id="29" creationId="{842CDA09-3916-2F9D-4BA5-91CE0C762C50}"/>
          </ac:picMkLst>
        </pc:picChg>
        <pc:cxnChg chg="mod">
          <ac:chgData name="Fernando Monrroy" userId="b98b761b-33af-413d-9fff-50a6768f6576" providerId="ADAL" clId="{B838F824-AFE3-4109-9EDE-E62B414B9900}" dt="2025-08-11T15:36:43.365" v="1773" actId="1035"/>
          <ac:cxnSpMkLst>
            <pc:docMk/>
            <pc:sldMk cId="3106810788" sldId="2147482121"/>
            <ac:cxnSpMk id="7" creationId="{22F0FD51-7AA7-5130-62C9-7C353894F148}"/>
          </ac:cxnSpMkLst>
        </pc:cxnChg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556096226" sldId="2147482122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283181246" sldId="2147482123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743154195" sldId="2147482124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960406828" sldId="2147482125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147111534" sldId="2147482126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1332135627" sldId="2147482127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3004717342" sldId="2147482128"/>
        </pc:sldMkLst>
      </pc:sldChg>
      <pc:sldMasterChg chg="delSldLayout modSldLayout">
        <pc:chgData name="Fernando Monrroy" userId="b98b761b-33af-413d-9fff-50a6768f6576" providerId="ADAL" clId="{B838F824-AFE3-4109-9EDE-E62B414B9900}" dt="2025-08-11T15:43:29.310" v="2165"/>
        <pc:sldMasterMkLst>
          <pc:docMk/>
          <pc:sldMasterMk cId="3680662798" sldId="2147483648"/>
        </pc:sldMasterMkLst>
        <pc:sldLayoutChg chg="modSp mod">
          <pc:chgData name="Fernando Monrroy" userId="b98b761b-33af-413d-9fff-50a6768f6576" providerId="ADAL" clId="{B838F824-AFE3-4109-9EDE-E62B414B9900}" dt="2025-08-11T15:43:25.215" v="2056"/>
          <pc:sldLayoutMkLst>
            <pc:docMk/>
            <pc:sldMasterMk cId="3680662798" sldId="2147483648"/>
            <pc:sldLayoutMk cId="1060461077" sldId="2147483863"/>
          </pc:sldLayoutMkLst>
          <pc:spChg chg="mod">
            <ac:chgData name="Fernando Monrroy" userId="b98b761b-33af-413d-9fff-50a6768f6576" providerId="ADAL" clId="{B838F824-AFE3-4109-9EDE-E62B414B9900}" dt="2025-08-11T15:43:25.215" v="2050"/>
            <ac:spMkLst>
              <pc:docMk/>
              <pc:sldMasterMk cId="3680662798" sldId="2147483648"/>
              <pc:sldLayoutMk cId="1060461077" sldId="2147483863"/>
              <ac:spMk id="2" creationId="{00000000-0000-0000-0000-000000000000}"/>
            </ac:spMkLst>
          </pc:spChg>
          <pc:spChg chg="mod">
            <ac:chgData name="Fernando Monrroy" userId="b98b761b-33af-413d-9fff-50a6768f6576" providerId="ADAL" clId="{B838F824-AFE3-4109-9EDE-E62B414B9900}" dt="2025-08-11T15:43:25.215" v="2047"/>
            <ac:spMkLst>
              <pc:docMk/>
              <pc:sldMasterMk cId="3680662798" sldId="2147483648"/>
              <pc:sldLayoutMk cId="1060461077" sldId="2147483863"/>
              <ac:spMk id="3" creationId="{00000000-0000-0000-0000-000000000000}"/>
            </ac:spMkLst>
          </pc:spChg>
          <pc:spChg chg="mod">
            <ac:chgData name="Fernando Monrroy" userId="b98b761b-33af-413d-9fff-50a6768f6576" providerId="ADAL" clId="{B838F824-AFE3-4109-9EDE-E62B414B9900}" dt="2025-08-11T15:43:25.215" v="2044"/>
            <ac:spMkLst>
              <pc:docMk/>
              <pc:sldMasterMk cId="3680662798" sldId="2147483648"/>
              <pc:sldLayoutMk cId="1060461077" sldId="2147483863"/>
              <ac:spMk id="4" creationId="{9950AE92-B676-F52E-7F87-1418597EB913}"/>
            </ac:spMkLst>
          </pc:spChg>
          <pc:spChg chg="mod">
            <ac:chgData name="Fernando Monrroy" userId="b98b761b-33af-413d-9fff-50a6768f6576" providerId="ADAL" clId="{B838F824-AFE3-4109-9EDE-E62B414B9900}" dt="2025-08-11T15:43:25.215" v="2038"/>
            <ac:spMkLst>
              <pc:docMk/>
              <pc:sldMasterMk cId="3680662798" sldId="2147483648"/>
              <pc:sldLayoutMk cId="1060461077" sldId="2147483863"/>
              <ac:spMk id="7" creationId="{59C51B2C-A001-27DE-ABA0-3328CCE12A7B}"/>
            </ac:spMkLst>
          </pc:spChg>
          <pc:spChg chg="mod">
            <ac:chgData name="Fernando Monrroy" userId="b98b761b-33af-413d-9fff-50a6768f6576" providerId="ADAL" clId="{B838F824-AFE3-4109-9EDE-E62B414B9900}" dt="2025-08-11T15:43:25.215" v="2056"/>
            <ac:spMkLst>
              <pc:docMk/>
              <pc:sldMasterMk cId="3680662798" sldId="2147483648"/>
              <pc:sldLayoutMk cId="1060461077" sldId="2147483863"/>
              <ac:spMk id="8" creationId="{34A62E9B-33C3-F47A-DB13-8F29BB3125B1}"/>
            </ac:spMkLst>
          </pc:spChg>
          <pc:spChg chg="mod">
            <ac:chgData name="Fernando Monrroy" userId="b98b761b-33af-413d-9fff-50a6768f6576" providerId="ADAL" clId="{B838F824-AFE3-4109-9EDE-E62B414B9900}" dt="2025-08-11T15:43:25.215" v="2041"/>
            <ac:spMkLst>
              <pc:docMk/>
              <pc:sldMasterMk cId="3680662798" sldId="2147483648"/>
              <pc:sldLayoutMk cId="1060461077" sldId="2147483863"/>
              <ac:spMk id="11" creationId="{4E5D019C-AA62-A8CE-6450-8FB165C5A145}"/>
            </ac:spMkLst>
          </pc:spChg>
          <pc:spChg chg="mod">
            <ac:chgData name="Fernando Monrroy" userId="b98b761b-33af-413d-9fff-50a6768f6576" providerId="ADAL" clId="{B838F824-AFE3-4109-9EDE-E62B414B9900}" dt="2025-08-11T15:43:25.215" v="2053"/>
            <ac:spMkLst>
              <pc:docMk/>
              <pc:sldMasterMk cId="3680662798" sldId="2147483648"/>
              <pc:sldLayoutMk cId="1060461077" sldId="2147483863"/>
              <ac:spMk id="13" creationId="{413DB59D-2F78-ADDF-7991-8E63A4119DF7}"/>
            </ac:spMkLst>
          </pc:spChg>
        </pc:sldLayoutChg>
        <pc:sldLayoutChg chg="modSp mod">
          <pc:chgData name="Fernando Monrroy" userId="b98b761b-33af-413d-9fff-50a6768f6576" providerId="ADAL" clId="{B838F824-AFE3-4109-9EDE-E62B414B9900}" dt="2025-08-11T15:43:29.310" v="2165"/>
          <pc:sldLayoutMkLst>
            <pc:docMk/>
            <pc:sldMasterMk cId="3680662798" sldId="2147483648"/>
            <pc:sldLayoutMk cId="1092033911" sldId="2147483865"/>
          </pc:sldLayoutMkLst>
          <pc:spChg chg="mod">
            <ac:chgData name="Fernando Monrroy" userId="b98b761b-33af-413d-9fff-50a6768f6576" providerId="ADAL" clId="{B838F824-AFE3-4109-9EDE-E62B414B9900}" dt="2025-08-11T15:43:29.310" v="2159"/>
            <ac:spMkLst>
              <pc:docMk/>
              <pc:sldMasterMk cId="3680662798" sldId="2147483648"/>
              <pc:sldLayoutMk cId="1092033911" sldId="2147483865"/>
              <ac:spMk id="2" creationId="{00000000-0000-0000-0000-000000000000}"/>
            </ac:spMkLst>
          </pc:spChg>
          <pc:spChg chg="mod">
            <ac:chgData name="Fernando Monrroy" userId="b98b761b-33af-413d-9fff-50a6768f6576" providerId="ADAL" clId="{B838F824-AFE3-4109-9EDE-E62B414B9900}" dt="2025-08-11T15:43:29.310" v="2156"/>
            <ac:spMkLst>
              <pc:docMk/>
              <pc:sldMasterMk cId="3680662798" sldId="2147483648"/>
              <pc:sldLayoutMk cId="1092033911" sldId="2147483865"/>
              <ac:spMk id="3" creationId="{00000000-0000-0000-0000-000000000000}"/>
            </ac:spMkLst>
          </pc:spChg>
          <pc:spChg chg="mod">
            <ac:chgData name="Fernando Monrroy" userId="b98b761b-33af-413d-9fff-50a6768f6576" providerId="ADAL" clId="{B838F824-AFE3-4109-9EDE-E62B414B9900}" dt="2025-08-11T15:43:29.310" v="2150"/>
            <ac:spMkLst>
              <pc:docMk/>
              <pc:sldMasterMk cId="3680662798" sldId="2147483648"/>
              <pc:sldLayoutMk cId="1092033911" sldId="2147483865"/>
              <ac:spMk id="4" creationId="{D6E4C6C4-422B-CEDC-43DB-1AFEEB8913B6}"/>
            </ac:spMkLst>
          </pc:spChg>
          <pc:spChg chg="mod">
            <ac:chgData name="Fernando Monrroy" userId="b98b761b-33af-413d-9fff-50a6768f6576" providerId="ADAL" clId="{B838F824-AFE3-4109-9EDE-E62B414B9900}" dt="2025-08-11T15:43:29.310" v="2165"/>
            <ac:spMkLst>
              <pc:docMk/>
              <pc:sldMasterMk cId="3680662798" sldId="2147483648"/>
              <pc:sldLayoutMk cId="1092033911" sldId="2147483865"/>
              <ac:spMk id="5" creationId="{3205D716-6C88-8C97-0D4B-269A16E2122B}"/>
            </ac:spMkLst>
          </pc:spChg>
          <pc:spChg chg="mod">
            <ac:chgData name="Fernando Monrroy" userId="b98b761b-33af-413d-9fff-50a6768f6576" providerId="ADAL" clId="{B838F824-AFE3-4109-9EDE-E62B414B9900}" dt="2025-08-11T15:43:29.310" v="2147"/>
            <ac:spMkLst>
              <pc:docMk/>
              <pc:sldMasterMk cId="3680662798" sldId="2147483648"/>
              <pc:sldLayoutMk cId="1092033911" sldId="2147483865"/>
              <ac:spMk id="6" creationId="{BC30B4D4-F26B-B72E-FA60-D63ED90D4BF8}"/>
            </ac:spMkLst>
          </pc:spChg>
          <pc:spChg chg="mod">
            <ac:chgData name="Fernando Monrroy" userId="b98b761b-33af-413d-9fff-50a6768f6576" providerId="ADAL" clId="{B838F824-AFE3-4109-9EDE-E62B414B9900}" dt="2025-08-11T15:43:29.310" v="2153"/>
            <ac:spMkLst>
              <pc:docMk/>
              <pc:sldMasterMk cId="3680662798" sldId="2147483648"/>
              <pc:sldLayoutMk cId="1092033911" sldId="2147483865"/>
              <ac:spMk id="7" creationId="{CAB7A737-652E-4890-72A0-3C24634AB3A7}"/>
            </ac:spMkLst>
          </pc:spChg>
          <pc:spChg chg="mod">
            <ac:chgData name="Fernando Monrroy" userId="b98b761b-33af-413d-9fff-50a6768f6576" providerId="ADAL" clId="{B838F824-AFE3-4109-9EDE-E62B414B9900}" dt="2025-08-11T15:43:29.310" v="2162"/>
            <ac:spMkLst>
              <pc:docMk/>
              <pc:sldMasterMk cId="3680662798" sldId="2147483648"/>
              <pc:sldLayoutMk cId="1092033911" sldId="2147483865"/>
              <ac:spMk id="13" creationId="{61544F70-E3D0-9F87-1D9D-CDA395FD9AE3}"/>
            </ac:spMkLst>
          </pc:spChg>
        </pc:sldLayoutChg>
        <pc:sldLayoutChg chg="del">
          <pc:chgData name="Fernando Monrroy" userId="b98b761b-33af-413d-9fff-50a6768f6576" providerId="ADAL" clId="{B838F824-AFE3-4109-9EDE-E62B414B9900}" dt="2025-08-11T15:03:52.756" v="874" actId="47"/>
          <pc:sldLayoutMkLst>
            <pc:docMk/>
            <pc:sldMasterMk cId="3680662798" sldId="2147483648"/>
            <pc:sldLayoutMk cId="716937288" sldId="2147483877"/>
          </pc:sldLayoutMkLst>
        </pc:sldLayoutChg>
        <pc:sldLayoutChg chg="del">
          <pc:chgData name="Fernando Monrroy" userId="b98b761b-33af-413d-9fff-50a6768f6576" providerId="ADAL" clId="{B838F824-AFE3-4109-9EDE-E62B414B9900}" dt="2025-08-11T15:16:23.825" v="1159" actId="47"/>
          <pc:sldLayoutMkLst>
            <pc:docMk/>
            <pc:sldMasterMk cId="3680662798" sldId="2147483648"/>
            <pc:sldLayoutMk cId="69010627" sldId="2147483878"/>
          </pc:sldLayoutMkLst>
        </pc:sldLayoutChg>
      </pc:sldMasterChg>
    </pc:docChg>
  </pc:docChgLst>
  <pc:docChgLst>
    <pc:chgData name="Fernando Monrroy" userId="b98b761b-33af-413d-9fff-50a6768f6576" providerId="ADAL" clId="{12403686-6B30-460B-9F7C-8C431AE6B48B}"/>
    <pc:docChg chg="addSld delSld">
      <pc:chgData name="Fernando Monrroy" userId="b98b761b-33af-413d-9fff-50a6768f6576" providerId="ADAL" clId="{12403686-6B30-460B-9F7C-8C431AE6B48B}" dt="2025-07-21T20:04:11.341" v="2" actId="47"/>
      <pc:docMkLst>
        <pc:docMk/>
      </pc:docMkLst>
      <pc:sldChg chg="del">
        <pc:chgData name="Fernando Monrroy" userId="b98b761b-33af-413d-9fff-50a6768f6576" providerId="ADAL" clId="{12403686-6B30-460B-9F7C-8C431AE6B48B}" dt="2025-07-21T19:55:15.133" v="0" actId="47"/>
        <pc:sldMkLst>
          <pc:docMk/>
          <pc:sldMk cId="4113864422" sldId="256"/>
        </pc:sldMkLst>
      </pc:sldChg>
      <pc:sldChg chg="new del">
        <pc:chgData name="Fernando Monrroy" userId="b98b761b-33af-413d-9fff-50a6768f6576" providerId="ADAL" clId="{12403686-6B30-460B-9F7C-8C431AE6B48B}" dt="2025-07-21T20:04:11.341" v="2" actId="47"/>
        <pc:sldMkLst>
          <pc:docMk/>
          <pc:sldMk cId="4146001086" sldId="25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dPt>
            <c:idx val="0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14-42F2-A89D-AE29494B5C41}"/>
              </c:ext>
            </c:extLst>
          </c:dPt>
          <c:dPt>
            <c:idx val="1"/>
            <c:bubble3D val="0"/>
            <c:spPr>
              <a:solidFill>
                <a:srgbClr val="FEDB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14-42F2-A89D-AE29494B5C41}"/>
              </c:ext>
            </c:extLst>
          </c:dPt>
          <c:dPt>
            <c:idx val="2"/>
            <c:bubble3D val="0"/>
            <c:spPr>
              <a:solidFill>
                <a:srgbClr val="FF5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14-42F2-A89D-AE29494B5C41}"/>
              </c:ext>
            </c:extLst>
          </c:dPt>
          <c:dPt>
            <c:idx val="3"/>
            <c:bubble3D val="0"/>
            <c:spPr>
              <a:solidFill>
                <a:srgbClr val="BB00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A14-42F2-A89D-AE29494B5C41}"/>
              </c:ext>
            </c:extLst>
          </c:dPt>
          <c:dPt>
            <c:idx val="4"/>
            <c:bubble3D val="0"/>
            <c:spPr>
              <a:solidFill>
                <a:srgbClr val="FA002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A14-42F2-A89D-AE29494B5C41}"/>
              </c:ext>
            </c:extLst>
          </c:dPt>
          <c:dPt>
            <c:idx val="5"/>
            <c:bubble3D val="0"/>
            <c:spPr>
              <a:solidFill>
                <a:srgbClr val="FF637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A14-42F2-A89D-AE29494B5C41}"/>
              </c:ext>
            </c:extLst>
          </c:dPt>
          <c:dPt>
            <c:idx val="6"/>
            <c:bubble3D val="0"/>
            <c:spPr>
              <a:solidFill>
                <a:schemeClr val="tx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8A14-42F2-A89D-AE29494B5C41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A14-42F2-A89D-AE29494B5C41}"/>
                </c:ext>
              </c:extLst>
            </c:dLbl>
            <c:dLbl>
              <c:idx val="2"/>
              <c:layout>
                <c:manualLayout>
                  <c:x val="1.5965386515163198E-2"/>
                  <c:y val="-4.152165175899163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14-42F2-A89D-AE29494B5C4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6"/>
                <c:pt idx="0">
                  <c:v>Base</c:v>
                </c:pt>
                <c:pt idx="1">
                  <c:v>TV</c:v>
                </c:pt>
                <c:pt idx="2">
                  <c:v>Digital</c:v>
                </c:pt>
                <c:pt idx="5">
                  <c:v>Trade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</c:v>
                </c:pt>
                <c:pt idx="1">
                  <c:v>5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  <c:pt idx="5">
                  <c:v>20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A14-42F2-A89D-AE29494B5C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bg1"/>
          </a:solidFill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TV</c:v>
                </c:pt>
                <c:pt idx="1">
                  <c:v>Facebook</c:v>
                </c:pt>
                <c:pt idx="2">
                  <c:v>Instagram</c:v>
                </c:pt>
                <c:pt idx="3">
                  <c:v>TikTok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2.2999999999999998</c:v>
                </c:pt>
                <c:pt idx="1">
                  <c:v>4.5</c:v>
                </c:pt>
                <c:pt idx="2">
                  <c:v>3.7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2F-40F5-97CC-6A08F5D5E5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36986800"/>
        <c:axId val="1236988720"/>
      </c:barChart>
      <c:catAx>
        <c:axId val="12369868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6988720"/>
        <c:crosses val="autoZero"/>
        <c:auto val="1"/>
        <c:lblAlgn val="ctr"/>
        <c:lblOffset val="100"/>
        <c:noMultiLvlLbl val="0"/>
      </c:catAx>
      <c:valAx>
        <c:axId val="12369887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36986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7181839213613498E-2"/>
          <c:y val="0.17569689486429679"/>
          <c:w val="0.90563632157277296"/>
          <c:h val="0.615938005075813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BD-42D4-BE58-3E995447FC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TikTok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BD-42D4-BE58-3E995447FC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BD-42D4-BE58-3E995447FC1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EBD-42D4-BE58-3E995447FC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91306992"/>
        <c:axId val="391307472"/>
      </c:barChart>
      <c:catAx>
        <c:axId val="391306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1307472"/>
        <c:crosses val="autoZero"/>
        <c:auto val="1"/>
        <c:lblAlgn val="ctr"/>
        <c:lblOffset val="100"/>
        <c:noMultiLvlLbl val="0"/>
      </c:catAx>
      <c:valAx>
        <c:axId val="391307472"/>
        <c:scaling>
          <c:orientation val="minMax"/>
          <c:max val="100"/>
        </c:scaling>
        <c:delete val="1"/>
        <c:axPos val="l"/>
        <c:numFmt formatCode="General" sourceLinked="1"/>
        <c:majorTickMark val="out"/>
        <c:minorTickMark val="none"/>
        <c:tickLblPos val="nextTo"/>
        <c:crossAx val="391306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966896378915911E-2"/>
          <c:y val="0.14466508162445971"/>
          <c:w val="0.94611169244084548"/>
          <c:h val="0.7867126772087730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  <c:pt idx="65">
                  <c:v>6500000</c:v>
                </c:pt>
                <c:pt idx="66">
                  <c:v>6600000</c:v>
                </c:pt>
                <c:pt idx="67">
                  <c:v>6700000</c:v>
                </c:pt>
                <c:pt idx="68">
                  <c:v>6800000</c:v>
                </c:pt>
                <c:pt idx="69">
                  <c:v>6900000</c:v>
                </c:pt>
                <c:pt idx="70">
                  <c:v>7000000</c:v>
                </c:pt>
                <c:pt idx="71">
                  <c:v>7100000</c:v>
                </c:pt>
                <c:pt idx="72">
                  <c:v>7200000</c:v>
                </c:pt>
                <c:pt idx="73">
                  <c:v>7300000</c:v>
                </c:pt>
                <c:pt idx="74">
                  <c:v>7400000</c:v>
                </c:pt>
                <c:pt idx="75">
                  <c:v>7500000</c:v>
                </c:pt>
                <c:pt idx="76">
                  <c:v>7600000</c:v>
                </c:pt>
                <c:pt idx="77">
                  <c:v>7700000</c:v>
                </c:pt>
                <c:pt idx="78">
                  <c:v>7800000</c:v>
                </c:pt>
                <c:pt idx="79">
                  <c:v>7900000</c:v>
                </c:pt>
                <c:pt idx="80">
                  <c:v>8000000</c:v>
                </c:pt>
                <c:pt idx="81">
                  <c:v>8100000</c:v>
                </c:pt>
                <c:pt idx="82">
                  <c:v>8200000</c:v>
                </c:pt>
                <c:pt idx="83">
                  <c:v>8300000</c:v>
                </c:pt>
                <c:pt idx="84">
                  <c:v>8400000</c:v>
                </c:pt>
                <c:pt idx="85">
                  <c:v>8500000</c:v>
                </c:pt>
                <c:pt idx="86">
                  <c:v>8600000</c:v>
                </c:pt>
                <c:pt idx="87">
                  <c:v>8700000</c:v>
                </c:pt>
                <c:pt idx="88">
                  <c:v>8800000</c:v>
                </c:pt>
                <c:pt idx="89">
                  <c:v>8900000</c:v>
                </c:pt>
                <c:pt idx="90">
                  <c:v>9000000</c:v>
                </c:pt>
                <c:pt idx="91">
                  <c:v>9100000</c:v>
                </c:pt>
                <c:pt idx="92">
                  <c:v>9200000</c:v>
                </c:pt>
                <c:pt idx="93">
                  <c:v>9300000</c:v>
                </c:pt>
                <c:pt idx="94">
                  <c:v>9400000</c:v>
                </c:pt>
                <c:pt idx="95">
                  <c:v>9500000</c:v>
                </c:pt>
                <c:pt idx="96">
                  <c:v>9600000</c:v>
                </c:pt>
                <c:pt idx="97">
                  <c:v>9700000</c:v>
                </c:pt>
                <c:pt idx="98">
                  <c:v>9800000</c:v>
                </c:pt>
                <c:pt idx="99">
                  <c:v>9900000</c:v>
                </c:pt>
                <c:pt idx="100">
                  <c:v>10000000</c:v>
                </c:pt>
                <c:pt idx="101">
                  <c:v>10100000</c:v>
                </c:pt>
                <c:pt idx="102">
                  <c:v>10200000</c:v>
                </c:pt>
                <c:pt idx="103">
                  <c:v>10300000</c:v>
                </c:pt>
                <c:pt idx="104">
                  <c:v>10400000</c:v>
                </c:pt>
                <c:pt idx="105">
                  <c:v>10500000</c:v>
                </c:pt>
                <c:pt idx="106">
                  <c:v>10600000</c:v>
                </c:pt>
                <c:pt idx="107">
                  <c:v>10700000</c:v>
                </c:pt>
                <c:pt idx="108">
                  <c:v>10800000</c:v>
                </c:pt>
                <c:pt idx="109">
                  <c:v>10900000</c:v>
                </c:pt>
                <c:pt idx="110">
                  <c:v>11000000</c:v>
                </c:pt>
                <c:pt idx="111">
                  <c:v>11100000</c:v>
                </c:pt>
                <c:pt idx="112">
                  <c:v>11200000</c:v>
                </c:pt>
                <c:pt idx="113">
                  <c:v>11300000</c:v>
                </c:pt>
                <c:pt idx="114">
                  <c:v>11400000</c:v>
                </c:pt>
                <c:pt idx="115">
                  <c:v>11500000</c:v>
                </c:pt>
                <c:pt idx="116">
                  <c:v>11600000</c:v>
                </c:pt>
                <c:pt idx="117">
                  <c:v>11700000</c:v>
                </c:pt>
                <c:pt idx="118">
                  <c:v>11800000</c:v>
                </c:pt>
                <c:pt idx="119">
                  <c:v>11900000</c:v>
                </c:pt>
                <c:pt idx="120">
                  <c:v>12000000</c:v>
                </c:pt>
                <c:pt idx="121">
                  <c:v>12100000</c:v>
                </c:pt>
                <c:pt idx="122">
                  <c:v>12200000</c:v>
                </c:pt>
                <c:pt idx="123">
                  <c:v>12300000</c:v>
                </c:pt>
                <c:pt idx="124">
                  <c:v>12400000</c:v>
                </c:pt>
                <c:pt idx="125">
                  <c:v>12500000</c:v>
                </c:pt>
                <c:pt idx="126">
                  <c:v>12600000</c:v>
                </c:pt>
                <c:pt idx="127">
                  <c:v>12700000</c:v>
                </c:pt>
                <c:pt idx="128">
                  <c:v>12800000</c:v>
                </c:pt>
                <c:pt idx="129">
                  <c:v>12900000</c:v>
                </c:pt>
                <c:pt idx="130">
                  <c:v>13000000</c:v>
                </c:pt>
                <c:pt idx="131">
                  <c:v>13100000</c:v>
                </c:pt>
                <c:pt idx="132">
                  <c:v>13200000</c:v>
                </c:pt>
                <c:pt idx="133">
                  <c:v>13300000</c:v>
                </c:pt>
                <c:pt idx="134">
                  <c:v>13400000</c:v>
                </c:pt>
                <c:pt idx="135">
                  <c:v>13500000</c:v>
                </c:pt>
                <c:pt idx="136">
                  <c:v>13600000</c:v>
                </c:pt>
                <c:pt idx="137">
                  <c:v>13700000</c:v>
                </c:pt>
                <c:pt idx="138">
                  <c:v>13800000</c:v>
                </c:pt>
                <c:pt idx="139">
                  <c:v>13900000</c:v>
                </c:pt>
                <c:pt idx="140">
                  <c:v>14000000</c:v>
                </c:pt>
                <c:pt idx="141">
                  <c:v>14100000</c:v>
                </c:pt>
                <c:pt idx="142">
                  <c:v>14200000</c:v>
                </c:pt>
                <c:pt idx="143">
                  <c:v>14300000</c:v>
                </c:pt>
                <c:pt idx="144">
                  <c:v>14400000</c:v>
                </c:pt>
                <c:pt idx="145">
                  <c:v>14500000</c:v>
                </c:pt>
                <c:pt idx="146">
                  <c:v>14600000</c:v>
                </c:pt>
                <c:pt idx="147">
                  <c:v>14700000</c:v>
                </c:pt>
                <c:pt idx="148">
                  <c:v>14800000</c:v>
                </c:pt>
                <c:pt idx="149">
                  <c:v>14900000</c:v>
                </c:pt>
                <c:pt idx="150">
                  <c:v>15000000</c:v>
                </c:pt>
                <c:pt idx="151">
                  <c:v>15100000</c:v>
                </c:pt>
                <c:pt idx="152">
                  <c:v>15200000</c:v>
                </c:pt>
                <c:pt idx="153">
                  <c:v>15300000</c:v>
                </c:pt>
                <c:pt idx="154">
                  <c:v>15400000</c:v>
                </c:pt>
                <c:pt idx="155">
                  <c:v>15500000</c:v>
                </c:pt>
                <c:pt idx="156">
                  <c:v>15600000</c:v>
                </c:pt>
                <c:pt idx="157">
                  <c:v>15700000</c:v>
                </c:pt>
                <c:pt idx="158">
                  <c:v>15800000</c:v>
                </c:pt>
                <c:pt idx="159">
                  <c:v>15900000</c:v>
                </c:pt>
                <c:pt idx="160">
                  <c:v>16000000</c:v>
                </c:pt>
                <c:pt idx="161">
                  <c:v>16100000</c:v>
                </c:pt>
                <c:pt idx="162">
                  <c:v>16200000</c:v>
                </c:pt>
                <c:pt idx="163">
                  <c:v>16300000</c:v>
                </c:pt>
                <c:pt idx="164">
                  <c:v>16400000</c:v>
                </c:pt>
                <c:pt idx="165">
                  <c:v>16500000</c:v>
                </c:pt>
                <c:pt idx="166">
                  <c:v>16600000</c:v>
                </c:pt>
                <c:pt idx="167">
                  <c:v>16700000</c:v>
                </c:pt>
                <c:pt idx="168">
                  <c:v>16800000</c:v>
                </c:pt>
                <c:pt idx="169">
                  <c:v>16900000</c:v>
                </c:pt>
                <c:pt idx="170">
                  <c:v>17000000</c:v>
                </c:pt>
                <c:pt idx="171">
                  <c:v>17100000</c:v>
                </c:pt>
                <c:pt idx="172">
                  <c:v>17200000</c:v>
                </c:pt>
                <c:pt idx="173">
                  <c:v>17300000</c:v>
                </c:pt>
                <c:pt idx="174">
                  <c:v>17400000</c:v>
                </c:pt>
                <c:pt idx="175">
                  <c:v>17500000</c:v>
                </c:pt>
                <c:pt idx="176">
                  <c:v>17600000</c:v>
                </c:pt>
                <c:pt idx="177">
                  <c:v>17700000</c:v>
                </c:pt>
                <c:pt idx="178">
                  <c:v>17800000</c:v>
                </c:pt>
                <c:pt idx="179">
                  <c:v>17900000</c:v>
                </c:pt>
                <c:pt idx="180">
                  <c:v>18000000</c:v>
                </c:pt>
                <c:pt idx="181">
                  <c:v>18100000</c:v>
                </c:pt>
                <c:pt idx="182">
                  <c:v>18200000</c:v>
                </c:pt>
                <c:pt idx="183">
                  <c:v>18300000</c:v>
                </c:pt>
                <c:pt idx="184">
                  <c:v>18400000</c:v>
                </c:pt>
                <c:pt idx="185">
                  <c:v>18500000</c:v>
                </c:pt>
                <c:pt idx="186">
                  <c:v>18600000</c:v>
                </c:pt>
                <c:pt idx="187">
                  <c:v>18700000</c:v>
                </c:pt>
                <c:pt idx="188">
                  <c:v>18800000</c:v>
                </c:pt>
                <c:pt idx="189">
                  <c:v>18900000</c:v>
                </c:pt>
                <c:pt idx="190">
                  <c:v>19000000</c:v>
                </c:pt>
                <c:pt idx="191">
                  <c:v>19100000</c:v>
                </c:pt>
                <c:pt idx="192">
                  <c:v>19200000</c:v>
                </c:pt>
                <c:pt idx="193">
                  <c:v>19300000</c:v>
                </c:pt>
                <c:pt idx="194">
                  <c:v>19400000</c:v>
                </c:pt>
                <c:pt idx="195">
                  <c:v>19500000</c:v>
                </c:pt>
                <c:pt idx="196">
                  <c:v>19600000</c:v>
                </c:pt>
                <c:pt idx="197">
                  <c:v>19700000</c:v>
                </c:pt>
                <c:pt idx="198">
                  <c:v>19800000</c:v>
                </c:pt>
                <c:pt idx="199">
                  <c:v>19900000</c:v>
                </c:pt>
                <c:pt idx="200">
                  <c:v>20000000</c:v>
                </c:pt>
                <c:pt idx="201">
                  <c:v>20100000</c:v>
                </c:pt>
                <c:pt idx="202">
                  <c:v>20200000</c:v>
                </c:pt>
                <c:pt idx="203">
                  <c:v>20300000</c:v>
                </c:pt>
                <c:pt idx="204">
                  <c:v>20400000</c:v>
                </c:pt>
                <c:pt idx="205">
                  <c:v>20500000</c:v>
                </c:pt>
                <c:pt idx="206">
                  <c:v>20600000</c:v>
                </c:pt>
                <c:pt idx="207">
                  <c:v>20700000</c:v>
                </c:pt>
                <c:pt idx="208">
                  <c:v>20800000</c:v>
                </c:pt>
                <c:pt idx="209">
                  <c:v>20900000</c:v>
                </c:pt>
                <c:pt idx="210">
                  <c:v>21000000</c:v>
                </c:pt>
                <c:pt idx="211">
                  <c:v>21100000</c:v>
                </c:pt>
                <c:pt idx="212">
                  <c:v>21200000</c:v>
                </c:pt>
                <c:pt idx="213">
                  <c:v>21300000</c:v>
                </c:pt>
                <c:pt idx="214">
                  <c:v>21400000</c:v>
                </c:pt>
                <c:pt idx="215">
                  <c:v>21500000</c:v>
                </c:pt>
                <c:pt idx="216">
                  <c:v>21600000</c:v>
                </c:pt>
                <c:pt idx="217">
                  <c:v>21700000</c:v>
                </c:pt>
                <c:pt idx="218">
                  <c:v>21800000</c:v>
                </c:pt>
                <c:pt idx="219">
                  <c:v>21900000</c:v>
                </c:pt>
                <c:pt idx="220">
                  <c:v>22000000</c:v>
                </c:pt>
                <c:pt idx="221">
                  <c:v>22100000</c:v>
                </c:pt>
                <c:pt idx="222">
                  <c:v>22200000</c:v>
                </c:pt>
                <c:pt idx="223">
                  <c:v>22300000</c:v>
                </c:pt>
                <c:pt idx="224">
                  <c:v>22400000</c:v>
                </c:pt>
                <c:pt idx="225">
                  <c:v>22500000</c:v>
                </c:pt>
                <c:pt idx="226">
                  <c:v>22600000</c:v>
                </c:pt>
                <c:pt idx="227">
                  <c:v>22700000</c:v>
                </c:pt>
                <c:pt idx="228">
                  <c:v>22800000</c:v>
                </c:pt>
                <c:pt idx="229">
                  <c:v>22900000</c:v>
                </c:pt>
                <c:pt idx="230">
                  <c:v>23000000</c:v>
                </c:pt>
                <c:pt idx="231">
                  <c:v>23100000</c:v>
                </c:pt>
                <c:pt idx="232">
                  <c:v>23200000</c:v>
                </c:pt>
                <c:pt idx="233">
                  <c:v>23300000</c:v>
                </c:pt>
                <c:pt idx="234">
                  <c:v>23400000</c:v>
                </c:pt>
                <c:pt idx="235">
                  <c:v>23500000</c:v>
                </c:pt>
                <c:pt idx="236">
                  <c:v>23600000</c:v>
                </c:pt>
                <c:pt idx="237">
                  <c:v>23700000</c:v>
                </c:pt>
                <c:pt idx="238">
                  <c:v>23800000</c:v>
                </c:pt>
                <c:pt idx="239">
                  <c:v>23900000</c:v>
                </c:pt>
                <c:pt idx="240">
                  <c:v>24000000</c:v>
                </c:pt>
                <c:pt idx="241">
                  <c:v>24100000</c:v>
                </c:pt>
                <c:pt idx="242">
                  <c:v>24200000</c:v>
                </c:pt>
                <c:pt idx="243">
                  <c:v>24300000</c:v>
                </c:pt>
                <c:pt idx="244">
                  <c:v>24400000</c:v>
                </c:pt>
                <c:pt idx="245">
                  <c:v>24500000</c:v>
                </c:pt>
                <c:pt idx="246">
                  <c:v>24600000</c:v>
                </c:pt>
                <c:pt idx="247">
                  <c:v>24700000</c:v>
                </c:pt>
                <c:pt idx="248">
                  <c:v>24800000</c:v>
                </c:pt>
                <c:pt idx="249">
                  <c:v>24900000</c:v>
                </c:pt>
                <c:pt idx="250">
                  <c:v>25000000</c:v>
                </c:pt>
                <c:pt idx="251">
                  <c:v>25100000</c:v>
                </c:pt>
                <c:pt idx="252">
                  <c:v>25200000</c:v>
                </c:pt>
                <c:pt idx="253">
                  <c:v>25300000</c:v>
                </c:pt>
                <c:pt idx="254">
                  <c:v>25400000</c:v>
                </c:pt>
                <c:pt idx="255">
                  <c:v>25500000</c:v>
                </c:pt>
                <c:pt idx="256">
                  <c:v>25600000</c:v>
                </c:pt>
                <c:pt idx="257">
                  <c:v>25700000</c:v>
                </c:pt>
                <c:pt idx="258">
                  <c:v>25800000</c:v>
                </c:pt>
                <c:pt idx="259">
                  <c:v>25900000</c:v>
                </c:pt>
                <c:pt idx="260">
                  <c:v>26000000</c:v>
                </c:pt>
                <c:pt idx="261">
                  <c:v>26100000</c:v>
                </c:pt>
                <c:pt idx="262">
                  <c:v>26200000</c:v>
                </c:pt>
                <c:pt idx="263">
                  <c:v>26300000</c:v>
                </c:pt>
                <c:pt idx="264">
                  <c:v>26400000</c:v>
                </c:pt>
                <c:pt idx="265">
                  <c:v>26500000</c:v>
                </c:pt>
                <c:pt idx="266">
                  <c:v>26600000</c:v>
                </c:pt>
                <c:pt idx="267">
                  <c:v>26700000</c:v>
                </c:pt>
                <c:pt idx="268">
                  <c:v>26800000</c:v>
                </c:pt>
                <c:pt idx="269">
                  <c:v>26900000</c:v>
                </c:pt>
                <c:pt idx="270">
                  <c:v>27000000</c:v>
                </c:pt>
              </c:numCache>
            </c:numRef>
          </c:cat>
          <c:val>
            <c:numRef>
              <c:f>Sheet1!$B$2:$B$1057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10959.647574496639</c:v>
                </c:pt>
                <c:pt idx="2">
                  <c:v>43773.737050670519</c:v>
                </c:pt>
                <c:pt idx="3">
                  <c:v>98248.665742665558</c:v>
                </c:pt>
                <c:pt idx="4">
                  <c:v>174064.92642091846</c:v>
                </c:pt>
                <c:pt idx="5">
                  <c:v>270781.7623794945</c:v>
                </c:pt>
                <c:pt idx="6">
                  <c:v>387843.50700521428</c:v>
                </c:pt>
                <c:pt idx="7">
                  <c:v>524587.43958050967</c:v>
                </c:pt>
                <c:pt idx="8">
                  <c:v>680252.95354262984</c:v>
                </c:pt>
                <c:pt idx="9">
                  <c:v>853991.80624924134</c:v>
                </c:pt>
                <c:pt idx="10">
                  <c:v>1044879.2012237972</c:v>
                </c:pt>
                <c:pt idx="11">
                  <c:v>1251925.4451226133</c:v>
                </c:pt>
                <c:pt idx="12">
                  <c:v>1474087.9220386196</c:v>
                </c:pt>
                <c:pt idx="13">
                  <c:v>1710283.1365545548</c:v>
                </c:pt>
                <c:pt idx="14">
                  <c:v>1959398.5931410119</c:v>
                </c:pt>
                <c:pt idx="15">
                  <c:v>2220304.3017580598</c:v>
                </c:pt>
                <c:pt idx="16">
                  <c:v>2491863.726397553</c:v>
                </c:pt>
                <c:pt idx="17">
                  <c:v>2772944.0232715295</c:v>
                </c:pt>
                <c:pt idx="18">
                  <c:v>3062425.4469199679</c:v>
                </c:pt>
                <c:pt idx="19">
                  <c:v>3359209.8342990354</c:v>
                </c:pt>
                <c:pt idx="20">
                  <c:v>3662228.1077114246</c:v>
                </c:pt>
                <c:pt idx="21">
                  <c:v>3970446.766257517</c:v>
                </c:pt>
                <c:pt idx="22">
                  <c:v>4282873.3615534157</c:v>
                </c:pt>
                <c:pt idx="23">
                  <c:v>4598560.9762498448</c:v>
                </c:pt>
                <c:pt idx="24">
                  <c:v>4916611.7430834966</c:v>
                </c:pt>
                <c:pt idx="25">
                  <c:v>5236179.4576903246</c:v>
                </c:pt>
                <c:pt idx="26">
                  <c:v>5556471.3502672222</c:v>
                </c:pt>
                <c:pt idx="27">
                  <c:v>5876749.0895790448</c:v>
                </c:pt>
                <c:pt idx="28">
                  <c:v>6196329.0980660357</c:v>
                </c:pt>
                <c:pt idx="29">
                  <c:v>6514582.2592775393</c:v>
                </c:pt>
                <c:pt idx="30">
                  <c:v>6830933.0989391804</c:v>
                </c:pt>
                <c:pt idx="31">
                  <c:v>7144858.5190688195</c:v>
                </c:pt>
                <c:pt idx="32">
                  <c:v>7455886.1610955223</c:v>
                </c:pt>
                <c:pt idx="33">
                  <c:v>7763592.4692881266</c:v>
                </c:pt>
                <c:pt idx="34">
                  <c:v>8067600.520314727</c:v>
                </c:pt>
                <c:pt idx="35">
                  <c:v>8367577.6787358848</c:v>
                </c:pt>
                <c:pt idx="36">
                  <c:v>8663233.1319484524</c:v>
                </c:pt>
                <c:pt idx="37">
                  <c:v>8954315.3517578207</c:v>
                </c:pt>
                <c:pt idx="38">
                  <c:v>9240609.5235407688</c:v>
                </c:pt>
                <c:pt idx="39">
                  <c:v>9521934.9780019224</c:v>
                </c:pt>
                <c:pt idx="40">
                  <c:v>9798142.6549236644</c:v>
                </c:pt>
                <c:pt idx="41">
                  <c:v>10069112.62312731</c:v>
                </c:pt>
                <c:pt idx="42">
                  <c:v>10334751.676145794</c:v>
                </c:pt>
                <c:pt idx="43">
                  <c:v>10594991.018870998</c:v>
                </c:pt>
                <c:pt idx="44">
                  <c:v>10849784.056685776</c:v>
                </c:pt>
                <c:pt idx="45">
                  <c:v>11099104.29530818</c:v>
                </c:pt>
                <c:pt idx="46">
                  <c:v>11342943.356742602</c:v>
                </c:pt>
                <c:pt idx="47">
                  <c:v>11581309.114319226</c:v>
                </c:pt>
                <c:pt idx="48">
                  <c:v>11814223.947777798</c:v>
                </c:pt>
                <c:pt idx="49">
                  <c:v>12041723.117676321</c:v>
                </c:pt>
                <c:pt idx="50">
                  <c:v>12263853.257045936</c:v>
                </c:pt>
                <c:pt idx="51">
                  <c:v>12480670.977130949</c:v>
                </c:pt>
                <c:pt idx="52">
                  <c:v>12692241.583215509</c:v>
                </c:pt>
                <c:pt idx="53">
                  <c:v>12898637.895911435</c:v>
                </c:pt>
                <c:pt idx="54">
                  <c:v>13099939.172835154</c:v>
                </c:pt>
                <c:pt idx="55">
                  <c:v>13296230.125307985</c:v>
                </c:pt>
                <c:pt idx="56">
                  <c:v>13487600.024548121</c:v>
                </c:pt>
                <c:pt idx="57">
                  <c:v>13674141.891761415</c:v>
                </c:pt>
                <c:pt idx="58">
                  <c:v>13855951.766563602</c:v>
                </c:pt>
                <c:pt idx="59">
                  <c:v>14033128.048258753</c:v>
                </c:pt>
                <c:pt idx="60">
                  <c:v>14205770.904646872</c:v>
                </c:pt>
                <c:pt idx="61">
                  <c:v>14373981.743219512</c:v>
                </c:pt>
                <c:pt idx="62">
                  <c:v>14537862.739821455</c:v>
                </c:pt>
                <c:pt idx="63">
                  <c:v>14697516.420093363</c:v>
                </c:pt>
                <c:pt idx="64">
                  <c:v>14853045.289263543</c:v>
                </c:pt>
                <c:pt idx="65">
                  <c:v>15004551.506114861</c:v>
                </c:pt>
                <c:pt idx="66">
                  <c:v>15152136.597214947</c:v>
                </c:pt>
                <c:pt idx="67">
                  <c:v>15295901.207756339</c:v>
                </c:pt>
                <c:pt idx="68">
                  <c:v>15435944.885607988</c:v>
                </c:pt>
                <c:pt idx="69">
                  <c:v>15572365.895426473</c:v>
                </c:pt>
                <c:pt idx="70">
                  <c:v>15705261.059912249</c:v>
                </c:pt>
                <c:pt idx="71">
                  <c:v>15834725.625524119</c:v>
                </c:pt>
                <c:pt idx="72">
                  <c:v>15960853.150180005</c:v>
                </c:pt>
                <c:pt idx="73">
                  <c:v>16083735.410676174</c:v>
                </c:pt>
                <c:pt idx="74">
                  <c:v>16203462.327748328</c:v>
                </c:pt>
                <c:pt idx="75">
                  <c:v>16320121.906877397</c:v>
                </c:pt>
                <c:pt idx="76">
                  <c:v>16433800.193109799</c:v>
                </c:pt>
                <c:pt idx="77">
                  <c:v>16544581.238317464</c:v>
                </c:pt>
                <c:pt idx="78">
                  <c:v>16652547.07946714</c:v>
                </c:pt>
                <c:pt idx="79">
                  <c:v>16757777.726601267</c:v>
                </c:pt>
                <c:pt idx="80">
                  <c:v>16860351.15935564</c:v>
                </c:pt>
                <c:pt idx="81">
                  <c:v>16960343.330952086</c:v>
                </c:pt>
                <c:pt idx="82">
                  <c:v>17057828.178707808</c:v>
                </c:pt>
                <c:pt idx="83">
                  <c:v>17152877.640198134</c:v>
                </c:pt>
                <c:pt idx="84">
                  <c:v>17245561.674296152</c:v>
                </c:pt>
                <c:pt idx="85">
                  <c:v>17335948.286392208</c:v>
                </c:pt>
                <c:pt idx="86">
                  <c:v>17424103.557168052</c:v>
                </c:pt>
                <c:pt idx="87">
                  <c:v>17510091.674366791</c:v>
                </c:pt>
                <c:pt idx="88">
                  <c:v>17593974.967058897</c:v>
                </c:pt>
                <c:pt idx="89">
                  <c:v>17675813.941959411</c:v>
                </c:pt>
                <c:pt idx="90">
                  <c:v>17755667.321400158</c:v>
                </c:pt>
                <c:pt idx="91">
                  <c:v>17833592.082605485</c:v>
                </c:pt>
                <c:pt idx="92">
                  <c:v>17909643.497960173</c:v>
                </c:pt>
                <c:pt idx="93">
                  <c:v>17983875.175994899</c:v>
                </c:pt>
                <c:pt idx="94">
                  <c:v>18056339.10284657</c:v>
                </c:pt>
                <c:pt idx="95">
                  <c:v>18127085.683981117</c:v>
                </c:pt>
                <c:pt idx="96">
                  <c:v>18196163.78599279</c:v>
                </c:pt>
                <c:pt idx="97">
                  <c:v>18263620.778317153</c:v>
                </c:pt>
                <c:pt idx="98">
                  <c:v>18329502.574717354</c:v>
                </c:pt>
                <c:pt idx="99">
                  <c:v>18393853.674421772</c:v>
                </c:pt>
                <c:pt idx="100">
                  <c:v>18456717.202808648</c:v>
                </c:pt>
                <c:pt idx="101">
                  <c:v>18518134.951548211</c:v>
                </c:pt>
                <c:pt idx="102">
                  <c:v>18578147.418127205</c:v>
                </c:pt>
                <c:pt idx="103">
                  <c:v>18636793.844692301</c:v>
                </c:pt>
                <c:pt idx="104">
                  <c:v>18694112.256159991</c:v>
                </c:pt>
                <c:pt idx="105">
                  <c:v>18750139.497550156</c:v>
                </c:pt>
                <c:pt idx="106">
                  <c:v>18804911.270509209</c:v>
                </c:pt>
                <c:pt idx="107">
                  <c:v>18858462.168996025</c:v>
                </c:pt>
                <c:pt idx="108">
                  <c:v>18910825.714110512</c:v>
                </c:pt>
                <c:pt idx="109">
                  <c:v>18962034.388050996</c:v>
                </c:pt>
                <c:pt idx="110">
                  <c:v>19012119.667191084</c:v>
                </c:pt>
                <c:pt idx="111">
                  <c:v>19061112.054271806</c:v>
                </c:pt>
                <c:pt idx="112">
                  <c:v>19109041.109708317</c:v>
                </c:pt>
                <c:pt idx="113">
                  <c:v>19155935.482014045</c:v>
                </c:pt>
                <c:pt idx="114">
                  <c:v>19201822.937348235</c:v>
                </c:pt>
                <c:pt idx="115">
                  <c:v>19246730.388195008</c:v>
                </c:pt>
                <c:pt idx="116">
                  <c:v>19290683.921184726</c:v>
                </c:pt>
                <c:pt idx="117">
                  <c:v>19333708.824070014</c:v>
                </c:pt>
                <c:pt idx="118">
                  <c:v>19375829.611870028</c:v>
                </c:pt>
                <c:pt idx="119">
                  <c:v>19417070.052198771</c:v>
                </c:pt>
                <c:pt idx="120">
                  <c:v>19457453.189793255</c:v>
                </c:pt>
                <c:pt idx="121">
                  <c:v>19497001.37025886</c:v>
                </c:pt>
                <c:pt idx="122">
                  <c:v>19535736.263049807</c:v>
                </c:pt>
                <c:pt idx="123">
                  <c:v>19573678.883702818</c:v>
                </c:pt>
                <c:pt idx="124">
                  <c:v>19610849.615342971</c:v>
                </c:pt>
                <c:pt idx="125">
                  <c:v>19647268.229480557</c:v>
                </c:pt>
                <c:pt idx="126">
                  <c:v>19682953.906118162</c:v>
                </c:pt>
                <c:pt idx="127">
                  <c:v>19717925.253186986</c:v>
                </c:pt>
                <c:pt idx="128">
                  <c:v>19752200.325331863</c:v>
                </c:pt>
                <c:pt idx="129">
                  <c:v>19785796.64206367</c:v>
                </c:pt>
                <c:pt idx="130">
                  <c:v>19818731.20529836</c:v>
                </c:pt>
                <c:pt idx="131">
                  <c:v>19851020.516301032</c:v>
                </c:pt>
                <c:pt idx="132">
                  <c:v>19882680.592053648</c:v>
                </c:pt>
                <c:pt idx="133">
                  <c:v>19913726.981064457</c:v>
                </c:pt>
                <c:pt idx="134">
                  <c:v>19944174.77863707</c:v>
                </c:pt>
                <c:pt idx="135">
                  <c:v>19974038.641616333</c:v>
                </c:pt>
                <c:pt idx="136">
                  <c:v>20003332.802628465</c:v>
                </c:pt>
                <c:pt idx="137">
                  <c:v>20032071.083832063</c:v>
                </c:pt>
                <c:pt idx="138">
                  <c:v>20060266.910196029</c:v>
                </c:pt>
                <c:pt idx="139">
                  <c:v>20087933.322320715</c:v>
                </c:pt>
                <c:pt idx="140">
                  <c:v>20115082.988817506</c:v>
                </c:pt>
                <c:pt idx="141">
                  <c:v>20141728.218261924</c:v>
                </c:pt>
                <c:pt idx="142">
                  <c:v>20167880.970735006</c:v>
                </c:pt>
                <c:pt idx="143">
                  <c:v>20193552.868967131</c:v>
                </c:pt>
                <c:pt idx="144">
                  <c:v>20218755.209097948</c:v>
                </c:pt>
                <c:pt idx="145">
                  <c:v>20243498.971066043</c:v>
                </c:pt>
                <c:pt idx="146">
                  <c:v>20267794.828641061</c:v>
                </c:pt>
                <c:pt idx="147">
                  <c:v>20291653.159111071</c:v>
                </c:pt>
                <c:pt idx="148">
                  <c:v>20315084.052637015</c:v>
                </c:pt>
                <c:pt idx="149">
                  <c:v>20338097.321286406</c:v>
                </c:pt>
                <c:pt idx="150">
                  <c:v>20360702.50775725</c:v>
                </c:pt>
                <c:pt idx="151">
                  <c:v>20382908.893803515</c:v>
                </c:pt>
                <c:pt idx="152">
                  <c:v>20404725.508372519</c:v>
                </c:pt>
                <c:pt idx="153">
                  <c:v>20426161.135464631</c:v>
                </c:pt>
                <c:pt idx="154">
                  <c:v>20447224.321725156</c:v>
                </c:pt>
                <c:pt idx="155">
                  <c:v>20467923.383778024</c:v>
                </c:pt>
                <c:pt idx="156">
                  <c:v>20488266.415310401</c:v>
                </c:pt>
                <c:pt idx="157">
                  <c:v>20508261.293917239</c:v>
                </c:pt>
                <c:pt idx="158">
                  <c:v>20527915.687714253</c:v>
                </c:pt>
                <c:pt idx="159">
                  <c:v>20547237.061727781</c:v>
                </c:pt>
                <c:pt idx="160">
                  <c:v>20566232.684069313</c:v>
                </c:pt>
                <c:pt idx="161">
                  <c:v>20584909.631902475</c:v>
                </c:pt>
                <c:pt idx="162">
                  <c:v>20603274.797209982</c:v>
                </c:pt>
                <c:pt idx="163">
                  <c:v>20621334.89236759</c:v>
                </c:pt>
                <c:pt idx="164">
                  <c:v>20639096.455532022</c:v>
                </c:pt>
                <c:pt idx="165">
                  <c:v>20656565.855849434</c:v>
                </c:pt>
                <c:pt idx="166">
                  <c:v>20673749.298490908</c:v>
                </c:pt>
                <c:pt idx="167">
                  <c:v>20690652.829521153</c:v>
                </c:pt>
                <c:pt idx="168">
                  <c:v>20707282.34060619</c:v>
                </c:pt>
                <c:pt idx="169">
                  <c:v>20723643.573566008</c:v>
                </c:pt>
                <c:pt idx="170">
                  <c:v>20739742.124777444</c:v>
                </c:pt>
                <c:pt idx="171">
                  <c:v>20755583.449432813</c:v>
                </c:pt>
                <c:pt idx="172">
                  <c:v>20771172.865659207</c:v>
                </c:pt>
                <c:pt idx="173">
                  <c:v>20786515.558503561</c:v>
                </c:pt>
                <c:pt idx="174">
                  <c:v>20801616.583788134</c:v>
                </c:pt>
                <c:pt idx="175">
                  <c:v>20816480.871841002</c:v>
                </c:pt>
                <c:pt idx="176">
                  <c:v>20831113.231105909</c:v>
                </c:pt>
                <c:pt idx="177">
                  <c:v>20845518.351635806</c:v>
                </c:pt>
                <c:pt idx="178">
                  <c:v>20859700.808474131</c:v>
                </c:pt>
                <c:pt idx="179">
                  <c:v>20873665.064927671</c:v>
                </c:pt>
                <c:pt idx="180">
                  <c:v>20887415.475734912</c:v>
                </c:pt>
                <c:pt idx="181">
                  <c:v>20900956.290133424</c:v>
                </c:pt>
                <c:pt idx="182">
                  <c:v>20914291.654829945</c:v>
                </c:pt>
                <c:pt idx="183">
                  <c:v>20927425.616876233</c:v>
                </c:pt>
                <c:pt idx="184">
                  <c:v>20940362.126454372</c:v>
                </c:pt>
                <c:pt idx="185">
                  <c:v>20953105.039574265</c:v>
                </c:pt>
                <c:pt idx="186">
                  <c:v>20965658.120686613</c:v>
                </c:pt>
                <c:pt idx="187">
                  <c:v>20978025.045214131</c:v>
                </c:pt>
                <c:pt idx="188">
                  <c:v>20990209.402003888</c:v>
                </c:pt>
                <c:pt idx="189">
                  <c:v>21002214.695703436</c:v>
                </c:pt>
                <c:pt idx="190">
                  <c:v>21014044.349063322</c:v>
                </c:pt>
                <c:pt idx="191">
                  <c:v>21025701.705168515</c:v>
                </c:pt>
                <c:pt idx="192">
                  <c:v>21037190.029601175</c:v>
                </c:pt>
                <c:pt idx="193">
                  <c:v>21048512.512537003</c:v>
                </c:pt>
                <c:pt idx="194">
                  <c:v>21059672.270777535</c:v>
                </c:pt>
                <c:pt idx="195">
                  <c:v>21070672.349720474</c:v>
                </c:pt>
                <c:pt idx="196">
                  <c:v>21081515.72527013</c:v>
                </c:pt>
                <c:pt idx="197">
                  <c:v>21092205.305690005</c:v>
                </c:pt>
                <c:pt idx="198">
                  <c:v>21102743.933399457</c:v>
                </c:pt>
                <c:pt idx="199">
                  <c:v>21113134.386716295</c:v>
                </c:pt>
                <c:pt idx="200">
                  <c:v>21123379.381547119</c:v>
                </c:pt>
                <c:pt idx="201">
                  <c:v>21133481.5730271</c:v>
                </c:pt>
                <c:pt idx="202">
                  <c:v>21143443.557110917</c:v>
                </c:pt>
                <c:pt idx="203">
                  <c:v>21153267.872116432</c:v>
                </c:pt>
                <c:pt idx="204">
                  <c:v>21162957.000222683</c:v>
                </c:pt>
                <c:pt idx="205">
                  <c:v>21172513.368923668</c:v>
                </c:pt>
                <c:pt idx="206">
                  <c:v>21181939.352439374</c:v>
                </c:pt>
                <c:pt idx="207">
                  <c:v>21191237.273085412</c:v>
                </c:pt>
                <c:pt idx="208">
                  <c:v>21200409.402602721</c:v>
                </c:pt>
                <c:pt idx="209">
                  <c:v>21209457.963448476</c:v>
                </c:pt>
                <c:pt idx="210">
                  <c:v>21218385.130049538</c:v>
                </c:pt>
                <c:pt idx="211">
                  <c:v>21227193.030019682</c:v>
                </c:pt>
                <c:pt idx="212">
                  <c:v>21235883.745341685</c:v>
                </c:pt>
                <c:pt idx="213">
                  <c:v>21244459.313515481</c:v>
                </c:pt>
                <c:pt idx="214">
                  <c:v>21252921.72867341</c:v>
                </c:pt>
                <c:pt idx="215">
                  <c:v>21261272.942663625</c:v>
                </c:pt>
                <c:pt idx="216">
                  <c:v>21269514.866102677</c:v>
                </c:pt>
                <c:pt idx="217">
                  <c:v>21277649.369398251</c:v>
                </c:pt>
                <c:pt idx="218">
                  <c:v>21285678.283742998</c:v>
                </c:pt>
                <c:pt idx="219">
                  <c:v>21293603.402080361</c:v>
                </c:pt>
                <c:pt idx="220">
                  <c:v>21301426.480043251</c:v>
                </c:pt>
                <c:pt idx="221">
                  <c:v>21309149.236866537</c:v>
                </c:pt>
                <c:pt idx="222">
                  <c:v>21316773.356273964</c:v>
                </c:pt>
                <c:pt idx="223">
                  <c:v>21324300.487340517</c:v>
                </c:pt>
                <c:pt idx="224">
                  <c:v>21331732.245330818</c:v>
                </c:pt>
                <c:pt idx="225">
                  <c:v>21339070.212514404</c:v>
                </c:pt>
                <c:pt idx="226">
                  <c:v>21346315.938958537</c:v>
                </c:pt>
                <c:pt idx="227">
                  <c:v>21353470.943299271</c:v>
                </c:pt>
                <c:pt idx="228">
                  <c:v>21360536.713491436</c:v>
                </c:pt>
                <c:pt idx="229">
                  <c:v>21367514.70753815</c:v>
                </c:pt>
                <c:pt idx="230">
                  <c:v>21374406.354200561</c:v>
                </c:pt>
                <c:pt idx="231">
                  <c:v>21381213.053688314</c:v>
                </c:pt>
                <c:pt idx="232">
                  <c:v>21387936.178331397</c:v>
                </c:pt>
                <c:pt idx="233">
                  <c:v>21394577.07323394</c:v>
                </c:pt>
                <c:pt idx="234">
                  <c:v>21401137.056910437</c:v>
                </c:pt>
                <c:pt idx="235">
                  <c:v>21407617.421904996</c:v>
                </c:pt>
                <c:pt idx="236">
                  <c:v>21414019.435394067</c:v>
                </c:pt>
                <c:pt idx="237">
                  <c:v>21420344.339773174</c:v>
                </c:pt>
                <c:pt idx="238">
                  <c:v>21426593.353228129</c:v>
                </c:pt>
                <c:pt idx="239">
                  <c:v>21432767.670291152</c:v>
                </c:pt>
                <c:pt idx="240">
                  <c:v>21438868.462382372</c:v>
                </c:pt>
                <c:pt idx="241">
                  <c:v>21444896.878337149</c:v>
                </c:pt>
                <c:pt idx="242">
                  <c:v>21450854.044919599</c:v>
                </c:pt>
                <c:pt idx="243">
                  <c:v>21456741.067322742</c:v>
                </c:pt>
                <c:pt idx="244">
                  <c:v>21462559.029655691</c:v>
                </c:pt>
                <c:pt idx="245">
                  <c:v>21468308.995418221</c:v>
                </c:pt>
                <c:pt idx="246">
                  <c:v>21473992.007963061</c:v>
                </c:pt>
                <c:pt idx="247">
                  <c:v>21479609.090946391</c:v>
                </c:pt>
                <c:pt idx="248">
                  <c:v>21485161.248766668</c:v>
                </c:pt>
                <c:pt idx="249">
                  <c:v>21490649.466992363</c:v>
                </c:pt>
                <c:pt idx="250">
                  <c:v>21496074.71277871</c:v>
                </c:pt>
                <c:pt idx="251">
                  <c:v>21501437.935273938</c:v>
                </c:pt>
                <c:pt idx="252">
                  <c:v>21506740.066015214</c:v>
                </c:pt>
                <c:pt idx="253">
                  <c:v>21511982.019314546</c:v>
                </c:pt>
                <c:pt idx="254">
                  <c:v>21517164.692635059</c:v>
                </c:pt>
                <c:pt idx="255">
                  <c:v>21522288.9669578</c:v>
                </c:pt>
                <c:pt idx="256">
                  <c:v>21527355.707139354</c:v>
                </c:pt>
                <c:pt idx="257">
                  <c:v>21532365.762260638</c:v>
                </c:pt>
                <c:pt idx="258">
                  <c:v>21537319.96596691</c:v>
                </c:pt>
                <c:pt idx="259">
                  <c:v>21542219.136799492</c:v>
                </c:pt>
                <c:pt idx="260">
                  <c:v>21547064.078519206</c:v>
                </c:pt>
                <c:pt idx="261">
                  <c:v>21551855.580421932</c:v>
                </c:pt>
                <c:pt idx="262">
                  <c:v>21556594.417646367</c:v>
                </c:pt>
                <c:pt idx="263">
                  <c:v>21561281.3514743</c:v>
                </c:pt>
                <c:pt idx="264">
                  <c:v>21565917.129623562</c:v>
                </c:pt>
                <c:pt idx="265">
                  <c:v>21570502.486533858</c:v>
                </c:pt>
                <c:pt idx="266">
                  <c:v>21575038.143645667</c:v>
                </c:pt>
                <c:pt idx="267">
                  <c:v>21579524.80967243</c:v>
                </c:pt>
                <c:pt idx="268">
                  <c:v>21583963.180866182</c:v>
                </c:pt>
                <c:pt idx="269">
                  <c:v>21588353.941276789</c:v>
                </c:pt>
                <c:pt idx="270">
                  <c:v>21592697.763005015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B7D0-4086-949C-25D748E47B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3956064"/>
        <c:axId val="55707153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  <c:pt idx="65">
                  <c:v>6500000</c:v>
                </c:pt>
                <c:pt idx="66">
                  <c:v>6600000</c:v>
                </c:pt>
                <c:pt idx="67">
                  <c:v>6700000</c:v>
                </c:pt>
                <c:pt idx="68">
                  <c:v>6800000</c:v>
                </c:pt>
                <c:pt idx="69">
                  <c:v>6900000</c:v>
                </c:pt>
                <c:pt idx="70">
                  <c:v>7000000</c:v>
                </c:pt>
                <c:pt idx="71">
                  <c:v>7100000</c:v>
                </c:pt>
                <c:pt idx="72">
                  <c:v>7200000</c:v>
                </c:pt>
                <c:pt idx="73">
                  <c:v>7300000</c:v>
                </c:pt>
                <c:pt idx="74">
                  <c:v>7400000</c:v>
                </c:pt>
                <c:pt idx="75">
                  <c:v>7500000</c:v>
                </c:pt>
                <c:pt idx="76">
                  <c:v>7600000</c:v>
                </c:pt>
                <c:pt idx="77">
                  <c:v>7700000</c:v>
                </c:pt>
                <c:pt idx="78">
                  <c:v>7800000</c:v>
                </c:pt>
                <c:pt idx="79">
                  <c:v>7900000</c:v>
                </c:pt>
                <c:pt idx="80">
                  <c:v>8000000</c:v>
                </c:pt>
                <c:pt idx="81">
                  <c:v>8100000</c:v>
                </c:pt>
                <c:pt idx="82">
                  <c:v>8200000</c:v>
                </c:pt>
                <c:pt idx="83">
                  <c:v>8300000</c:v>
                </c:pt>
                <c:pt idx="84">
                  <c:v>8400000</c:v>
                </c:pt>
                <c:pt idx="85">
                  <c:v>8500000</c:v>
                </c:pt>
                <c:pt idx="86">
                  <c:v>8600000</c:v>
                </c:pt>
                <c:pt idx="87">
                  <c:v>8700000</c:v>
                </c:pt>
                <c:pt idx="88">
                  <c:v>8800000</c:v>
                </c:pt>
                <c:pt idx="89">
                  <c:v>8900000</c:v>
                </c:pt>
                <c:pt idx="90">
                  <c:v>9000000</c:v>
                </c:pt>
                <c:pt idx="91">
                  <c:v>9100000</c:v>
                </c:pt>
                <c:pt idx="92">
                  <c:v>9200000</c:v>
                </c:pt>
                <c:pt idx="93">
                  <c:v>9300000</c:v>
                </c:pt>
                <c:pt idx="94">
                  <c:v>9400000</c:v>
                </c:pt>
                <c:pt idx="95">
                  <c:v>9500000</c:v>
                </c:pt>
                <c:pt idx="96">
                  <c:v>9600000</c:v>
                </c:pt>
                <c:pt idx="97">
                  <c:v>9700000</c:v>
                </c:pt>
                <c:pt idx="98">
                  <c:v>9800000</c:v>
                </c:pt>
                <c:pt idx="99">
                  <c:v>9900000</c:v>
                </c:pt>
                <c:pt idx="100">
                  <c:v>10000000</c:v>
                </c:pt>
                <c:pt idx="101">
                  <c:v>10100000</c:v>
                </c:pt>
                <c:pt idx="102">
                  <c:v>10200000</c:v>
                </c:pt>
                <c:pt idx="103">
                  <c:v>10300000</c:v>
                </c:pt>
                <c:pt idx="104">
                  <c:v>10400000</c:v>
                </c:pt>
                <c:pt idx="105">
                  <c:v>10500000</c:v>
                </c:pt>
                <c:pt idx="106">
                  <c:v>10600000</c:v>
                </c:pt>
                <c:pt idx="107">
                  <c:v>10700000</c:v>
                </c:pt>
                <c:pt idx="108">
                  <c:v>10800000</c:v>
                </c:pt>
                <c:pt idx="109">
                  <c:v>10900000</c:v>
                </c:pt>
                <c:pt idx="110">
                  <c:v>11000000</c:v>
                </c:pt>
                <c:pt idx="111">
                  <c:v>11100000</c:v>
                </c:pt>
                <c:pt idx="112">
                  <c:v>11200000</c:v>
                </c:pt>
                <c:pt idx="113">
                  <c:v>11300000</c:v>
                </c:pt>
                <c:pt idx="114">
                  <c:v>11400000</c:v>
                </c:pt>
                <c:pt idx="115">
                  <c:v>11500000</c:v>
                </c:pt>
                <c:pt idx="116">
                  <c:v>11600000</c:v>
                </c:pt>
                <c:pt idx="117">
                  <c:v>11700000</c:v>
                </c:pt>
                <c:pt idx="118">
                  <c:v>11800000</c:v>
                </c:pt>
                <c:pt idx="119">
                  <c:v>11900000</c:v>
                </c:pt>
                <c:pt idx="120">
                  <c:v>12000000</c:v>
                </c:pt>
                <c:pt idx="121">
                  <c:v>12100000</c:v>
                </c:pt>
                <c:pt idx="122">
                  <c:v>12200000</c:v>
                </c:pt>
                <c:pt idx="123">
                  <c:v>12300000</c:v>
                </c:pt>
                <c:pt idx="124">
                  <c:v>12400000</c:v>
                </c:pt>
                <c:pt idx="125">
                  <c:v>12500000</c:v>
                </c:pt>
                <c:pt idx="126">
                  <c:v>12600000</c:v>
                </c:pt>
                <c:pt idx="127">
                  <c:v>12700000</c:v>
                </c:pt>
                <c:pt idx="128">
                  <c:v>12800000</c:v>
                </c:pt>
                <c:pt idx="129">
                  <c:v>12900000</c:v>
                </c:pt>
                <c:pt idx="130">
                  <c:v>13000000</c:v>
                </c:pt>
                <c:pt idx="131">
                  <c:v>13100000</c:v>
                </c:pt>
                <c:pt idx="132">
                  <c:v>13200000</c:v>
                </c:pt>
                <c:pt idx="133">
                  <c:v>13300000</c:v>
                </c:pt>
                <c:pt idx="134">
                  <c:v>13400000</c:v>
                </c:pt>
                <c:pt idx="135">
                  <c:v>13500000</c:v>
                </c:pt>
                <c:pt idx="136">
                  <c:v>13600000</c:v>
                </c:pt>
                <c:pt idx="137">
                  <c:v>13700000</c:v>
                </c:pt>
                <c:pt idx="138">
                  <c:v>13800000</c:v>
                </c:pt>
                <c:pt idx="139">
                  <c:v>13900000</c:v>
                </c:pt>
                <c:pt idx="140">
                  <c:v>14000000</c:v>
                </c:pt>
                <c:pt idx="141">
                  <c:v>14100000</c:v>
                </c:pt>
                <c:pt idx="142">
                  <c:v>14200000</c:v>
                </c:pt>
                <c:pt idx="143">
                  <c:v>14300000</c:v>
                </c:pt>
                <c:pt idx="144">
                  <c:v>14400000</c:v>
                </c:pt>
                <c:pt idx="145">
                  <c:v>14500000</c:v>
                </c:pt>
                <c:pt idx="146">
                  <c:v>14600000</c:v>
                </c:pt>
                <c:pt idx="147">
                  <c:v>14700000</c:v>
                </c:pt>
                <c:pt idx="148">
                  <c:v>14800000</c:v>
                </c:pt>
                <c:pt idx="149">
                  <c:v>14900000</c:v>
                </c:pt>
                <c:pt idx="150">
                  <c:v>15000000</c:v>
                </c:pt>
                <c:pt idx="151">
                  <c:v>15100000</c:v>
                </c:pt>
                <c:pt idx="152">
                  <c:v>15200000</c:v>
                </c:pt>
                <c:pt idx="153">
                  <c:v>15300000</c:v>
                </c:pt>
                <c:pt idx="154">
                  <c:v>15400000</c:v>
                </c:pt>
                <c:pt idx="155">
                  <c:v>15500000</c:v>
                </c:pt>
                <c:pt idx="156">
                  <c:v>15600000</c:v>
                </c:pt>
                <c:pt idx="157">
                  <c:v>15700000</c:v>
                </c:pt>
                <c:pt idx="158">
                  <c:v>15800000</c:v>
                </c:pt>
                <c:pt idx="159">
                  <c:v>15900000</c:v>
                </c:pt>
                <c:pt idx="160">
                  <c:v>16000000</c:v>
                </c:pt>
                <c:pt idx="161">
                  <c:v>16100000</c:v>
                </c:pt>
                <c:pt idx="162">
                  <c:v>16200000</c:v>
                </c:pt>
                <c:pt idx="163">
                  <c:v>16300000</c:v>
                </c:pt>
                <c:pt idx="164">
                  <c:v>16400000</c:v>
                </c:pt>
                <c:pt idx="165">
                  <c:v>16500000</c:v>
                </c:pt>
                <c:pt idx="166">
                  <c:v>16600000</c:v>
                </c:pt>
                <c:pt idx="167">
                  <c:v>16700000</c:v>
                </c:pt>
                <c:pt idx="168">
                  <c:v>16800000</c:v>
                </c:pt>
                <c:pt idx="169">
                  <c:v>16900000</c:v>
                </c:pt>
                <c:pt idx="170">
                  <c:v>17000000</c:v>
                </c:pt>
                <c:pt idx="171">
                  <c:v>17100000</c:v>
                </c:pt>
                <c:pt idx="172">
                  <c:v>17200000</c:v>
                </c:pt>
                <c:pt idx="173">
                  <c:v>17300000</c:v>
                </c:pt>
                <c:pt idx="174">
                  <c:v>17400000</c:v>
                </c:pt>
                <c:pt idx="175">
                  <c:v>17500000</c:v>
                </c:pt>
                <c:pt idx="176">
                  <c:v>17600000</c:v>
                </c:pt>
                <c:pt idx="177">
                  <c:v>17700000</c:v>
                </c:pt>
                <c:pt idx="178">
                  <c:v>17800000</c:v>
                </c:pt>
                <c:pt idx="179">
                  <c:v>17900000</c:v>
                </c:pt>
                <c:pt idx="180">
                  <c:v>18000000</c:v>
                </c:pt>
                <c:pt idx="181">
                  <c:v>18100000</c:v>
                </c:pt>
                <c:pt idx="182">
                  <c:v>18200000</c:v>
                </c:pt>
                <c:pt idx="183">
                  <c:v>18300000</c:v>
                </c:pt>
                <c:pt idx="184">
                  <c:v>18400000</c:v>
                </c:pt>
                <c:pt idx="185">
                  <c:v>18500000</c:v>
                </c:pt>
                <c:pt idx="186">
                  <c:v>18600000</c:v>
                </c:pt>
                <c:pt idx="187">
                  <c:v>18700000</c:v>
                </c:pt>
                <c:pt idx="188">
                  <c:v>18800000</c:v>
                </c:pt>
                <c:pt idx="189">
                  <c:v>18900000</c:v>
                </c:pt>
                <c:pt idx="190">
                  <c:v>19000000</c:v>
                </c:pt>
                <c:pt idx="191">
                  <c:v>19100000</c:v>
                </c:pt>
                <c:pt idx="192">
                  <c:v>19200000</c:v>
                </c:pt>
                <c:pt idx="193">
                  <c:v>19300000</c:v>
                </c:pt>
                <c:pt idx="194">
                  <c:v>19400000</c:v>
                </c:pt>
                <c:pt idx="195">
                  <c:v>19500000</c:v>
                </c:pt>
                <c:pt idx="196">
                  <c:v>19600000</c:v>
                </c:pt>
                <c:pt idx="197">
                  <c:v>19700000</c:v>
                </c:pt>
                <c:pt idx="198">
                  <c:v>19800000</c:v>
                </c:pt>
                <c:pt idx="199">
                  <c:v>19900000</c:v>
                </c:pt>
                <c:pt idx="200">
                  <c:v>20000000</c:v>
                </c:pt>
                <c:pt idx="201">
                  <c:v>20100000</c:v>
                </c:pt>
                <c:pt idx="202">
                  <c:v>20200000</c:v>
                </c:pt>
                <c:pt idx="203">
                  <c:v>20300000</c:v>
                </c:pt>
                <c:pt idx="204">
                  <c:v>20400000</c:v>
                </c:pt>
                <c:pt idx="205">
                  <c:v>20500000</c:v>
                </c:pt>
                <c:pt idx="206">
                  <c:v>20600000</c:v>
                </c:pt>
                <c:pt idx="207">
                  <c:v>20700000</c:v>
                </c:pt>
                <c:pt idx="208">
                  <c:v>20800000</c:v>
                </c:pt>
                <c:pt idx="209">
                  <c:v>20900000</c:v>
                </c:pt>
                <c:pt idx="210">
                  <c:v>21000000</c:v>
                </c:pt>
                <c:pt idx="211">
                  <c:v>21100000</c:v>
                </c:pt>
                <c:pt idx="212">
                  <c:v>21200000</c:v>
                </c:pt>
                <c:pt idx="213">
                  <c:v>21300000</c:v>
                </c:pt>
                <c:pt idx="214">
                  <c:v>21400000</c:v>
                </c:pt>
                <c:pt idx="215">
                  <c:v>21500000</c:v>
                </c:pt>
                <c:pt idx="216">
                  <c:v>21600000</c:v>
                </c:pt>
                <c:pt idx="217">
                  <c:v>21700000</c:v>
                </c:pt>
                <c:pt idx="218">
                  <c:v>21800000</c:v>
                </c:pt>
                <c:pt idx="219">
                  <c:v>21900000</c:v>
                </c:pt>
                <c:pt idx="220">
                  <c:v>22000000</c:v>
                </c:pt>
                <c:pt idx="221">
                  <c:v>22100000</c:v>
                </c:pt>
                <c:pt idx="222">
                  <c:v>22200000</c:v>
                </c:pt>
                <c:pt idx="223">
                  <c:v>22300000</c:v>
                </c:pt>
                <c:pt idx="224">
                  <c:v>22400000</c:v>
                </c:pt>
                <c:pt idx="225">
                  <c:v>22500000</c:v>
                </c:pt>
                <c:pt idx="226">
                  <c:v>22600000</c:v>
                </c:pt>
                <c:pt idx="227">
                  <c:v>22700000</c:v>
                </c:pt>
                <c:pt idx="228">
                  <c:v>22800000</c:v>
                </c:pt>
                <c:pt idx="229">
                  <c:v>22900000</c:v>
                </c:pt>
                <c:pt idx="230">
                  <c:v>23000000</c:v>
                </c:pt>
                <c:pt idx="231">
                  <c:v>23100000</c:v>
                </c:pt>
                <c:pt idx="232">
                  <c:v>23200000</c:v>
                </c:pt>
                <c:pt idx="233">
                  <c:v>23300000</c:v>
                </c:pt>
                <c:pt idx="234">
                  <c:v>23400000</c:v>
                </c:pt>
                <c:pt idx="235">
                  <c:v>23500000</c:v>
                </c:pt>
                <c:pt idx="236">
                  <c:v>23600000</c:v>
                </c:pt>
                <c:pt idx="237">
                  <c:v>23700000</c:v>
                </c:pt>
                <c:pt idx="238">
                  <c:v>23800000</c:v>
                </c:pt>
                <c:pt idx="239">
                  <c:v>23900000</c:v>
                </c:pt>
                <c:pt idx="240">
                  <c:v>24000000</c:v>
                </c:pt>
                <c:pt idx="241">
                  <c:v>24100000</c:v>
                </c:pt>
                <c:pt idx="242">
                  <c:v>24200000</c:v>
                </c:pt>
                <c:pt idx="243">
                  <c:v>24300000</c:v>
                </c:pt>
                <c:pt idx="244">
                  <c:v>24400000</c:v>
                </c:pt>
                <c:pt idx="245">
                  <c:v>24500000</c:v>
                </c:pt>
                <c:pt idx="246">
                  <c:v>24600000</c:v>
                </c:pt>
                <c:pt idx="247">
                  <c:v>24700000</c:v>
                </c:pt>
                <c:pt idx="248">
                  <c:v>24800000</c:v>
                </c:pt>
                <c:pt idx="249">
                  <c:v>24900000</c:v>
                </c:pt>
                <c:pt idx="250">
                  <c:v>25000000</c:v>
                </c:pt>
                <c:pt idx="251">
                  <c:v>25100000</c:v>
                </c:pt>
                <c:pt idx="252">
                  <c:v>25200000</c:v>
                </c:pt>
                <c:pt idx="253">
                  <c:v>25300000</c:v>
                </c:pt>
                <c:pt idx="254">
                  <c:v>25400000</c:v>
                </c:pt>
                <c:pt idx="255">
                  <c:v>25500000</c:v>
                </c:pt>
                <c:pt idx="256">
                  <c:v>25600000</c:v>
                </c:pt>
                <c:pt idx="257">
                  <c:v>25700000</c:v>
                </c:pt>
                <c:pt idx="258">
                  <c:v>25800000</c:v>
                </c:pt>
                <c:pt idx="259">
                  <c:v>25900000</c:v>
                </c:pt>
                <c:pt idx="260">
                  <c:v>26000000</c:v>
                </c:pt>
                <c:pt idx="261">
                  <c:v>26100000</c:v>
                </c:pt>
                <c:pt idx="262">
                  <c:v>26200000</c:v>
                </c:pt>
                <c:pt idx="263">
                  <c:v>26300000</c:v>
                </c:pt>
                <c:pt idx="264">
                  <c:v>26400000</c:v>
                </c:pt>
                <c:pt idx="265">
                  <c:v>26500000</c:v>
                </c:pt>
                <c:pt idx="266">
                  <c:v>26600000</c:v>
                </c:pt>
                <c:pt idx="267">
                  <c:v>26700000</c:v>
                </c:pt>
                <c:pt idx="268">
                  <c:v>26800000</c:v>
                </c:pt>
                <c:pt idx="269">
                  <c:v>26900000</c:v>
                </c:pt>
                <c:pt idx="270">
                  <c:v>27000000</c:v>
                </c:pt>
              </c:numCache>
            </c:numRef>
          </c:cat>
          <c:val>
            <c:numRef>
              <c:f>Sheet1!$C$2:$C$1057</c:f>
              <c:numCache>
                <c:formatCode>General</c:formatCode>
                <c:ptCount val="271"/>
                <c:pt idx="0">
                  <c:v>0</c:v>
                </c:pt>
                <c:pt idx="1">
                  <c:v>0.10959647574496639</c:v>
                </c:pt>
                <c:pt idx="2">
                  <c:v>0.2188686852533526</c:v>
                </c:pt>
                <c:pt idx="3">
                  <c:v>0.32749555247555184</c:v>
                </c:pt>
                <c:pt idx="4">
                  <c:v>0.43516231605229616</c:v>
                </c:pt>
                <c:pt idx="5">
                  <c:v>0.54156352475898895</c:v>
                </c:pt>
                <c:pt idx="6">
                  <c:v>0.64640584500869047</c:v>
                </c:pt>
                <c:pt idx="7">
                  <c:v>0.74941062797215663</c:v>
                </c:pt>
                <c:pt idx="8">
                  <c:v>0.85031619192828733</c:v>
                </c:pt>
                <c:pt idx="9">
                  <c:v>0.94887978472137924</c:v>
                </c:pt>
                <c:pt idx="10">
                  <c:v>1.0448792012237971</c:v>
                </c:pt>
                <c:pt idx="11">
                  <c:v>1.1381140410205577</c:v>
                </c:pt>
                <c:pt idx="12">
                  <c:v>1.2284066016988497</c:v>
                </c:pt>
                <c:pt idx="13">
                  <c:v>1.3156024127342729</c:v>
                </c:pt>
                <c:pt idx="14">
                  <c:v>1.3995704236721513</c:v>
                </c:pt>
                <c:pt idx="15">
                  <c:v>1.4802028678387065</c:v>
                </c:pt>
                <c:pt idx="16">
                  <c:v>1.5574148289984706</c:v>
                </c:pt>
                <c:pt idx="17">
                  <c:v>1.6311435431008996</c:v>
                </c:pt>
                <c:pt idx="18">
                  <c:v>1.7013474705110934</c:v>
                </c:pt>
                <c:pt idx="19">
                  <c:v>1.7680051759468607</c:v>
                </c:pt>
                <c:pt idx="20">
                  <c:v>1.8311140538557122</c:v>
                </c:pt>
                <c:pt idx="21">
                  <c:v>1.8906889363131034</c:v>
                </c:pt>
                <c:pt idx="22">
                  <c:v>1.9467606188879163</c:v>
                </c:pt>
                <c:pt idx="23">
                  <c:v>1.9993743374999324</c:v>
                </c:pt>
                <c:pt idx="24">
                  <c:v>2.0485882262847901</c:v>
                </c:pt>
                <c:pt idx="25">
                  <c:v>2.0944717830761297</c:v>
                </c:pt>
                <c:pt idx="26">
                  <c:v>2.1371043654873931</c:v>
                </c:pt>
                <c:pt idx="27">
                  <c:v>2.1765737368811275</c:v>
                </c:pt>
                <c:pt idx="28">
                  <c:v>2.2129746778807271</c:v>
                </c:pt>
                <c:pt idx="29">
                  <c:v>2.2464076756129447</c:v>
                </c:pt>
                <c:pt idx="30">
                  <c:v>2.2769776996463933</c:v>
                </c:pt>
                <c:pt idx="31">
                  <c:v>2.3047930706673609</c:v>
                </c:pt>
                <c:pt idx="32">
                  <c:v>2.3299644253423506</c:v>
                </c:pt>
                <c:pt idx="33">
                  <c:v>2.3526037785721594</c:v>
                </c:pt>
                <c:pt idx="34">
                  <c:v>2.372823682445508</c:v>
                </c:pt>
                <c:pt idx="35">
                  <c:v>2.3907364796388242</c:v>
                </c:pt>
                <c:pt idx="36">
                  <c:v>2.4064536477634588</c:v>
                </c:pt>
                <c:pt idx="37">
                  <c:v>2.4200852302048164</c:v>
                </c:pt>
                <c:pt idx="38">
                  <c:v>2.4317393483002023</c:v>
                </c:pt>
                <c:pt idx="39">
                  <c:v>2.441521789231262</c:v>
                </c:pt>
                <c:pt idx="40">
                  <c:v>2.449535663730916</c:v>
                </c:pt>
                <c:pt idx="41">
                  <c:v>2.4558811275920269</c:v>
                </c:pt>
                <c:pt idx="42">
                  <c:v>2.4606551609870939</c:v>
                </c:pt>
                <c:pt idx="43">
                  <c:v>2.4639513997374416</c:v>
                </c:pt>
                <c:pt idx="44">
                  <c:v>2.4658600128831307</c:v>
                </c:pt>
                <c:pt idx="45">
                  <c:v>2.4664676211795955</c:v>
                </c:pt>
                <c:pt idx="46">
                  <c:v>2.4658572514657831</c:v>
                </c:pt>
                <c:pt idx="47">
                  <c:v>2.46410832219558</c:v>
                </c:pt>
                <c:pt idx="48">
                  <c:v>2.4612966557870415</c:v>
                </c:pt>
                <c:pt idx="49">
                  <c:v>2.4574945138114943</c:v>
                </c:pt>
                <c:pt idx="50">
                  <c:v>2.4527706514091872</c:v>
                </c:pt>
                <c:pt idx="51">
                  <c:v>2.4471903876727352</c:v>
                </c:pt>
                <c:pt idx="52">
                  <c:v>2.4408156890799053</c:v>
                </c:pt>
                <c:pt idx="53">
                  <c:v>2.4337052633795158</c:v>
                </c:pt>
                <c:pt idx="54">
                  <c:v>2.4259146616361398</c:v>
                </c:pt>
                <c:pt idx="55">
                  <c:v>2.4174963864196335</c:v>
                </c:pt>
                <c:pt idx="56">
                  <c:v>2.4085000043835931</c:v>
                </c:pt>
                <c:pt idx="57">
                  <c:v>2.3989722617125291</c:v>
                </c:pt>
                <c:pt idx="58">
                  <c:v>2.3889572011316553</c:v>
                </c:pt>
                <c:pt idx="59">
                  <c:v>2.3784962793658906</c:v>
                </c:pt>
                <c:pt idx="60">
                  <c:v>2.3676284841078119</c:v>
                </c:pt>
                <c:pt idx="61">
                  <c:v>2.3563904497081167</c:v>
                </c:pt>
                <c:pt idx="62">
                  <c:v>2.3448165709389444</c:v>
                </c:pt>
                <c:pt idx="63">
                  <c:v>2.332939114300534</c:v>
                </c:pt>
                <c:pt idx="64">
                  <c:v>2.3207883264474285</c:v>
                </c:pt>
                <c:pt idx="65">
                  <c:v>2.3083925394022864</c:v>
                </c:pt>
                <c:pt idx="66">
                  <c:v>2.2957782723052951</c:v>
                </c:pt>
                <c:pt idx="67">
                  <c:v>2.2829703295158716</c:v>
                </c:pt>
                <c:pt idx="68">
                  <c:v>2.269991894942351</c:v>
                </c:pt>
                <c:pt idx="69">
                  <c:v>2.2568646225255757</c:v>
                </c:pt>
                <c:pt idx="70">
                  <c:v>2.2436087228446069</c:v>
                </c:pt>
                <c:pt idx="71">
                  <c:v>2.2302430458484674</c:v>
                </c:pt>
                <c:pt idx="72">
                  <c:v>2.2167851597472228</c:v>
                </c:pt>
                <c:pt idx="73">
                  <c:v>2.203251426120024</c:v>
                </c:pt>
                <c:pt idx="74">
                  <c:v>2.1896570713173418</c:v>
                </c:pt>
                <c:pt idx="75">
                  <c:v>2.1760162542503196</c:v>
                </c:pt>
                <c:pt idx="76">
                  <c:v>2.162342130672342</c:v>
                </c:pt>
                <c:pt idx="77">
                  <c:v>2.1486469140672031</c:v>
                </c:pt>
                <c:pt idx="78">
                  <c:v>2.1349419332650181</c:v>
                </c:pt>
                <c:pt idx="79">
                  <c:v>2.1212376869115528</c:v>
                </c:pt>
                <c:pt idx="80">
                  <c:v>2.1075438949194552</c:v>
                </c:pt>
                <c:pt idx="81">
                  <c:v>2.0938695470311215</c:v>
                </c:pt>
                <c:pt idx="82">
                  <c:v>2.0802229486229034</c:v>
                </c:pt>
                <c:pt idx="83">
                  <c:v>2.0666117638792931</c:v>
                </c:pt>
                <c:pt idx="84">
                  <c:v>2.0530430564638276</c:v>
                </c:pt>
                <c:pt idx="85">
                  <c:v>2.0395233278108482</c:v>
                </c:pt>
                <c:pt idx="86">
                  <c:v>2.0260585531590758</c:v>
                </c:pt>
                <c:pt idx="87">
                  <c:v>2.0126542154444587</c:v>
                </c:pt>
                <c:pt idx="88">
                  <c:v>1.9993153371657837</c:v>
                </c:pt>
                <c:pt idx="89">
                  <c:v>1.986046510332518</c:v>
                </c:pt>
                <c:pt idx="90">
                  <c:v>1.9728519246000176</c:v>
                </c:pt>
                <c:pt idx="91">
                  <c:v>1.9597353936929105</c:v>
                </c:pt>
                <c:pt idx="92">
                  <c:v>1.9467003802130622</c:v>
                </c:pt>
                <c:pt idx="93">
                  <c:v>1.9337500189241827</c:v>
                </c:pt>
                <c:pt idx="94">
                  <c:v>1.9208871386006989</c:v>
                </c:pt>
                <c:pt idx="95">
                  <c:v>1.908114282524328</c:v>
                </c:pt>
                <c:pt idx="96">
                  <c:v>1.8954337277075823</c:v>
                </c:pt>
                <c:pt idx="97">
                  <c:v>1.8828475029192941</c:v>
                </c:pt>
                <c:pt idx="98">
                  <c:v>1.8703574055834036</c:v>
                </c:pt>
                <c:pt idx="99">
                  <c:v>1.8579650176183609</c:v>
                </c:pt>
                <c:pt idx="100">
                  <c:v>1.8456717202808648</c:v>
                </c:pt>
                <c:pt idx="101">
                  <c:v>1.8334787080740804</c:v>
                </c:pt>
                <c:pt idx="102">
                  <c:v>1.8213870017771769</c:v>
                </c:pt>
                <c:pt idx="103">
                  <c:v>1.8093974606497381</c:v>
                </c:pt>
                <c:pt idx="104">
                  <c:v>1.7975107938615376</c:v>
                </c:pt>
                <c:pt idx="105">
                  <c:v>1.7857275711952529</c:v>
                </c:pt>
                <c:pt idx="106">
                  <c:v>1.7740482330669065</c:v>
                </c:pt>
                <c:pt idx="107">
                  <c:v>1.7624730999061706</c:v>
                </c:pt>
                <c:pt idx="108">
                  <c:v>1.7510023809361586</c:v>
                </c:pt>
                <c:pt idx="109">
                  <c:v>1.7396361823899995</c:v>
                </c:pt>
                <c:pt idx="110">
                  <c:v>1.7283745151991894</c:v>
                </c:pt>
                <c:pt idx="111">
                  <c:v>1.7172173021866493</c:v>
                </c:pt>
                <c:pt idx="112">
                  <c:v>1.7061643847953853</c:v>
                </c:pt>
                <c:pt idx="113">
                  <c:v>1.6952155293817739</c:v>
                </c:pt>
                <c:pt idx="114">
                  <c:v>1.6843704331007223</c:v>
                </c:pt>
                <c:pt idx="115">
                  <c:v>1.6736287294082615</c:v>
                </c:pt>
                <c:pt idx="116">
                  <c:v>1.6629899932055798</c:v>
                </c:pt>
                <c:pt idx="117">
                  <c:v>1.6524537456470096</c:v>
                </c:pt>
                <c:pt idx="118">
                  <c:v>1.6420194586330532</c:v>
                </c:pt>
                <c:pt idx="119">
                  <c:v>1.6316865590083001</c:v>
                </c:pt>
                <c:pt idx="120">
                  <c:v>1.6214544324827713</c:v>
                </c:pt>
                <c:pt idx="121">
                  <c:v>1.6113224272941207</c:v>
                </c:pt>
                <c:pt idx="122">
                  <c:v>1.6012898576270334</c:v>
                </c:pt>
                <c:pt idx="123">
                  <c:v>1.5913560068051071</c:v>
                </c:pt>
                <c:pt idx="124">
                  <c:v>1.5815201302695945</c:v>
                </c:pt>
                <c:pt idx="125">
                  <c:v>1.5717814583584446</c:v>
                </c:pt>
                <c:pt idx="126">
                  <c:v>1.5621391988982669</c:v>
                </c:pt>
                <c:pt idx="127">
                  <c:v>1.5525925396210225</c:v>
                </c:pt>
                <c:pt idx="128">
                  <c:v>1.5431406504165519</c:v>
                </c:pt>
                <c:pt idx="129">
                  <c:v>1.5337826854312921</c:v>
                </c:pt>
                <c:pt idx="130">
                  <c:v>1.5245177850229508</c:v>
                </c:pt>
                <c:pt idx="131">
                  <c:v>1.5153450775802315</c:v>
                </c:pt>
                <c:pt idx="132">
                  <c:v>1.5062636812161854</c:v>
                </c:pt>
                <c:pt idx="133">
                  <c:v>1.4972727053431922</c:v>
                </c:pt>
                <c:pt idx="134">
                  <c:v>1.4883712521370949</c:v>
                </c:pt>
                <c:pt idx="135">
                  <c:v>1.4795584178975061</c:v>
                </c:pt>
                <c:pt idx="136">
                  <c:v>1.4708332943109166</c:v>
                </c:pt>
                <c:pt idx="137">
                  <c:v>1.4621949696227783</c:v>
                </c:pt>
                <c:pt idx="138">
                  <c:v>1.4536425297243498</c:v>
                </c:pt>
                <c:pt idx="139">
                  <c:v>1.4451750591597636</c:v>
                </c:pt>
                <c:pt idx="140">
                  <c:v>1.4367916420583933</c:v>
                </c:pt>
                <c:pt idx="141">
                  <c:v>1.4284913629972995</c:v>
                </c:pt>
                <c:pt idx="142">
                  <c:v>1.4202733077982399</c:v>
                </c:pt>
                <c:pt idx="143">
                  <c:v>1.4121365642634358</c:v>
                </c:pt>
                <c:pt idx="144">
                  <c:v>1.4040802228540241</c:v>
                </c:pt>
                <c:pt idx="145">
                  <c:v>1.3961033773148994</c:v>
                </c:pt>
                <c:pt idx="146">
                  <c:v>1.3882051252493877</c:v>
                </c:pt>
                <c:pt idx="147">
                  <c:v>1.3803845686470118</c:v>
                </c:pt>
                <c:pt idx="148">
                  <c:v>1.3726408143673658</c:v>
                </c:pt>
                <c:pt idx="149">
                  <c:v>1.3649729745829804</c:v>
                </c:pt>
                <c:pt idx="150">
                  <c:v>1.3573801671838166</c:v>
                </c:pt>
                <c:pt idx="151">
                  <c:v>1.3498615161459282</c:v>
                </c:pt>
                <c:pt idx="152">
                  <c:v>1.3424161518666131</c:v>
                </c:pt>
                <c:pt idx="153">
                  <c:v>1.3350432114682766</c:v>
                </c:pt>
                <c:pt idx="154">
                  <c:v>1.327741839073062</c:v>
                </c:pt>
                <c:pt idx="155">
                  <c:v>1.320511186050195</c:v>
                </c:pt>
                <c:pt idx="156">
                  <c:v>1.3133504112378462</c:v>
                </c:pt>
                <c:pt idx="157">
                  <c:v>1.3062586811412253</c:v>
                </c:pt>
                <c:pt idx="158">
                  <c:v>1.299235170108497</c:v>
                </c:pt>
                <c:pt idx="159">
                  <c:v>1.2922790604860239</c:v>
                </c:pt>
                <c:pt idx="160">
                  <c:v>1.285389542754332</c:v>
                </c:pt>
                <c:pt idx="161">
                  <c:v>1.2785658156461164</c:v>
                </c:pt>
                <c:pt idx="162">
                  <c:v>1.2718070862475297</c:v>
                </c:pt>
                <c:pt idx="163">
                  <c:v>1.2651125700839012</c:v>
                </c:pt>
                <c:pt idx="164">
                  <c:v>1.258481491190977</c:v>
                </c:pt>
                <c:pt idx="165">
                  <c:v>1.2519130821726929</c:v>
                </c:pt>
                <c:pt idx="166">
                  <c:v>1.2454065842464404</c:v>
                </c:pt>
                <c:pt idx="167">
                  <c:v>1.2389612472767157</c:v>
                </c:pt>
                <c:pt idx="168">
                  <c:v>1.2325763297979875</c:v>
                </c:pt>
                <c:pt idx="169">
                  <c:v>1.2262510990275746</c:v>
                </c:pt>
                <c:pt idx="170">
                  <c:v>1.2199848308692613</c:v>
                </c:pt>
                <c:pt idx="171">
                  <c:v>1.2137768099083517</c:v>
                </c:pt>
                <c:pt idx="172">
                  <c:v>1.2076263293987912</c:v>
                </c:pt>
                <c:pt idx="173">
                  <c:v>1.2015326912429805</c:v>
                </c:pt>
                <c:pt idx="174">
                  <c:v>1.1954952059648354</c:v>
                </c:pt>
                <c:pt idx="175">
                  <c:v>1.1895131926766287</c:v>
                </c:pt>
                <c:pt idx="176">
                  <c:v>1.1835859790401084</c:v>
                </c:pt>
                <c:pt idx="177">
                  <c:v>1.1777129012223619</c:v>
                </c:pt>
                <c:pt idx="178">
                  <c:v>1.1718933038468613</c:v>
                </c:pt>
                <c:pt idx="179">
                  <c:v>1.1661265399400933</c:v>
                </c:pt>
                <c:pt idx="180">
                  <c:v>1.1604119708741618</c:v>
                </c:pt>
                <c:pt idx="181">
                  <c:v>1.154748966305714</c:v>
                </c:pt>
                <c:pt idx="182">
                  <c:v>1.1491369041115356</c:v>
                </c:pt>
                <c:pt idx="183">
                  <c:v>1.1435751703211057</c:v>
                </c:pt>
                <c:pt idx="184">
                  <c:v>1.1380631590464332</c:v>
                </c:pt>
                <c:pt idx="185">
                  <c:v>1.1326002724094197</c:v>
                </c:pt>
                <c:pt idx="186">
                  <c:v>1.1271859204670223</c:v>
                </c:pt>
                <c:pt idx="187">
                  <c:v>1.1218195211344455</c:v>
                </c:pt>
                <c:pt idx="188">
                  <c:v>1.1165005001065897</c:v>
                </c:pt>
                <c:pt idx="189">
                  <c:v>1.1112282907779596</c:v>
                </c:pt>
                <c:pt idx="190">
                  <c:v>1.1060023341612275</c:v>
                </c:pt>
                <c:pt idx="191">
                  <c:v>1.1008220788046343</c:v>
                </c:pt>
                <c:pt idx="192">
                  <c:v>1.0956869807083947</c:v>
                </c:pt>
                <c:pt idx="193">
                  <c:v>1.0905965032402591</c:v>
                </c:pt>
                <c:pt idx="194">
                  <c:v>1.0855501170503883</c:v>
                </c:pt>
                <c:pt idx="195">
                  <c:v>1.0805472999856653</c:v>
                </c:pt>
                <c:pt idx="196">
                  <c:v>1.0755875370035781</c:v>
                </c:pt>
                <c:pt idx="197">
                  <c:v>1.070670320085787</c:v>
                </c:pt>
                <c:pt idx="198">
                  <c:v>1.0657951481514878</c:v>
                </c:pt>
                <c:pt idx="199">
                  <c:v>1.060961526970668</c:v>
                </c:pt>
                <c:pt idx="200">
                  <c:v>1.0561689690773559</c:v>
                </c:pt>
                <c:pt idx="201">
                  <c:v>1.0514169936829403</c:v>
                </c:pt>
                <c:pt idx="202">
                  <c:v>1.0467051265896494</c:v>
                </c:pt>
                <c:pt idx="203">
                  <c:v>1.0420329001042576</c:v>
                </c:pt>
                <c:pt idx="204">
                  <c:v>1.0373998529520922</c:v>
                </c:pt>
                <c:pt idx="205">
                  <c:v>1.0328055301913985</c:v>
                </c:pt>
                <c:pt idx="206">
                  <c:v>1.028249483128125</c:v>
                </c:pt>
                <c:pt idx="207">
                  <c:v>1.0237312692311793</c:v>
                </c:pt>
                <c:pt idx="208">
                  <c:v>1.0192504520482077</c:v>
                </c:pt>
                <c:pt idx="209">
                  <c:v>1.0148066011219365</c:v>
                </c:pt>
                <c:pt idx="210">
                  <c:v>1.0103992919071207</c:v>
                </c:pt>
                <c:pt idx="211">
                  <c:v>1.0060281056881366</c:v>
                </c:pt>
                <c:pt idx="212">
                  <c:v>1.0016926294972492</c:v>
                </c:pt>
                <c:pt idx="213">
                  <c:v>0.99739245603359061</c:v>
                </c:pt>
                <c:pt idx="214">
                  <c:v>0.99312718358286967</c:v>
                </c:pt>
                <c:pt idx="215">
                  <c:v>0.98889641593784305</c:v>
                </c:pt>
                <c:pt idx="216">
                  <c:v>0.98469976231956835</c:v>
                </c:pt>
                <c:pt idx="217">
                  <c:v>0.98053683729945862</c:v>
                </c:pt>
                <c:pt idx="218">
                  <c:v>0.97640726072215589</c:v>
                </c:pt>
                <c:pt idx="219">
                  <c:v>0.97231065762924018</c:v>
                </c:pt>
                <c:pt idx="220">
                  <c:v>0.96824665818378419</c:v>
                </c:pt>
                <c:pt idx="221">
                  <c:v>0.96421489759577095</c:v>
                </c:pt>
                <c:pt idx="222">
                  <c:v>0.96021501604837678</c:v>
                </c:pt>
                <c:pt idx="223">
                  <c:v>0.95624665862513536</c:v>
                </c:pt>
                <c:pt idx="224">
                  <c:v>0.95230947523798293</c:v>
                </c:pt>
                <c:pt idx="225">
                  <c:v>0.94840312055619569</c:v>
                </c:pt>
                <c:pt idx="226">
                  <c:v>0.94452725393621839</c:v>
                </c:pt>
                <c:pt idx="227">
                  <c:v>0.94068153935239085</c:v>
                </c:pt>
                <c:pt idx="228">
                  <c:v>0.93686564532857175</c:v>
                </c:pt>
                <c:pt idx="229">
                  <c:v>0.93307924487066163</c:v>
                </c:pt>
                <c:pt idx="230">
                  <c:v>0.92932201540002435</c:v>
                </c:pt>
                <c:pt idx="231">
                  <c:v>0.92559363868780575</c:v>
                </c:pt>
                <c:pt idx="232">
                  <c:v>0.92189380079014649</c:v>
                </c:pt>
                <c:pt idx="233">
                  <c:v>0.91822219198428923</c:v>
                </c:pt>
                <c:pt idx="234">
                  <c:v>0.91457850670557417</c:v>
                </c:pt>
                <c:pt idx="235">
                  <c:v>0.91096244348531896</c:v>
                </c:pt>
                <c:pt idx="236">
                  <c:v>0.90737370488957914</c:v>
                </c:pt>
                <c:pt idx="237">
                  <c:v>0.90381199745878371</c:v>
                </c:pt>
                <c:pt idx="238">
                  <c:v>0.90027703164824069</c:v>
                </c:pt>
                <c:pt idx="239">
                  <c:v>0.89676852176950428</c:v>
                </c:pt>
                <c:pt idx="240">
                  <c:v>0.8932861859325989</c:v>
                </c:pt>
                <c:pt idx="241">
                  <c:v>0.88982974598909326</c:v>
                </c:pt>
                <c:pt idx="242">
                  <c:v>0.88639892747601645</c:v>
                </c:pt>
                <c:pt idx="243">
                  <c:v>0.88299345956060671</c:v>
                </c:pt>
                <c:pt idx="244">
                  <c:v>0.87961307498588903</c:v>
                </c:pt>
                <c:pt idx="245">
                  <c:v>0.8762575100170702</c:v>
                </c:pt>
                <c:pt idx="246">
                  <c:v>0.87292650438874231</c:v>
                </c:pt>
                <c:pt idx="247">
                  <c:v>0.86961980125289029</c:v>
                </c:pt>
                <c:pt idx="248">
                  <c:v>0.86633714712768828</c:v>
                </c:pt>
                <c:pt idx="249">
                  <c:v>0.86307829184708285</c:v>
                </c:pt>
                <c:pt idx="250">
                  <c:v>0.85984298851114838</c:v>
                </c:pt>
                <c:pt idx="251">
                  <c:v>0.85663099343720872</c:v>
                </c:pt>
                <c:pt idx="252">
                  <c:v>0.8534420661117148</c:v>
                </c:pt>
                <c:pt idx="253">
                  <c:v>0.8502759691428674</c:v>
                </c:pt>
                <c:pt idx="254">
                  <c:v>0.8471324682139787</c:v>
                </c:pt>
                <c:pt idx="255">
                  <c:v>0.84401133203756074</c:v>
                </c:pt>
                <c:pt idx="256">
                  <c:v>0.84091233231013107</c:v>
                </c:pt>
                <c:pt idx="257">
                  <c:v>0.8378352436677291</c:v>
                </c:pt>
                <c:pt idx="258">
                  <c:v>0.83477984364212832</c:v>
                </c:pt>
                <c:pt idx="259">
                  <c:v>0.831745912617741</c:v>
                </c:pt>
                <c:pt idx="260">
                  <c:v>0.82873323378920027</c:v>
                </c:pt>
                <c:pt idx="261">
                  <c:v>0.82574159311961426</c:v>
                </c:pt>
                <c:pt idx="262">
                  <c:v>0.82277077929947962</c:v>
                </c:pt>
                <c:pt idx="263">
                  <c:v>0.81982058370624711</c:v>
                </c:pt>
                <c:pt idx="264">
                  <c:v>0.81689080036452888</c:v>
                </c:pt>
                <c:pt idx="265">
                  <c:v>0.813981225906938</c:v>
                </c:pt>
                <c:pt idx="266">
                  <c:v>0.8110916595355514</c:v>
                </c:pt>
                <c:pt idx="267">
                  <c:v>0.80822190298398611</c:v>
                </c:pt>
                <c:pt idx="268">
                  <c:v>0.80537176048008141</c:v>
                </c:pt>
                <c:pt idx="269">
                  <c:v>0.80254103870917426</c:v>
                </c:pt>
                <c:pt idx="270">
                  <c:v>0.79972954677796348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A-B7D0-4086-949C-25D748E47B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5937856"/>
        <c:axId val="255942656"/>
      </c:lineChart>
      <c:catAx>
        <c:axId val="303956064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7071536"/>
        <c:crosses val="autoZero"/>
        <c:auto val="1"/>
        <c:lblAlgn val="ctr"/>
        <c:lblOffset val="100"/>
        <c:noMultiLvlLbl val="0"/>
      </c:catAx>
      <c:valAx>
        <c:axId val="557071536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3956064"/>
        <c:crosses val="autoZero"/>
        <c:crossBetween val="between"/>
        <c:dispUnits>
          <c:builtInUnit val="millions"/>
        </c:dispUnits>
      </c:valAx>
      <c:valAx>
        <c:axId val="25594265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5937856"/>
        <c:crosses val="max"/>
        <c:crossBetween val="between"/>
      </c:valAx>
      <c:catAx>
        <c:axId val="255937856"/>
        <c:scaling>
          <c:orientation val="minMax"/>
        </c:scaling>
        <c:delete val="1"/>
        <c:axPos val="b"/>
        <c:numFmt formatCode="_(* #,##0_);_(* \(#,##0\);_(* &quot;-&quot;??_);_(@_)" sourceLinked="1"/>
        <c:majorTickMark val="out"/>
        <c:minorTickMark val="none"/>
        <c:tickLblPos val="nextTo"/>
        <c:crossAx val="2559426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0060FF"/>
            </a:solidFill>
            <a:ln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/>
                      <a:t>FY'23 Media Digital Display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F0E-48A3-A058-BEDEE96B695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sz="900"/>
                      <a:t>FY'23 Media Digital YT+Meta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F0E-48A3-A058-BEDEE96B695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sz="900"/>
                      <a:t>FY'23 Media OOH Retail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F0E-48A3-A058-BEDEE96B695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sz="900"/>
                      <a:t>FY'23 Media OOH Screen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F0E-48A3-A058-BEDEE96B695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sz="900"/>
                      <a:t>FY'23 Media Search Google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F0E-48A3-A058-BEDEE96B695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sz="900"/>
                      <a:t>FY'24 Media Digital Display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F0E-48A3-A058-BEDEE96B695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sz="900"/>
                      <a:t>FY'24 Media Digital YT+Meta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AF0E-48A3-A058-BEDEE96B695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sz="900"/>
                      <a:t>FY'24 Media OOH Retail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AF0E-48A3-A058-BEDEE96B695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sz="900"/>
                      <a:t>FY'24 Media OOH Screen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AF0E-48A3-A058-BEDEE96B695A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sz="900"/>
                      <a:t>FY'24 Media Search Google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AF0E-48A3-A058-BEDEE96B695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801.47445144127107</c:v>
                </c:pt>
                <c:pt idx="1">
                  <c:v>1179.9030195536679</c:v>
                </c:pt>
                <c:pt idx="2">
                  <c:v>230.13180120410101</c:v>
                </c:pt>
                <c:pt idx="3">
                  <c:v>658.46213107631343</c:v>
                </c:pt>
                <c:pt idx="4">
                  <c:v>357.71739433251435</c:v>
                </c:pt>
                <c:pt idx="5">
                  <c:v>252.76922405659792</c:v>
                </c:pt>
                <c:pt idx="6">
                  <c:v>2681.7107617353417</c:v>
                </c:pt>
                <c:pt idx="7">
                  <c:v>972.20156381467962</c:v>
                </c:pt>
                <c:pt idx="8">
                  <c:v>568.89779903541717</c:v>
                </c:pt>
                <c:pt idx="9">
                  <c:v>225.37621479973859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3.9849908959128708</c:v>
                </c:pt>
                <c:pt idx="1">
                  <c:v>2.1526666481804129</c:v>
                </c:pt>
                <c:pt idx="2">
                  <c:v>1.1358425248733035</c:v>
                </c:pt>
                <c:pt idx="3">
                  <c:v>1.3197886676740955</c:v>
                </c:pt>
                <c:pt idx="4">
                  <c:v>4.6619312344619281</c:v>
                </c:pt>
                <c:pt idx="5">
                  <c:v>0</c:v>
                </c:pt>
                <c:pt idx="6">
                  <c:v>1.8721052601434622</c:v>
                </c:pt>
                <c:pt idx="7">
                  <c:v>2.8777635677907059</c:v>
                </c:pt>
                <c:pt idx="8">
                  <c:v>0</c:v>
                </c:pt>
                <c:pt idx="9">
                  <c:v>3.1666809584764595</c:v>
                </c:pt>
              </c:numCache>
            </c:numRef>
          </c:yVal>
          <c:bubbleSize>
            <c:numRef>
              <c:f>Sheet1!$C$2:$C$11</c:f>
              <c:numCache>
                <c:formatCode>General</c:formatCode>
                <c:ptCount val="10"/>
                <c:pt idx="0">
                  <c:v>18374818</c:v>
                </c:pt>
                <c:pt idx="1">
                  <c:v>50075894</c:v>
                </c:pt>
                <c:pt idx="2">
                  <c:v>18526086.527950309</c:v>
                </c:pt>
                <c:pt idx="3">
                  <c:v>45574922.761904821</c:v>
                </c:pt>
                <c:pt idx="4">
                  <c:v>7012253</c:v>
                </c:pt>
                <c:pt idx="5">
                  <c:v>0</c:v>
                </c:pt>
                <c:pt idx="6">
                  <c:v>137198308.16699219</c:v>
                </c:pt>
                <c:pt idx="7">
                  <c:v>32173913.04347821</c:v>
                </c:pt>
                <c:pt idx="8">
                  <c:v>0</c:v>
                </c:pt>
                <c:pt idx="9">
                  <c:v>6869130.9873046903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A-AF0E-48A3-A058-BEDEE96B69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  <c:max val="2804.527489082122"/>
          <c:min val="102.55948745295842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5723560"/>
        <c:crossesAt val="2.1171769757513235"/>
        <c:crossBetween val="midCat"/>
      </c:valAx>
      <c:valAx>
        <c:axId val="-2115723560"/>
        <c:scaling>
          <c:orientation val="minMax"/>
          <c:max val="4.8950277961850244"/>
          <c:min val="-0.23309656172309642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5720072"/>
        <c:crossesAt val="792.86443610496428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0060FF"/>
            </a:solidFill>
            <a:ln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/>
                      <a:t>FY'23 Media Digital Display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793-489A-AB5C-123523C6819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sz="900"/>
                      <a:t>FY'23 Media Digital YT+Meta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793-489A-AB5C-123523C6819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sz="900"/>
                      <a:t>FY'23 Media OOH Retail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793-489A-AB5C-123523C6819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sz="900"/>
                      <a:t>FY'23 Media OOH Screen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793-489A-AB5C-123523C6819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sz="900"/>
                      <a:t>FY'23 Media Search Google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793-489A-AB5C-123523C6819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sz="900"/>
                      <a:t>FY'24 Media Digital Display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793-489A-AB5C-123523C6819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sz="900"/>
                      <a:t>FY'24 Media Digital YT+Meta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A793-489A-AB5C-123523C6819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sz="900"/>
                      <a:t>FY'24 Media OOH Retail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A793-489A-AB5C-123523C6819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sz="900"/>
                      <a:t>FY'24 Media OOH Screen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A793-489A-AB5C-123523C6819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sz="900"/>
                      <a:t>FY'24 Media Search Google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A793-489A-AB5C-123523C6819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801.47445144127107</c:v>
                </c:pt>
                <c:pt idx="1">
                  <c:v>1179.9030195536679</c:v>
                </c:pt>
                <c:pt idx="2">
                  <c:v>230.13180120410101</c:v>
                </c:pt>
                <c:pt idx="3">
                  <c:v>658.46213107631343</c:v>
                </c:pt>
                <c:pt idx="4">
                  <c:v>357.71739433251435</c:v>
                </c:pt>
                <c:pt idx="5">
                  <c:v>252.76922405659792</c:v>
                </c:pt>
                <c:pt idx="6">
                  <c:v>2681.7107617353417</c:v>
                </c:pt>
                <c:pt idx="7">
                  <c:v>972.20156381467962</c:v>
                </c:pt>
                <c:pt idx="8">
                  <c:v>568.89779903541717</c:v>
                </c:pt>
                <c:pt idx="9">
                  <c:v>225.37621479973859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3.9849908959128708</c:v>
                </c:pt>
                <c:pt idx="1">
                  <c:v>2.1526666481804129</c:v>
                </c:pt>
                <c:pt idx="2">
                  <c:v>1.1358425248733035</c:v>
                </c:pt>
                <c:pt idx="3">
                  <c:v>1.3197886676740955</c:v>
                </c:pt>
                <c:pt idx="4">
                  <c:v>4.6619312344619281</c:v>
                </c:pt>
                <c:pt idx="5">
                  <c:v>0</c:v>
                </c:pt>
                <c:pt idx="6">
                  <c:v>1.8721052601434622</c:v>
                </c:pt>
                <c:pt idx="7">
                  <c:v>2.8777635677907059</c:v>
                </c:pt>
                <c:pt idx="8">
                  <c:v>0</c:v>
                </c:pt>
                <c:pt idx="9">
                  <c:v>3.1666809584764595</c:v>
                </c:pt>
              </c:numCache>
            </c:numRef>
          </c:yVal>
          <c:bubbleSize>
            <c:numRef>
              <c:f>Sheet1!$C$2:$C$11</c:f>
              <c:numCache>
                <c:formatCode>General</c:formatCode>
                <c:ptCount val="10"/>
                <c:pt idx="0">
                  <c:v>18374818</c:v>
                </c:pt>
                <c:pt idx="1">
                  <c:v>50075894</c:v>
                </c:pt>
                <c:pt idx="2">
                  <c:v>18526086.527950309</c:v>
                </c:pt>
                <c:pt idx="3">
                  <c:v>45574922.761904821</c:v>
                </c:pt>
                <c:pt idx="4">
                  <c:v>7012253</c:v>
                </c:pt>
                <c:pt idx="5">
                  <c:v>0</c:v>
                </c:pt>
                <c:pt idx="6">
                  <c:v>137198308.16699219</c:v>
                </c:pt>
                <c:pt idx="7">
                  <c:v>32173913.04347821</c:v>
                </c:pt>
                <c:pt idx="8">
                  <c:v>0</c:v>
                </c:pt>
                <c:pt idx="9">
                  <c:v>6869130.9873046903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A-A793-489A-AB5C-123523C681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  <c:max val="2804.527489082122"/>
          <c:min val="102.55948745295842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5723560"/>
        <c:crossesAt val="2.1171769757513235"/>
        <c:crossBetween val="midCat"/>
      </c:valAx>
      <c:valAx>
        <c:axId val="-2115723560"/>
        <c:scaling>
          <c:orientation val="minMax"/>
          <c:max val="4.8950277961850244"/>
          <c:min val="-0.23309656172309642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5720072"/>
        <c:crossesAt val="792.86443610496428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0060FF"/>
            </a:solidFill>
            <a:ln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/>
                      <a:t>FY'23 Media Digital Display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597-4E87-AE50-81D76A272C0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sz="900"/>
                      <a:t>FY'23 Media Digital YT+Meta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597-4E87-AE50-81D76A272C0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sz="900"/>
                      <a:t>FY'23 Media OOH Retail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597-4E87-AE50-81D76A272C0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sz="900"/>
                      <a:t>FY'23 Media OOH Screen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597-4E87-AE50-81D76A272C0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sz="900"/>
                      <a:t>FY'23 Media Search Google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597-4E87-AE50-81D76A272C0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sz="900"/>
                      <a:t>FY'24 Media Digital Display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597-4E87-AE50-81D76A272C0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sz="900"/>
                      <a:t>FY'24 Media Digital YT+Meta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A597-4E87-AE50-81D76A272C0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sz="900"/>
                      <a:t>FY'24 Media OOH Retail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A597-4E87-AE50-81D76A272C02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sz="900"/>
                      <a:t>FY'24 Media OOH Screen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A597-4E87-AE50-81D76A272C02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sz="900"/>
                      <a:t>FY'24 Media Search Google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A597-4E87-AE50-81D76A272C0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801.47445144127107</c:v>
                </c:pt>
                <c:pt idx="1">
                  <c:v>1179.9030195536679</c:v>
                </c:pt>
                <c:pt idx="2">
                  <c:v>230.13180120410101</c:v>
                </c:pt>
                <c:pt idx="3">
                  <c:v>658.46213107631343</c:v>
                </c:pt>
                <c:pt idx="4">
                  <c:v>357.71739433251435</c:v>
                </c:pt>
                <c:pt idx="5">
                  <c:v>252.76922405659792</c:v>
                </c:pt>
                <c:pt idx="6">
                  <c:v>2681.7107617353417</c:v>
                </c:pt>
                <c:pt idx="7">
                  <c:v>972.20156381467962</c:v>
                </c:pt>
                <c:pt idx="8">
                  <c:v>568.89779903541717</c:v>
                </c:pt>
                <c:pt idx="9">
                  <c:v>225.37621479973859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3.9849908959128708</c:v>
                </c:pt>
                <c:pt idx="1">
                  <c:v>2.1526666481804129</c:v>
                </c:pt>
                <c:pt idx="2">
                  <c:v>1.1358425248733035</c:v>
                </c:pt>
                <c:pt idx="3">
                  <c:v>1.3197886676740955</c:v>
                </c:pt>
                <c:pt idx="4">
                  <c:v>4.6619312344619281</c:v>
                </c:pt>
                <c:pt idx="5">
                  <c:v>0</c:v>
                </c:pt>
                <c:pt idx="6">
                  <c:v>1.8721052601434622</c:v>
                </c:pt>
                <c:pt idx="7">
                  <c:v>2.8777635677907059</c:v>
                </c:pt>
                <c:pt idx="8">
                  <c:v>0</c:v>
                </c:pt>
                <c:pt idx="9">
                  <c:v>3.1666809584764595</c:v>
                </c:pt>
              </c:numCache>
            </c:numRef>
          </c:yVal>
          <c:bubbleSize>
            <c:numRef>
              <c:f>Sheet1!$C$2:$C$11</c:f>
              <c:numCache>
                <c:formatCode>General</c:formatCode>
                <c:ptCount val="10"/>
                <c:pt idx="0">
                  <c:v>18374818</c:v>
                </c:pt>
                <c:pt idx="1">
                  <c:v>50075894</c:v>
                </c:pt>
                <c:pt idx="2">
                  <c:v>18526086.527950309</c:v>
                </c:pt>
                <c:pt idx="3">
                  <c:v>45574922.761904821</c:v>
                </c:pt>
                <c:pt idx="4">
                  <c:v>7012253</c:v>
                </c:pt>
                <c:pt idx="5">
                  <c:v>0</c:v>
                </c:pt>
                <c:pt idx="6">
                  <c:v>137198308.16699219</c:v>
                </c:pt>
                <c:pt idx="7">
                  <c:v>32173913.04347821</c:v>
                </c:pt>
                <c:pt idx="8">
                  <c:v>0</c:v>
                </c:pt>
                <c:pt idx="9">
                  <c:v>6869130.9873046903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A-A597-4E87-AE50-81D76A272C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  <c:max val="2804.527489082122"/>
          <c:min val="102.55948745295842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5723560"/>
        <c:crossesAt val="2.1171769757513235"/>
        <c:crossBetween val="midCat"/>
      </c:valAx>
      <c:valAx>
        <c:axId val="-2115723560"/>
        <c:scaling>
          <c:orientation val="minMax"/>
          <c:max val="4.8950277961850244"/>
          <c:min val="-0.23309656172309642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5720072"/>
        <c:crossesAt val="792.86443610496428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0060FF"/>
              </a:solidFill>
              <a:ln>
                <a:solidFill>
                  <a:srgbClr val="0060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/>
                      <a:t>FY'23 Media Digital Display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094-4EE0-8303-5E0EB9C0E18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s-ES" sz="900"/>
                      <a:t>FY'23 Media Digital YT+Meta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094-4EE0-8303-5E0EB9C0E18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00"/>
                      <a:t>FY'23 Media OOH Retail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094-4EE0-8303-5E0EB9C0E18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00"/>
                      <a:t>FY'23 Media OOH Screen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094-4EE0-8303-5E0EB9C0E18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900"/>
                      <a:t>FY'23 Media Search Google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094-4EE0-8303-5E0EB9C0E18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900"/>
                      <a:t>FY'24 Media Digital Display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094-4EE0-8303-5E0EB9C0E18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s-ES" sz="900"/>
                      <a:t>FY'24 Media Digital YT+Meta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094-4EE0-8303-5E0EB9C0E18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900"/>
                      <a:t>FY'24 Media OOH Retail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094-4EE0-8303-5E0EB9C0E185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900"/>
                      <a:t>FY'24 Media OOH Screen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8094-4EE0-8303-5E0EB9C0E185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900"/>
                      <a:t>FY'24 Media Search Google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094-4EE0-8303-5E0EB9C0E18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801.47445144127107</c:v>
                </c:pt>
                <c:pt idx="1">
                  <c:v>1179.9030195536679</c:v>
                </c:pt>
                <c:pt idx="2">
                  <c:v>230.13180120410101</c:v>
                </c:pt>
                <c:pt idx="3">
                  <c:v>658.46213107631343</c:v>
                </c:pt>
                <c:pt idx="4">
                  <c:v>357.71739433251435</c:v>
                </c:pt>
                <c:pt idx="5">
                  <c:v>252.76922405659792</c:v>
                </c:pt>
                <c:pt idx="6">
                  <c:v>2681.7107617353417</c:v>
                </c:pt>
                <c:pt idx="7">
                  <c:v>972.20156381467962</c:v>
                </c:pt>
                <c:pt idx="8">
                  <c:v>568.89779903541717</c:v>
                </c:pt>
                <c:pt idx="9">
                  <c:v>225.37621479973859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3.9849908959128708</c:v>
                </c:pt>
                <c:pt idx="1">
                  <c:v>2.1526666481804129</c:v>
                </c:pt>
                <c:pt idx="2">
                  <c:v>1.1358425248733035</c:v>
                </c:pt>
                <c:pt idx="3">
                  <c:v>1.3197886676740955</c:v>
                </c:pt>
                <c:pt idx="4">
                  <c:v>4.6619312344619281</c:v>
                </c:pt>
                <c:pt idx="5">
                  <c:v>0</c:v>
                </c:pt>
                <c:pt idx="6">
                  <c:v>1.8721052601434622</c:v>
                </c:pt>
                <c:pt idx="7">
                  <c:v>2.8777635677907059</c:v>
                </c:pt>
                <c:pt idx="8">
                  <c:v>0</c:v>
                </c:pt>
                <c:pt idx="9">
                  <c:v>3.1666809584764595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8094-4EE0-8303-5E0EB9C0E1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2804.527489082122"/>
          <c:min val="102.55948745295842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29643912"/>
        <c:crossesAt val="2.1171769757513235"/>
        <c:crossBetween val="midCat"/>
      </c:valAx>
      <c:valAx>
        <c:axId val="-2129643912"/>
        <c:scaling>
          <c:orientation val="minMax"/>
          <c:max val="4.8950277961850244"/>
          <c:min val="-0.23309656172309642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28940872"/>
        <c:crossesAt val="792.86443610496428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0060FF"/>
              </a:solidFill>
              <a:ln>
                <a:solidFill>
                  <a:srgbClr val="0060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/>
                      <a:t>FY'23 Media Digital Display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187-4C86-84CB-FFF1558F336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s-ES" sz="900"/>
                      <a:t>FY'23 Media Digital YT+Meta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187-4C86-84CB-FFF1558F336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00"/>
                      <a:t>FY'23 Media OOH Retail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187-4C86-84CB-FFF1558F336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00"/>
                      <a:t>FY'23 Media OOH Screen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187-4C86-84CB-FFF1558F336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900"/>
                      <a:t>FY'23 Media Search Google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187-4C86-84CB-FFF1558F336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900"/>
                      <a:t>FY'24 Media Digital Display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187-4C86-84CB-FFF1558F336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s-ES" sz="900"/>
                      <a:t>FY'24 Media Digital YT+Meta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187-4C86-84CB-FFF1558F336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900"/>
                      <a:t>FY'24 Media OOH Retail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187-4C86-84CB-FFF1558F336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900"/>
                      <a:t>FY'24 Media OOH Screen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187-4C86-84CB-FFF1558F3366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900"/>
                      <a:t>FY'24 Media Search Google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187-4C86-84CB-FFF1558F336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801.47445144127107</c:v>
                </c:pt>
                <c:pt idx="1">
                  <c:v>1179.9030195536679</c:v>
                </c:pt>
                <c:pt idx="2">
                  <c:v>230.13180120410101</c:v>
                </c:pt>
                <c:pt idx="3">
                  <c:v>658.46213107631343</c:v>
                </c:pt>
                <c:pt idx="4">
                  <c:v>357.71739433251435</c:v>
                </c:pt>
                <c:pt idx="5">
                  <c:v>252.76922405659792</c:v>
                </c:pt>
                <c:pt idx="6">
                  <c:v>2681.7107617353417</c:v>
                </c:pt>
                <c:pt idx="7">
                  <c:v>972.20156381467962</c:v>
                </c:pt>
                <c:pt idx="8">
                  <c:v>568.89779903541717</c:v>
                </c:pt>
                <c:pt idx="9">
                  <c:v>225.37621479973859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3.9849908959128708</c:v>
                </c:pt>
                <c:pt idx="1">
                  <c:v>2.1526666481804129</c:v>
                </c:pt>
                <c:pt idx="2">
                  <c:v>1.1358425248733035</c:v>
                </c:pt>
                <c:pt idx="3">
                  <c:v>1.3197886676740955</c:v>
                </c:pt>
                <c:pt idx="4">
                  <c:v>4.6619312344619281</c:v>
                </c:pt>
                <c:pt idx="5">
                  <c:v>0</c:v>
                </c:pt>
                <c:pt idx="6">
                  <c:v>1.8721052601434622</c:v>
                </c:pt>
                <c:pt idx="7">
                  <c:v>2.8777635677907059</c:v>
                </c:pt>
                <c:pt idx="8">
                  <c:v>0</c:v>
                </c:pt>
                <c:pt idx="9">
                  <c:v>3.1666809584764595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6187-4C86-84CB-FFF1558F33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2804.527489082122"/>
          <c:min val="102.55948745295842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29643912"/>
        <c:crossesAt val="2.1171769757513235"/>
        <c:crossBetween val="midCat"/>
      </c:valAx>
      <c:valAx>
        <c:axId val="-2129643912"/>
        <c:scaling>
          <c:orientation val="minMax"/>
          <c:max val="4.8950277961850244"/>
          <c:min val="-0.23309656172309642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28940872"/>
        <c:crossesAt val="792.86443610496428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91DDE-BA6A-4F57-909C-98F49C72955F}" type="datetimeFigureOut">
              <a:rPr lang="en-GB" smtClean="0"/>
              <a:t>04/09/2025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50D33-42BE-4A7B-9A0E-84D31BC6EF4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45535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AC5B1-F58D-4268-BB75-9856A9D794A6}" type="datetimeFigureOut">
              <a:rPr lang="en-GB" smtClean="0"/>
              <a:t>04/09/2025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00C33-90AE-4963-9AD8-3B07939F57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960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3.sv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0.sv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0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0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0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0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5.sv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4" Type="http://schemas.openxmlformats.org/officeDocument/2006/relationships/image" Target="../media/image10.svg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Relationship Id="rId4" Type="http://schemas.openxmlformats.org/officeDocument/2006/relationships/image" Target="../media/image10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4" Type="http://schemas.openxmlformats.org/officeDocument/2006/relationships/image" Target="../media/image10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4" Type="http://schemas.openxmlformats.org/officeDocument/2006/relationships/image" Target="../media/image10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Relationship Id="rId4" Type="http://schemas.openxmlformats.org/officeDocument/2006/relationships/image" Target="../media/image10.sv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C51B2C-A001-27DE-ABA0-3328CCE12A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Kick">
            <a:extLst>
              <a:ext uri="{FF2B5EF4-FFF2-40B4-BE49-F238E27FC236}">
                <a16:creationId xmlns:a16="http://schemas.microsoft.com/office/drawing/2014/main" id="{4E5D019C-AA62-A8CE-6450-8FB165C5A1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950AE92-B676-F52E-7F87-1418597EB9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413DB59D-2F78-ADDF-7991-8E63A4119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4A62E9B-33C3-F47A-DB13-8F29BB312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6046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1864" y="1490655"/>
            <a:ext cx="2572735" cy="4499238"/>
          </a:xfrm>
          <a:prstGeom prst="rect">
            <a:avLst/>
          </a:prstGeom>
        </p:spPr>
      </p:pic>
      <p:pic>
        <p:nvPicPr>
          <p:cNvPr id="8" name="Logo" descr="Kantar logo">
            <a:extLst>
              <a:ext uri="{FF2B5EF4-FFF2-40B4-BE49-F238E27FC236}">
                <a16:creationId xmlns:a16="http://schemas.microsoft.com/office/drawing/2014/main" id="{B6564A35-867D-4FB8-BD9A-08422621EC42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880E437-5815-A26A-B9AB-7D40640C0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36136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30B4D4-F26B-B72E-FA60-D63ED90D4B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Kick">
            <a:extLst>
              <a:ext uri="{FF2B5EF4-FFF2-40B4-BE49-F238E27FC236}">
                <a16:creationId xmlns:a16="http://schemas.microsoft.com/office/drawing/2014/main" id="{D6E4C6C4-422B-CEDC-43DB-1AFEEB8913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AB7A737-652E-4890-72A0-3C24634AB3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61544F70-E3D0-9F87-1D9D-CDA395FD9A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205D716-6C88-8C97-0D4B-269A16E21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9203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3021" y="1491162"/>
            <a:ext cx="2566638" cy="4499238"/>
          </a:xfrm>
          <a:prstGeom prst="rect">
            <a:avLst/>
          </a:prstGeom>
        </p:spPr>
      </p:pic>
      <p:pic>
        <p:nvPicPr>
          <p:cNvPr id="11" name="Kantar Logo" descr="Kantar logo">
            <a:extLst>
              <a:ext uri="{FF2B5EF4-FFF2-40B4-BE49-F238E27FC236}">
                <a16:creationId xmlns:a16="http://schemas.microsoft.com/office/drawing/2014/main" id="{01EE2173-34DD-4E4A-828D-CFC09D3A11C3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C6E9524-5C51-E505-192A-727347954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24638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2258559"/>
            <a:ext cx="5643563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59999" y="1713600"/>
            <a:ext cx="976676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40192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8" y="2257200"/>
            <a:ext cx="5643927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32493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94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401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75CB8A6-3325-2B22-16AE-C24167711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9FB89-AC67-1B6B-85A1-ED5931B49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96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51D583-D2F5-4206-82FD-3E7E687E57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910800"/>
            <a:ext cx="11466513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637646D-FA49-2AEF-9D75-86EC81EFF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B10690-B4CA-B333-6A40-A9F5EE2DF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348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129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1F22C1D-496B-4E53-BF19-ED9291DCCF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B80976DC-A442-2F24-8832-FD9478D6F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4DCCD-E531-859A-5031-9FA141448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53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301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93581B-25F6-45F4-A388-25B916985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FAC4EF7-B915-1513-7378-7A839196B7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D4B6EE4-B819-1190-E0EF-A0130AE99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183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638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A444E5-6DCB-4387-82D7-374FBA34E3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2F426DB-EDD9-AC45-023D-B477753F8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15DAAA-ACAD-06A2-9225-C985F288F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848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874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574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EED4C4-55A2-440F-BFEB-B054C51690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41933E2-3FEC-89F6-8CD4-6749302ED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6134EAD-A5BA-DE0E-3902-77532655D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416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12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224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36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4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56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008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26D01CC-3541-4F97-AF97-73FF635203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12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224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36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36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44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56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26F8F77-60AB-17B7-3432-19FFA91DC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539D15-09BC-164C-FB43-5071A5434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292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2903-71A8-4BD2-B059-6BA4C3AA3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5437D9-CE22-451C-B458-B3F648A642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169CDD-9FFC-4BEA-A4C1-F55F1EBC5A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2799" y="430717"/>
            <a:ext cx="5626800" cy="5284283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A831F2D-B2DA-DA45-51A2-A1F441938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35A06C-5D8C-6FC1-D4D4-B336A8DE5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5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ABB0-FC25-4DDA-B141-9861B8EF6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2361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D6BD01-6C23-44ED-8363-1C234E2533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2361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4F34447-13E0-43B9-BE1F-C60C03555D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000" y="432000"/>
            <a:ext cx="5627561" cy="5283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F084A7A-3F3F-E40A-77AB-CD182CE4A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81A6B93-83F1-8F5E-2FAB-0FBA90C85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5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C6D4BB-14E1-42DC-832A-2D0CE78632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4ABC294-FCE6-5EB7-79AC-9C91525B7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6626BA-65BF-4D50-2E26-754A96716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37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BD805A2-374A-B38B-47E2-96838EF5E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A31AADF-58A3-1943-8F8F-11D9CCE09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75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D3E48C71-27A9-8E1D-64DF-2141DFF7AE9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71524" y="910800"/>
            <a:ext cx="8554475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1DCC66D3-273E-C4D4-E66B-ABBBFBF0D827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" name="Group 14" descr="Kantar logo">
            <a:extLst>
              <a:ext uri="{FF2B5EF4-FFF2-40B4-BE49-F238E27FC236}">
                <a16:creationId xmlns:a16="http://schemas.microsoft.com/office/drawing/2014/main" id="{3F231E62-1FE1-116F-4FDE-F1ADC464FC91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CB31C91-0C4B-9B64-6435-2533957E15D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06533A51-300E-1741-73A9-4BFBFBA562D7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949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278B934D-6AC2-E660-AF80-A9EFA384E7E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952558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7093C849-593E-4F8D-EA17-3F282670D20E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08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A9F06CE-64A5-131D-9B39-5B48F430A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EC62E80-CC51-39F5-9357-50894767FF32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3" name="KantarWhiteLine">
              <a:extLst>
                <a:ext uri="{FF2B5EF4-FFF2-40B4-BE49-F238E27FC236}">
                  <a16:creationId xmlns:a16="http://schemas.microsoft.com/office/drawing/2014/main" id="{DAA53EF3-7193-9326-49B1-712F2C671DC4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KantarWhiteLogo">
              <a:extLst>
                <a:ext uri="{FF2B5EF4-FFF2-40B4-BE49-F238E27FC236}">
                  <a16:creationId xmlns:a16="http://schemas.microsoft.com/office/drawing/2014/main" id="{300F33B3-053B-F76A-6999-78F6532B26AE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300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598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6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859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0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780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96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126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476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61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37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1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CA3A6B-089A-48DA-907F-9446B1276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73D13-8BEF-4470-A16D-19EDE6E7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25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51D181-5AC8-CB98-2DF7-B33FB347F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z="1000">
                <a:solidFill>
                  <a:schemeClr val="tx1"/>
                </a:solidFill>
              </a:rPr>
              <a:t>© Kantar 2024 | </a:t>
            </a:r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B499311-9512-FDCA-0201-021061BF5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01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106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B32B944-6B80-259F-C6C7-52A3FB4A4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C39A07E-819E-5142-7737-672A3B0CE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7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7B62BA0-11FE-FD4D-6F6C-6F65222EA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109FA3E-B0CA-E698-5526-C41DBDDFF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213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8A0D150-475E-7ACA-4924-BD45DB493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FA4142-D959-FCD1-2E32-9BA5813C6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683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1EF671F-AC1C-3DC6-C88D-286CD03A9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563B4C9-8956-6F87-B308-5F1D749A7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717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FCBF256-F848-4C16-0D24-A8C14320A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8A5C17-4617-96C8-4DDC-8232FAA3B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847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885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9CA7E69-90E6-B161-F704-4F9C38AE7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83F8F46-CE0B-B903-A0F8-CFA8CB821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58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ADCBE04-27AE-89B4-B588-C2C39221C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E7EF9C-D289-D17D-355D-3DDAC1A5A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308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3DD9635-058C-4CDE-B4A3-8561025BC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7A1D1F8-DB89-2428-0F8D-EB1393B75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874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6474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982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29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29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08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08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88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88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51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51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6474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6474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141AF45-D27A-94C6-4B24-C8AEB3622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DCBF9A-F376-18DC-787A-4BF05E2B7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89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CFF00D6-CD37-91B6-3ABE-9BA309D78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FE44AF0-0B77-3221-022D-85D85C44F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502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Blue purple gradient">
            <a:extLst>
              <a:ext uri="{FF2B5EF4-FFF2-40B4-BE49-F238E27FC236}">
                <a16:creationId xmlns:a16="http://schemas.microsoft.com/office/drawing/2014/main" id="{B59E31C1-6089-A1D8-9FCA-1583768125BA}"/>
              </a:ext>
            </a:extLst>
          </p:cNvPr>
          <p:cNvPicPr>
            <a:picLocks/>
          </p:cNvPicPr>
          <p:nvPr userDrawn="1"/>
        </p:nvPicPr>
        <p:blipFill>
          <a:blip r:embed="rId4"/>
          <a:srcRect t="20" b="20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8161" y="428625"/>
            <a:ext cx="11466000" cy="528097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  <a:lvl2pPr>
              <a:defRPr sz="4000">
                <a:solidFill>
                  <a:schemeClr val="bg1"/>
                </a:solidFill>
              </a:defRPr>
            </a:lvl2pPr>
            <a:lvl3pPr>
              <a:defRPr sz="4000">
                <a:solidFill>
                  <a:schemeClr val="bg1"/>
                </a:solidFill>
              </a:defRPr>
            </a:lvl3pPr>
            <a:lvl4pPr>
              <a:defRPr sz="4000">
                <a:solidFill>
                  <a:schemeClr val="bg1"/>
                </a:solidFill>
              </a:defRPr>
            </a:lvl4pPr>
            <a:lvl5pPr>
              <a:defRPr sz="4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6" descr="Footer line and Kantar logo">
            <a:extLst>
              <a:ext uri="{FF2B5EF4-FFF2-40B4-BE49-F238E27FC236}">
                <a16:creationId xmlns:a16="http://schemas.microsoft.com/office/drawing/2014/main" id="{B6B2934E-79E7-1ACB-1005-15FA75D82E58}"/>
              </a:ext>
            </a:extLst>
          </p:cNvPr>
          <p:cNvGrpSpPr/>
          <p:nvPr userDrawn="1"/>
        </p:nvGrpSpPr>
        <p:grpSpPr>
          <a:xfrm>
            <a:off x="360000" y="6120000"/>
            <a:ext cx="11474161" cy="474788"/>
            <a:chOff x="360000" y="6120000"/>
            <a:chExt cx="11474161" cy="47478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40D98F-1ED9-F28B-5EEA-8DE953E7426D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1147416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4F7B3CE-C0BF-577F-BA47-2BD8689E7102}"/>
                </a:ext>
              </a:extLst>
            </p:cNvPr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0001" y="6390412"/>
              <a:ext cx="1080270" cy="2043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582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5" name="Rectangle 14" descr="Blue purple gradient">
            <a:extLst>
              <a:ext uri="{FF2B5EF4-FFF2-40B4-BE49-F238E27FC236}">
                <a16:creationId xmlns:a16="http://schemas.microsoft.com/office/drawing/2014/main" id="{156C88F4-E4D3-8B68-E4A3-6877B6044D4A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6" name="Group 15" descr="Footer line and Kantar logo">
            <a:extLst>
              <a:ext uri="{FF2B5EF4-FFF2-40B4-BE49-F238E27FC236}">
                <a16:creationId xmlns:a16="http://schemas.microsoft.com/office/drawing/2014/main" id="{EF9E4583-BD78-7B8A-9AC5-CF21203FDA80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65322BA-B266-A28B-D20B-93A5DDBB905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Kantar logo">
              <a:extLst>
                <a:ext uri="{FF2B5EF4-FFF2-40B4-BE49-F238E27FC236}">
                  <a16:creationId xmlns:a16="http://schemas.microsoft.com/office/drawing/2014/main" id="{0C137E41-1DF1-A199-921A-AB172041A3F2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930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Rectangle 8" descr="Blue purple gradient">
            <a:extLst>
              <a:ext uri="{FF2B5EF4-FFF2-40B4-BE49-F238E27FC236}">
                <a16:creationId xmlns:a16="http://schemas.microsoft.com/office/drawing/2014/main" id="{89F633D2-8814-E252-70F6-19C3AB4AA265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 and Kantar logo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81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9D51FFFA-209C-A06F-EAB4-7D67393A8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oup 10" descr="Footer line and Kantar logo">
            <a:extLst>
              <a:ext uri="{FF2B5EF4-FFF2-40B4-BE49-F238E27FC236}">
                <a16:creationId xmlns:a16="http://schemas.microsoft.com/office/drawing/2014/main" id="{1D01D2BA-FBF8-F720-3F2E-F878412C055E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5" name="KantarWhiteLine">
              <a:extLst>
                <a:ext uri="{FF2B5EF4-FFF2-40B4-BE49-F238E27FC236}">
                  <a16:creationId xmlns:a16="http://schemas.microsoft.com/office/drawing/2014/main" id="{11A6C15C-D15E-E3A0-1E2E-CFD1F16FC89E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KantarWhiteLogo">
              <a:extLst>
                <a:ext uri="{FF2B5EF4-FFF2-40B4-BE49-F238E27FC236}">
                  <a16:creationId xmlns:a16="http://schemas.microsoft.com/office/drawing/2014/main" id="{BAF0541C-D791-87DC-C8F5-484351A5171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573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6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Footer line and Kantar logo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01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2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408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5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409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4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49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035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20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5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ashboard ex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51B97-D115-41B0-A593-DB194CD0637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432000"/>
            <a:ext cx="95364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56DFF0-F399-4C7B-9862-88E481176C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62000" y="432000"/>
            <a:ext cx="17640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C310F2F-94C0-63BA-B027-523FA6819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424F01-B367-DE44-9714-A4DD2EB57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704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image" Target="../media/image2.svg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tags" Target="../tags/tag23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tags" Target="../tags/tag22.xml"/><Relationship Id="rId8" Type="http://schemas.openxmlformats.org/officeDocument/2006/relationships/slideLayout" Target="../slideLayouts/slideLayout4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913023"/>
            <a:chOff x="-1143000" y="-600255"/>
            <a:chExt cx="13680281" cy="6913023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4382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925CEB6-6DDA-49BF-824C-CFA9D8A07E3F}"/>
                </a:ext>
              </a:extLst>
            </p:cNvPr>
            <p:cNvSpPr txBox="1"/>
            <p:nvPr userDrawn="1"/>
          </p:nvSpPr>
          <p:spPr>
            <a:xfrm>
              <a:off x="-747711" y="606654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1658A23-15A2-4406-AF7E-89707B5575E7}"/>
                </a:ext>
              </a:extLst>
            </p:cNvPr>
            <p:cNvSpPr txBox="1"/>
            <p:nvPr userDrawn="1"/>
          </p:nvSpPr>
          <p:spPr>
            <a:xfrm>
              <a:off x="-1143000" y="618965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cxnSp>
        <p:nvCxnSpPr>
          <p:cNvPr id="6" name="Straight Connector 5" descr="Footer line">
            <a:extLst>
              <a:ext uri="{FF2B5EF4-FFF2-40B4-BE49-F238E27FC236}">
                <a16:creationId xmlns:a16="http://schemas.microsoft.com/office/drawing/2014/main" id="{6805F70E-6BF1-451B-AC5F-64819FD40883}"/>
              </a:ext>
            </a:extLst>
          </p:cNvPr>
          <p:cNvCxnSpPr>
            <a:cxnSpLocks/>
          </p:cNvCxnSpPr>
          <p:nvPr userDrawn="1">
            <p:custDataLst>
              <p:tags r:id="rId42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Kantar logo">
            <a:extLst>
              <a:ext uri="{FF2B5EF4-FFF2-40B4-BE49-F238E27FC236}">
                <a16:creationId xmlns:a16="http://schemas.microsoft.com/office/drawing/2014/main" id="{2CC2F24E-468A-4212-A014-115B799B0109}"/>
              </a:ext>
            </a:extLst>
          </p:cNvPr>
          <p:cNvPicPr>
            <a:picLocks noChangeAspect="1"/>
          </p:cNvPicPr>
          <p:nvPr userDrawn="1"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14C844D-A5F7-B0AD-7C8B-1F71318F6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448BFD7-2625-2414-23A8-A50970BF9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066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7" r:id="rId2"/>
    <p:sldLayoutId id="2147483865" r:id="rId3"/>
    <p:sldLayoutId id="2147483868" r:id="rId4"/>
    <p:sldLayoutId id="2147483697" r:id="rId5"/>
    <p:sldLayoutId id="2147483696" r:id="rId6"/>
    <p:sldLayoutId id="2147483844" r:id="rId7"/>
    <p:sldLayoutId id="2147483862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  <p:sldLayoutId id="2147483772" r:id="rId20"/>
    <p:sldLayoutId id="2147483773" r:id="rId21"/>
    <p:sldLayoutId id="2147483774" r:id="rId22"/>
    <p:sldLayoutId id="2147483775" r:id="rId23"/>
    <p:sldLayoutId id="2147483776" r:id="rId24"/>
    <p:sldLayoutId id="2147483827" r:id="rId25"/>
    <p:sldLayoutId id="2147483829" r:id="rId26"/>
    <p:sldLayoutId id="2147483845" r:id="rId27"/>
    <p:sldLayoutId id="2147483846" r:id="rId28"/>
    <p:sldLayoutId id="2147483830" r:id="rId29"/>
    <p:sldLayoutId id="2147483847" r:id="rId30"/>
    <p:sldLayoutId id="2147483848" r:id="rId31"/>
    <p:sldLayoutId id="2147483849" r:id="rId32"/>
    <p:sldLayoutId id="2147483850" r:id="rId33"/>
    <p:sldLayoutId id="2147483851" r:id="rId34"/>
    <p:sldLayoutId id="2147483869" r:id="rId35"/>
    <p:sldLayoutId id="2147483870" r:id="rId36"/>
    <p:sldLayoutId id="2147483871" r:id="rId37"/>
    <p:sldLayoutId id="2147483872" r:id="rId38"/>
    <p:sldLayoutId id="2147483879" r:id="rId39"/>
    <p:sldLayoutId id="2147483880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14" pos="7453" userDrawn="1">
          <p15:clr>
            <a:srgbClr val="F26B43"/>
          </p15:clr>
        </p15:guide>
        <p15:guide id="28" orient="horz" pos="1076" userDrawn="1">
          <p15:clr>
            <a:srgbClr val="F26B43"/>
          </p15:clr>
        </p15:guide>
        <p15:guide id="29" orient="horz" pos="270" userDrawn="1">
          <p15:clr>
            <a:srgbClr val="F26B43"/>
          </p15:clr>
        </p15:guide>
        <p15:guide id="33" orient="horz" pos="3600" userDrawn="1">
          <p15:clr>
            <a:srgbClr val="F26B43"/>
          </p15:clr>
        </p15:guide>
        <p15:guide id="35" pos="228" userDrawn="1">
          <p15:clr>
            <a:srgbClr val="F26B43"/>
          </p15:clr>
        </p15:guide>
        <p15:guide id="36" pos="3840" userDrawn="1">
          <p15:clr>
            <a:srgbClr val="F26B43"/>
          </p15:clr>
        </p15:guide>
        <p15:guide id="37" pos="3782" userDrawn="1">
          <p15:clr>
            <a:srgbClr val="F26B43"/>
          </p15:clr>
        </p15:guide>
        <p15:guide id="38" pos="3900" userDrawn="1">
          <p15:clr>
            <a:srgbClr val="F26B43"/>
          </p15:clr>
        </p15:guide>
        <p15:guide id="39" orient="horz" pos="38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81FD9D1B-8E5A-447D-B2D0-15FF23DD7EDA}"/>
              </a:ext>
            </a:extLst>
          </p:cNvPr>
          <p:cNvCxnSpPr>
            <a:cxnSpLocks/>
          </p:cNvCxnSpPr>
          <p:nvPr userDrawn="1">
            <p:custDataLst>
              <p:tags r:id="rId30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rgbClr val="33333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7AF91A0-A869-4C9D-8D84-C843E57FF9C6}"/>
              </a:ext>
            </a:extLst>
          </p:cNvPr>
          <p:cNvGrpSpPr/>
          <p:nvPr userDrawn="1"/>
        </p:nvGrpSpPr>
        <p:grpSpPr>
          <a:xfrm>
            <a:off x="-1143000" y="-600255"/>
            <a:ext cx="13680281" cy="6916199"/>
            <a:chOff x="-1143000" y="-600255"/>
            <a:chExt cx="13680281" cy="6916199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C819980-719E-42BA-84AA-491FF69717D9}"/>
                </a:ext>
              </a:extLst>
            </p:cNvPr>
            <p:cNvCxnSpPr/>
            <p:nvPr userDrawn="1"/>
          </p:nvCxnSpPr>
          <p:spPr>
            <a:xfrm>
              <a:off x="-256200" y="6145408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636BE3-4FEE-45BA-A183-BCB80C007E10}"/>
                </a:ext>
              </a:extLst>
            </p:cNvPr>
            <p:cNvSpPr txBox="1"/>
            <p:nvPr userDrawn="1"/>
          </p:nvSpPr>
          <p:spPr>
            <a:xfrm>
              <a:off x="-747711" y="6069722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2FC16A6-CA4F-4B0F-B25C-7772D09D7351}"/>
                </a:ext>
              </a:extLst>
            </p:cNvPr>
            <p:cNvSpPr txBox="1"/>
            <p:nvPr userDrawn="1"/>
          </p:nvSpPr>
          <p:spPr>
            <a:xfrm>
              <a:off x="-1143000" y="6192833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pic>
        <p:nvPicPr>
          <p:cNvPr id="38" name="Graphic 37" descr="Kantar logo">
            <a:extLst>
              <a:ext uri="{FF2B5EF4-FFF2-40B4-BE49-F238E27FC236}">
                <a16:creationId xmlns:a16="http://schemas.microsoft.com/office/drawing/2014/main" id="{BDB25C72-3FD4-461E-BCBE-96F525FA2297}"/>
              </a:ext>
            </a:extLst>
          </p:cNvPr>
          <p:cNvPicPr>
            <a:picLocks noChangeAspect="1"/>
          </p:cNvPicPr>
          <p:nvPr userDrawn="1"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753515A-DBD1-3C6D-DC72-D442571B0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546C623-0862-D697-5E0B-AE8411041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03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800" r:id="rId13"/>
    <p:sldLayoutId id="2147483801" r:id="rId14"/>
    <p:sldLayoutId id="2147483837" r:id="rId15"/>
    <p:sldLayoutId id="2147483838" r:id="rId16"/>
    <p:sldLayoutId id="2147483852" r:id="rId17"/>
    <p:sldLayoutId id="2147483853" r:id="rId18"/>
    <p:sldLayoutId id="2147483854" r:id="rId19"/>
    <p:sldLayoutId id="2147483855" r:id="rId20"/>
    <p:sldLayoutId id="2147483856" r:id="rId21"/>
    <p:sldLayoutId id="2147483857" r:id="rId22"/>
    <p:sldLayoutId id="2147483858" r:id="rId23"/>
    <p:sldLayoutId id="2147483859" r:id="rId24"/>
    <p:sldLayoutId id="2147483873" r:id="rId25"/>
    <p:sldLayoutId id="2147483874" r:id="rId26"/>
    <p:sldLayoutId id="2147483875" r:id="rId27"/>
    <p:sldLayoutId id="2147483876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  <p15:guide id="39" orient="horz" pos="387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720255"/>
            <a:chOff x="-1143000" y="-600255"/>
            <a:chExt cx="13680281" cy="6720255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2000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</p:grp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BB75DB98-1BD1-4926-8750-16657B153BE4}"/>
              </a:ext>
            </a:extLst>
          </p:cNvPr>
          <p:cNvCxnSpPr>
            <a:cxnSpLocks/>
          </p:cNvCxnSpPr>
          <p:nvPr userDrawn="1"/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 descr="Kantar logo">
            <a:extLst>
              <a:ext uri="{FF2B5EF4-FFF2-40B4-BE49-F238E27FC236}">
                <a16:creationId xmlns:a16="http://schemas.microsoft.com/office/drawing/2014/main" id="{D3E635D0-BA07-4485-8050-85E8C801F8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02CEF36-8560-BD0B-FDA8-C4B70227D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D0A28B0-CA4A-8D2C-9D82-9A624FE4A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707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8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1CD888E-8280-12F7-D8D8-1CF8D2C045C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/>
          <a:srcRect t="3125" b="3125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E963EC-0165-9AB9-15A6-29BA57CE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1DFF0AD-BD7E-122C-5472-FC8E9690FC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FD53B-3908-A49A-AFCA-B13A7C21D4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err="1"/>
              <a:t>Fecha</a:t>
            </a:r>
            <a:endParaRPr lang="en-US" noProof="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5D1112-0D16-F8B1-1BC0-C3A70CB84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Study name </a:t>
            </a:r>
          </a:p>
          <a:p>
            <a:r>
              <a:rPr lang="en-US" b="1" noProof="0" dirty="0"/>
              <a:t>LIFT ROI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A30FE8B-5E53-5ED7-12EE-7CEEAB5D25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Identifying marketing investment efficiencies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8DB876-366E-12C0-073B-76B1B8832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350379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868E-0B37-A56C-3F0E-978324561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428624"/>
            <a:ext cx="5643926" cy="403200"/>
          </a:xfrm>
        </p:spPr>
        <p:txBody>
          <a:bodyPr/>
          <a:lstStyle/>
          <a:p>
            <a:r>
              <a:rPr lang="en-US" noProof="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ADAD1-BAB6-7DCD-66CF-73C36FB3517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070960"/>
            <a:ext cx="6610350" cy="4006850"/>
          </a:xfrm>
        </p:spPr>
        <p:txBody>
          <a:bodyPr vert="horz" lIns="0" tIns="0" rIns="0" bIns="0" rtlCol="0" anchor="t">
            <a:noAutofit/>
          </a:bodyPr>
          <a:lstStyle/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noProof="0" dirty="0"/>
              <a:t>Project status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cs typeface="Arial"/>
              </a:rPr>
              <a:t>Scope / Objectives </a:t>
            </a:r>
            <a:endParaRPr lang="en-US" noProof="0" dirty="0">
              <a:cs typeface="Arial"/>
            </a:endParaRP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/>
              <a:t>Timeline and next steps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endParaRPr lang="en-US" sz="1200" noProof="0" dirty="0">
              <a:cs typeface="Arial"/>
            </a:endParaRP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noProof="0" dirty="0"/>
              <a:t> Category overview 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endParaRPr lang="en-US" noProof="0" dirty="0"/>
          </a:p>
          <a:p>
            <a:pPr marL="0" lvl="1" indent="0">
              <a:buSzPct val="100000"/>
              <a:buNone/>
            </a:pPr>
            <a:r>
              <a:rPr lang="en-US" noProof="0" dirty="0"/>
              <a:t>3. Brand focus 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/>
              <a:t>Media deep dive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45C0A-9F2B-A008-235F-FF4D25879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60D18-FBE4-3731-E055-AD178FF4C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 | </a:t>
            </a:r>
            <a:fld id="{4034BEE3-566C-4068-A777-C3A4762E861B}" type="slidenum">
              <a:rPr lang="en-US" noProof="0" smtClean="0"/>
              <a:pPr/>
              <a:t>2</a:t>
            </a:fld>
            <a:endParaRPr lang="en-US" noProof="0" dirty="0"/>
          </a:p>
        </p:txBody>
      </p:sp>
      <p:pic>
        <p:nvPicPr>
          <p:cNvPr id="8" name="Picture Placeholder 7" descr="A close up of blue lights&#10;&#10;AI-generated content may be incorrect.">
            <a:extLst>
              <a:ext uri="{FF2B5EF4-FFF2-40B4-BE49-F238E27FC236}">
                <a16:creationId xmlns:a16="http://schemas.microsoft.com/office/drawing/2014/main" id="{58DCCC24-8332-B4B6-B235-23DFC9A4130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21359" r="2135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0025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5A4F9E-D694-F470-7136-D6E29ACC5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/>
              <a:t>Project status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17512-4DA8-5316-E3F9-A41B3AB501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/>
              <a:t>1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737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AE5F8-8E77-F8D2-2307-B5FBA344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Objective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38183-5FB4-86F6-DC0E-72D5AFFAC1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noProof="0" dirty="0">
                <a:solidFill>
                  <a:schemeClr val="tx1">
                    <a:lumMod val="50000"/>
                  </a:schemeClr>
                </a:solidFill>
              </a:rPr>
              <a:t>Understand the impact of marketing efforts in sales and/or brand equity. </a:t>
            </a:r>
            <a:endParaRPr lang="en-US" sz="1800" noProof="0" dirty="0">
              <a:solidFill>
                <a:schemeClr val="tx1">
                  <a:lumMod val="50000"/>
                </a:schemeClr>
              </a:solidFill>
              <a:cs typeface="Arial"/>
            </a:endParaRPr>
          </a:p>
          <a:p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355D0-FAB2-3B4A-8718-225A16D33E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0363" y="1710000"/>
            <a:ext cx="11466000" cy="2654610"/>
          </a:xfrm>
        </p:spPr>
        <p:txBody>
          <a:bodyPr/>
          <a:lstStyle/>
          <a:p>
            <a:r>
              <a:rPr lang="en-US" noProof="0" dirty="0"/>
              <a:t>For that, we </a:t>
            </a:r>
            <a:r>
              <a:rPr lang="en-US" b="1" noProof="0" dirty="0"/>
              <a:t>decompose sales volume and/or measured brand equity</a:t>
            </a:r>
            <a:r>
              <a:rPr lang="en-US" noProof="0" dirty="0"/>
              <a:t> results, </a:t>
            </a:r>
            <a:r>
              <a:rPr lang="en-US" b="1" noProof="0" dirty="0"/>
              <a:t>isolating the effects of each marketing</a:t>
            </a:r>
            <a:r>
              <a:rPr lang="en-US" noProof="0" dirty="0"/>
              <a:t> </a:t>
            </a:r>
            <a:r>
              <a:rPr lang="en-US" b="1" noProof="0" dirty="0"/>
              <a:t>effort</a:t>
            </a:r>
            <a:r>
              <a:rPr lang="en-US" noProof="0" dirty="0"/>
              <a:t> to understand their individual effects.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9AFAF-E89C-517E-B08C-20ECC2B5D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DD2E7-8775-8414-CB47-581EE6A29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 | </a:t>
            </a:r>
            <a:fld id="{4034BEE3-566C-4068-A777-C3A4762E861B}" type="slidenum">
              <a:rPr lang="en-US" noProof="0" smtClean="0"/>
              <a:pPr/>
              <a:t>4</a:t>
            </a:fld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EFAE740-53C4-DEB2-80C1-7FCFD2A425DB}"/>
              </a:ext>
            </a:extLst>
          </p:cNvPr>
          <p:cNvGrpSpPr/>
          <p:nvPr/>
        </p:nvGrpSpPr>
        <p:grpSpPr>
          <a:xfrm>
            <a:off x="3272400" y="2506231"/>
            <a:ext cx="6021466" cy="1169337"/>
            <a:chOff x="3372923" y="2786504"/>
            <a:chExt cx="6021466" cy="1169337"/>
          </a:xfrm>
        </p:grpSpPr>
        <p:sp>
          <p:nvSpPr>
            <p:cNvPr id="8" name="object 70">
              <a:extLst>
                <a:ext uri="{FF2B5EF4-FFF2-40B4-BE49-F238E27FC236}">
                  <a16:creationId xmlns:a16="http://schemas.microsoft.com/office/drawing/2014/main" id="{3DA3081C-EC66-7255-35F4-F851F38FBA39}"/>
                </a:ext>
              </a:extLst>
            </p:cNvPr>
            <p:cNvSpPr txBox="1"/>
            <p:nvPr/>
          </p:nvSpPr>
          <p:spPr>
            <a:xfrm>
              <a:off x="4925104" y="3066730"/>
              <a:ext cx="2325806" cy="19749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Direct impact in</a:t>
              </a:r>
            </a:p>
          </p:txBody>
        </p:sp>
        <p:sp>
          <p:nvSpPr>
            <p:cNvPr id="9" name="object 70">
              <a:extLst>
                <a:ext uri="{FF2B5EF4-FFF2-40B4-BE49-F238E27FC236}">
                  <a16:creationId xmlns:a16="http://schemas.microsoft.com/office/drawing/2014/main" id="{59A12D96-60D5-12C0-BF1C-36F6800FAED0}"/>
                </a:ext>
              </a:extLst>
            </p:cNvPr>
            <p:cNvSpPr txBox="1"/>
            <p:nvPr/>
          </p:nvSpPr>
          <p:spPr>
            <a:xfrm>
              <a:off x="7426353" y="3645814"/>
              <a:ext cx="1016558" cy="26344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Sales</a:t>
              </a:r>
            </a:p>
          </p:txBody>
        </p:sp>
        <p:sp>
          <p:nvSpPr>
            <p:cNvPr id="10" name="Rectangle 28">
              <a:extLst>
                <a:ext uri="{FF2B5EF4-FFF2-40B4-BE49-F238E27FC236}">
                  <a16:creationId xmlns:a16="http://schemas.microsoft.com/office/drawing/2014/main" id="{D6A8EAC7-3E09-53B5-58A2-B77FF21CA2C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980087" y="3445846"/>
              <a:ext cx="2231826" cy="317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40" tIns="45720" rIns="91440" b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712">
                <a:defRPr/>
              </a:pPr>
              <a:r>
                <a:rPr lang="en-US" sz="1600" b="1" kern="0" spc="-5" noProof="0" dirty="0" err="1">
                  <a:solidFill>
                    <a:srgbClr val="333333"/>
                  </a:solidFill>
                  <a:latin typeface="Arial"/>
                  <a:cs typeface="Arial"/>
                </a:rPr>
                <a:t>LiftROI</a:t>
              </a:r>
              <a:r>
                <a:rPr lang="en-US" sz="1600" b="1" kern="0" spc="-5" noProof="0" dirty="0">
                  <a:solidFill>
                    <a:srgbClr val="333333"/>
                  </a:solidFill>
                  <a:latin typeface="Arial"/>
                  <a:cs typeface="Arial"/>
                </a:rPr>
                <a:t> Model</a:t>
              </a:r>
              <a:endParaRPr lang="en-US" sz="1600" b="1" i="0" u="none" strike="noStrike" kern="0" cap="none" spc="-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  <p:pic>
          <p:nvPicPr>
            <p:cNvPr id="11" name="Graphic 30">
              <a:extLst>
                <a:ext uri="{FF2B5EF4-FFF2-40B4-BE49-F238E27FC236}">
                  <a16:creationId xmlns:a16="http://schemas.microsoft.com/office/drawing/2014/main" id="{6F90FE9B-501E-227B-37D2-5121C8D35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50972" y="2865624"/>
              <a:ext cx="767320" cy="767320"/>
            </a:xfrm>
            <a:prstGeom prst="rect">
              <a:avLst/>
            </a:prstGeom>
          </p:spPr>
        </p:pic>
        <p:grpSp>
          <p:nvGrpSpPr>
            <p:cNvPr id="12" name="Group 37">
              <a:extLst>
                <a:ext uri="{FF2B5EF4-FFF2-40B4-BE49-F238E27FC236}">
                  <a16:creationId xmlns:a16="http://schemas.microsoft.com/office/drawing/2014/main" id="{1281B54A-F258-376B-B302-E248C0DCC402}"/>
                </a:ext>
              </a:extLst>
            </p:cNvPr>
            <p:cNvGrpSpPr/>
            <p:nvPr/>
          </p:nvGrpSpPr>
          <p:grpSpPr>
            <a:xfrm>
              <a:off x="3372923" y="2786504"/>
              <a:ext cx="1483685" cy="1169337"/>
              <a:chOff x="646605" y="3103699"/>
              <a:chExt cx="1258576" cy="1027058"/>
            </a:xfrm>
          </p:grpSpPr>
          <p:grpSp>
            <p:nvGrpSpPr>
              <p:cNvPr id="15" name="Group 32">
                <a:extLst>
                  <a:ext uri="{FF2B5EF4-FFF2-40B4-BE49-F238E27FC236}">
                    <a16:creationId xmlns:a16="http://schemas.microsoft.com/office/drawing/2014/main" id="{3789BE0C-8F5B-1E54-CA95-B4B979C5EC42}"/>
                  </a:ext>
                </a:extLst>
              </p:cNvPr>
              <p:cNvGrpSpPr/>
              <p:nvPr/>
            </p:nvGrpSpPr>
            <p:grpSpPr>
              <a:xfrm>
                <a:off x="646605" y="3103699"/>
                <a:ext cx="1258576" cy="655680"/>
                <a:chOff x="646605" y="3103699"/>
                <a:chExt cx="3355269" cy="1747993"/>
              </a:xfrm>
            </p:grpSpPr>
            <p:pic>
              <p:nvPicPr>
                <p:cNvPr id="17" name="Graphic 45">
                  <a:extLst>
                    <a:ext uri="{FF2B5EF4-FFF2-40B4-BE49-F238E27FC236}">
                      <a16:creationId xmlns:a16="http://schemas.microsoft.com/office/drawing/2014/main" id="{B0B65CB2-560C-52A4-2FBD-B313104985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25574" y="4165891"/>
                  <a:ext cx="876300" cy="609601"/>
                </a:xfrm>
                <a:prstGeom prst="rect">
                  <a:avLst/>
                </a:prstGeom>
              </p:spPr>
            </p:pic>
            <p:pic>
              <p:nvPicPr>
                <p:cNvPr id="18" name="Graphic 46">
                  <a:extLst>
                    <a:ext uri="{FF2B5EF4-FFF2-40B4-BE49-F238E27FC236}">
                      <a16:creationId xmlns:a16="http://schemas.microsoft.com/office/drawing/2014/main" id="{FE0CE547-EF7A-BE04-77E8-258DDE7A2F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73078" y="3103699"/>
                  <a:ext cx="495300" cy="876300"/>
                </a:xfrm>
                <a:prstGeom prst="rect">
                  <a:avLst/>
                </a:prstGeom>
              </p:spPr>
            </p:pic>
            <p:pic>
              <p:nvPicPr>
                <p:cNvPr id="19" name="Graphic 48">
                  <a:extLst>
                    <a:ext uri="{FF2B5EF4-FFF2-40B4-BE49-F238E27FC236}">
                      <a16:creationId xmlns:a16="http://schemas.microsoft.com/office/drawing/2014/main" id="{B05B218E-6E79-1B2E-D1CD-FE5E018C8D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6605" y="4089692"/>
                  <a:ext cx="876300" cy="762000"/>
                </a:xfrm>
                <a:prstGeom prst="rect">
                  <a:avLst/>
                </a:prstGeom>
              </p:spPr>
            </p:pic>
          </p:grpSp>
          <p:pic>
            <p:nvPicPr>
              <p:cNvPr id="16" name="Graphic 44">
                <a:extLst>
                  <a:ext uri="{FF2B5EF4-FFF2-40B4-BE49-F238E27FC236}">
                    <a16:creationId xmlns:a16="http://schemas.microsoft.com/office/drawing/2014/main" id="{11399F01-FE7A-7EE2-E2A6-BB9ADF1A9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47132" y="3501842"/>
                <a:ext cx="657502" cy="628915"/>
              </a:xfrm>
              <a:prstGeom prst="rect">
                <a:avLst/>
              </a:prstGeom>
            </p:spPr>
          </p:pic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CB2FF91-307B-5842-A14E-FFF3B538FF9D}"/>
                </a:ext>
              </a:extLst>
            </p:cNvPr>
            <p:cNvCxnSpPr/>
            <p:nvPr/>
          </p:nvCxnSpPr>
          <p:spPr>
            <a:xfrm flipV="1">
              <a:off x="4893605" y="3352977"/>
              <a:ext cx="2620370" cy="18196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D71076C-5955-E6E1-D5B4-64A4C94F3033}"/>
                </a:ext>
              </a:extLst>
            </p:cNvPr>
            <p:cNvGrpSpPr/>
            <p:nvPr/>
          </p:nvGrpSpPr>
          <p:grpSpPr>
            <a:xfrm>
              <a:off x="8541104" y="2862802"/>
              <a:ext cx="768096" cy="768096"/>
              <a:chOff x="8450454" y="2929429"/>
              <a:chExt cx="768096" cy="768096"/>
            </a:xfrm>
            <a:solidFill>
              <a:schemeClr val="tx2"/>
            </a:solidFill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F1CD8B9-EE57-B2E9-981B-3CC004C4DEAA}"/>
                  </a:ext>
                </a:extLst>
              </p:cNvPr>
              <p:cNvGrpSpPr/>
              <p:nvPr/>
            </p:nvGrpSpPr>
            <p:grpSpPr>
              <a:xfrm>
                <a:off x="8641495" y="3206862"/>
                <a:ext cx="386014" cy="213230"/>
                <a:chOff x="8609365" y="3201550"/>
                <a:chExt cx="386014" cy="213230"/>
              </a:xfrm>
              <a:grpFill/>
            </p:grpSpPr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C1CC94DB-C81E-9E36-64C0-25D78B2547D4}"/>
                    </a:ext>
                  </a:extLst>
                </p:cNvPr>
                <p:cNvSpPr/>
                <p:nvPr/>
              </p:nvSpPr>
              <p:spPr>
                <a:xfrm>
                  <a:off x="8609365" y="3201550"/>
                  <a:ext cx="142750" cy="213230"/>
                </a:xfrm>
                <a:custGeom>
                  <a:avLst/>
                  <a:gdLst>
                    <a:gd name="connsiteX0" fmla="*/ 0 w 142750"/>
                    <a:gd name="connsiteY0" fmla="*/ 18139 h 213230"/>
                    <a:gd name="connsiteX1" fmla="*/ 61411 w 142750"/>
                    <a:gd name="connsiteY1" fmla="*/ 18139 h 213230"/>
                    <a:gd name="connsiteX2" fmla="*/ 61411 w 142750"/>
                    <a:gd name="connsiteY2" fmla="*/ 213231 h 213230"/>
                    <a:gd name="connsiteX3" fmla="*/ 81187 w 142750"/>
                    <a:gd name="connsiteY3" fmla="*/ 213231 h 213230"/>
                    <a:gd name="connsiteX4" fmla="*/ 81187 w 142750"/>
                    <a:gd name="connsiteY4" fmla="*/ 18139 h 213230"/>
                    <a:gd name="connsiteX5" fmla="*/ 142750 w 142750"/>
                    <a:gd name="connsiteY5" fmla="*/ 18139 h 213230"/>
                    <a:gd name="connsiteX6" fmla="*/ 142750 w 142750"/>
                    <a:gd name="connsiteY6" fmla="*/ 0 h 213230"/>
                    <a:gd name="connsiteX7" fmla="*/ 0 w 142750"/>
                    <a:gd name="connsiteY7" fmla="*/ 0 h 213230"/>
                    <a:gd name="connsiteX8" fmla="*/ 0 w 142750"/>
                    <a:gd name="connsiteY8" fmla="*/ 18139 h 213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2750" h="213230">
                      <a:moveTo>
                        <a:pt x="0" y="18139"/>
                      </a:moveTo>
                      <a:lnTo>
                        <a:pt x="61411" y="18139"/>
                      </a:lnTo>
                      <a:lnTo>
                        <a:pt x="61411" y="213231"/>
                      </a:lnTo>
                      <a:lnTo>
                        <a:pt x="81187" y="213231"/>
                      </a:lnTo>
                      <a:lnTo>
                        <a:pt x="81187" y="18139"/>
                      </a:lnTo>
                      <a:lnTo>
                        <a:pt x="142750" y="18139"/>
                      </a:lnTo>
                      <a:lnTo>
                        <a:pt x="142750" y="0"/>
                      </a:lnTo>
                      <a:lnTo>
                        <a:pt x="0" y="0"/>
                      </a:lnTo>
                      <a:lnTo>
                        <a:pt x="0" y="18139"/>
                      </a:lnTo>
                      <a:close/>
                    </a:path>
                  </a:pathLst>
                </a:custGeom>
                <a:grpFill/>
                <a:ln w="94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noProof="0" dirty="0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48A207F8-E305-0833-689E-04C3FCDDA418}"/>
                    </a:ext>
                  </a:extLst>
                </p:cNvPr>
                <p:cNvSpPr/>
                <p:nvPr/>
              </p:nvSpPr>
              <p:spPr>
                <a:xfrm>
                  <a:off x="8787212" y="3201550"/>
                  <a:ext cx="208167" cy="213230"/>
                </a:xfrm>
                <a:custGeom>
                  <a:avLst/>
                  <a:gdLst>
                    <a:gd name="connsiteX0" fmla="*/ 113011 w 208167"/>
                    <a:gd name="connsiteY0" fmla="*/ 160442 h 213230"/>
                    <a:gd name="connsiteX1" fmla="*/ 108766 w 208167"/>
                    <a:gd name="connsiteY1" fmla="*/ 171005 h 213230"/>
                    <a:gd name="connsiteX2" fmla="*/ 104959 w 208167"/>
                    <a:gd name="connsiteY2" fmla="*/ 181854 h 213230"/>
                    <a:gd name="connsiteX3" fmla="*/ 104065 w 208167"/>
                    <a:gd name="connsiteY3" fmla="*/ 181854 h 213230"/>
                    <a:gd name="connsiteX4" fmla="*/ 100125 w 208167"/>
                    <a:gd name="connsiteY4" fmla="*/ 170624 h 213230"/>
                    <a:gd name="connsiteX5" fmla="*/ 95738 w 208167"/>
                    <a:gd name="connsiteY5" fmla="*/ 160299 h 213230"/>
                    <a:gd name="connsiteX6" fmla="*/ 23344 w 208167"/>
                    <a:gd name="connsiteY6" fmla="*/ 0 h 213230"/>
                    <a:gd name="connsiteX7" fmla="*/ 0 w 208167"/>
                    <a:gd name="connsiteY7" fmla="*/ 0 h 213230"/>
                    <a:gd name="connsiteX8" fmla="*/ 0 w 208167"/>
                    <a:gd name="connsiteY8" fmla="*/ 213231 h 213230"/>
                    <a:gd name="connsiteX9" fmla="*/ 19328 w 208167"/>
                    <a:gd name="connsiteY9" fmla="*/ 213231 h 213230"/>
                    <a:gd name="connsiteX10" fmla="*/ 19328 w 208167"/>
                    <a:gd name="connsiteY10" fmla="*/ 64380 h 213230"/>
                    <a:gd name="connsiteX11" fmla="*/ 19109 w 208167"/>
                    <a:gd name="connsiteY11" fmla="*/ 44909 h 213230"/>
                    <a:gd name="connsiteX12" fmla="*/ 18291 w 208167"/>
                    <a:gd name="connsiteY12" fmla="*/ 29292 h 213230"/>
                    <a:gd name="connsiteX13" fmla="*/ 18881 w 208167"/>
                    <a:gd name="connsiteY13" fmla="*/ 29292 h 213230"/>
                    <a:gd name="connsiteX14" fmla="*/ 25543 w 208167"/>
                    <a:gd name="connsiteY14" fmla="*/ 50229 h 213230"/>
                    <a:gd name="connsiteX15" fmla="*/ 100058 w 208167"/>
                    <a:gd name="connsiteY15" fmla="*/ 213231 h 213230"/>
                    <a:gd name="connsiteX16" fmla="*/ 108538 w 208167"/>
                    <a:gd name="connsiteY16" fmla="*/ 213231 h 213230"/>
                    <a:gd name="connsiteX17" fmla="*/ 182853 w 208167"/>
                    <a:gd name="connsiteY17" fmla="*/ 49220 h 213230"/>
                    <a:gd name="connsiteX18" fmla="*/ 186051 w 208167"/>
                    <a:gd name="connsiteY18" fmla="*/ 41188 h 213230"/>
                    <a:gd name="connsiteX19" fmla="*/ 189858 w 208167"/>
                    <a:gd name="connsiteY19" fmla="*/ 29587 h 213230"/>
                    <a:gd name="connsiteX20" fmla="*/ 190467 w 208167"/>
                    <a:gd name="connsiteY20" fmla="*/ 29587 h 213230"/>
                    <a:gd name="connsiteX21" fmla="*/ 188687 w 208167"/>
                    <a:gd name="connsiteY21" fmla="*/ 66017 h 213230"/>
                    <a:gd name="connsiteX22" fmla="*/ 188687 w 208167"/>
                    <a:gd name="connsiteY22" fmla="*/ 213231 h 213230"/>
                    <a:gd name="connsiteX23" fmla="*/ 208168 w 208167"/>
                    <a:gd name="connsiteY23" fmla="*/ 213231 h 213230"/>
                    <a:gd name="connsiteX24" fmla="*/ 208168 w 208167"/>
                    <a:gd name="connsiteY24" fmla="*/ 0 h 213230"/>
                    <a:gd name="connsiteX25" fmla="*/ 186022 w 208167"/>
                    <a:gd name="connsiteY25" fmla="*/ 0 h 213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208167" h="213230">
                      <a:moveTo>
                        <a:pt x="113011" y="160442"/>
                      </a:moveTo>
                      <a:cubicBezTo>
                        <a:pt x="111317" y="164248"/>
                        <a:pt x="109908" y="167731"/>
                        <a:pt x="108766" y="171005"/>
                      </a:cubicBezTo>
                      <a:lnTo>
                        <a:pt x="104959" y="181854"/>
                      </a:lnTo>
                      <a:lnTo>
                        <a:pt x="104065" y="181854"/>
                      </a:lnTo>
                      <a:cubicBezTo>
                        <a:pt x="102878" y="177895"/>
                        <a:pt x="101565" y="174152"/>
                        <a:pt x="100125" y="170624"/>
                      </a:cubicBezTo>
                      <a:cubicBezTo>
                        <a:pt x="98685" y="167097"/>
                        <a:pt x="97222" y="163655"/>
                        <a:pt x="95738" y="160299"/>
                      </a:cubicBezTo>
                      <a:lnTo>
                        <a:pt x="23344" y="0"/>
                      </a:lnTo>
                      <a:lnTo>
                        <a:pt x="0" y="0"/>
                      </a:lnTo>
                      <a:lnTo>
                        <a:pt x="0" y="213231"/>
                      </a:lnTo>
                      <a:lnTo>
                        <a:pt x="19328" y="213231"/>
                      </a:lnTo>
                      <a:lnTo>
                        <a:pt x="19328" y="64380"/>
                      </a:lnTo>
                      <a:cubicBezTo>
                        <a:pt x="19328" y="57243"/>
                        <a:pt x="19255" y="50752"/>
                        <a:pt x="19109" y="44909"/>
                      </a:cubicBezTo>
                      <a:cubicBezTo>
                        <a:pt x="18964" y="39066"/>
                        <a:pt x="18691" y="33860"/>
                        <a:pt x="18291" y="29292"/>
                      </a:cubicBezTo>
                      <a:lnTo>
                        <a:pt x="18881" y="29292"/>
                      </a:lnTo>
                      <a:cubicBezTo>
                        <a:pt x="20545" y="36436"/>
                        <a:pt x="22772" y="43437"/>
                        <a:pt x="25543" y="50229"/>
                      </a:cubicBezTo>
                      <a:lnTo>
                        <a:pt x="100058" y="213231"/>
                      </a:lnTo>
                      <a:lnTo>
                        <a:pt x="108538" y="213231"/>
                      </a:lnTo>
                      <a:lnTo>
                        <a:pt x="182853" y="49220"/>
                      </a:lnTo>
                      <a:cubicBezTo>
                        <a:pt x="184058" y="46600"/>
                        <a:pt x="185126" y="43919"/>
                        <a:pt x="186051" y="41188"/>
                      </a:cubicBezTo>
                      <a:cubicBezTo>
                        <a:pt x="187193" y="37914"/>
                        <a:pt x="188462" y="34048"/>
                        <a:pt x="189858" y="29587"/>
                      </a:cubicBezTo>
                      <a:lnTo>
                        <a:pt x="190467" y="29587"/>
                      </a:lnTo>
                      <a:cubicBezTo>
                        <a:pt x="189280" y="46343"/>
                        <a:pt x="188687" y="58487"/>
                        <a:pt x="188687" y="66017"/>
                      </a:cubicBezTo>
                      <a:lnTo>
                        <a:pt x="188687" y="213231"/>
                      </a:lnTo>
                      <a:lnTo>
                        <a:pt x="208168" y="213231"/>
                      </a:lnTo>
                      <a:lnTo>
                        <a:pt x="208168" y="0"/>
                      </a:lnTo>
                      <a:lnTo>
                        <a:pt x="186022" y="0"/>
                      </a:lnTo>
                      <a:close/>
                    </a:path>
                  </a:pathLst>
                </a:custGeom>
                <a:grpFill/>
                <a:ln w="94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noProof="0" dirty="0"/>
                </a:p>
              </p:txBody>
            </p:sp>
          </p:grp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9FD216B-070B-4856-D062-2D13CC8A6DCB}"/>
                  </a:ext>
                </a:extLst>
              </p:cNvPr>
              <p:cNvSpPr/>
              <p:nvPr/>
            </p:nvSpPr>
            <p:spPr>
              <a:xfrm>
                <a:off x="8450454" y="2929429"/>
                <a:ext cx="768096" cy="768096"/>
              </a:xfrm>
              <a:custGeom>
                <a:avLst/>
                <a:gdLst>
                  <a:gd name="connsiteX0" fmla="*/ 361434 w 722867"/>
                  <a:gd name="connsiteY0" fmla="*/ 0 h 722867"/>
                  <a:gd name="connsiteX1" fmla="*/ 0 w 722867"/>
                  <a:gd name="connsiteY1" fmla="*/ 361434 h 722867"/>
                  <a:gd name="connsiteX2" fmla="*/ 361434 w 722867"/>
                  <a:gd name="connsiteY2" fmla="*/ 722868 h 722867"/>
                  <a:gd name="connsiteX3" fmla="*/ 722868 w 722867"/>
                  <a:gd name="connsiteY3" fmla="*/ 361434 h 722867"/>
                  <a:gd name="connsiteX4" fmla="*/ 361757 w 722867"/>
                  <a:gd name="connsiteY4" fmla="*/ 0 h 722867"/>
                  <a:gd name="connsiteX5" fmla="*/ 361434 w 722867"/>
                  <a:gd name="connsiteY5" fmla="*/ 0 h 722867"/>
                  <a:gd name="connsiteX6" fmla="*/ 361434 w 722867"/>
                  <a:gd name="connsiteY6" fmla="*/ 703834 h 722867"/>
                  <a:gd name="connsiteX7" fmla="*/ 19033 w 722867"/>
                  <a:gd name="connsiteY7" fmla="*/ 361434 h 722867"/>
                  <a:gd name="connsiteX8" fmla="*/ 361434 w 722867"/>
                  <a:gd name="connsiteY8" fmla="*/ 19033 h 722867"/>
                  <a:gd name="connsiteX9" fmla="*/ 703834 w 722867"/>
                  <a:gd name="connsiteY9" fmla="*/ 361434 h 722867"/>
                  <a:gd name="connsiteX10" fmla="*/ 361434 w 722867"/>
                  <a:gd name="connsiteY10" fmla="*/ 703834 h 722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2867" h="722867">
                    <a:moveTo>
                      <a:pt x="361434" y="0"/>
                    </a:moveTo>
                    <a:cubicBezTo>
                      <a:pt x="161820" y="0"/>
                      <a:pt x="0" y="161820"/>
                      <a:pt x="0" y="361434"/>
                    </a:cubicBezTo>
                    <a:cubicBezTo>
                      <a:pt x="0" y="561048"/>
                      <a:pt x="161820" y="722868"/>
                      <a:pt x="361434" y="722868"/>
                    </a:cubicBezTo>
                    <a:cubicBezTo>
                      <a:pt x="561048" y="722868"/>
                      <a:pt x="722868" y="561048"/>
                      <a:pt x="722868" y="361434"/>
                    </a:cubicBezTo>
                    <a:cubicBezTo>
                      <a:pt x="722957" y="161909"/>
                      <a:pt x="561282" y="89"/>
                      <a:pt x="361757" y="0"/>
                    </a:cubicBezTo>
                    <a:cubicBezTo>
                      <a:pt x="361650" y="0"/>
                      <a:pt x="361541" y="0"/>
                      <a:pt x="361434" y="0"/>
                    </a:cubicBezTo>
                    <a:close/>
                    <a:moveTo>
                      <a:pt x="361434" y="703834"/>
                    </a:moveTo>
                    <a:cubicBezTo>
                      <a:pt x="172331" y="703834"/>
                      <a:pt x="19033" y="550537"/>
                      <a:pt x="19033" y="361434"/>
                    </a:cubicBezTo>
                    <a:cubicBezTo>
                      <a:pt x="19033" y="172331"/>
                      <a:pt x="172331" y="19033"/>
                      <a:pt x="361434" y="19033"/>
                    </a:cubicBezTo>
                    <a:cubicBezTo>
                      <a:pt x="550537" y="19033"/>
                      <a:pt x="703834" y="172331"/>
                      <a:pt x="703834" y="361434"/>
                    </a:cubicBezTo>
                    <a:cubicBezTo>
                      <a:pt x="703619" y="550448"/>
                      <a:pt x="550448" y="703619"/>
                      <a:pt x="361434" y="703834"/>
                    </a:cubicBezTo>
                    <a:close/>
                  </a:path>
                </a:pathLst>
              </a:custGeom>
              <a:grpFill/>
              <a:ln w="94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  <p:sp>
          <p:nvSpPr>
            <p:cNvPr id="28" name="object 70">
              <a:extLst>
                <a:ext uri="{FF2B5EF4-FFF2-40B4-BE49-F238E27FC236}">
                  <a16:creationId xmlns:a16="http://schemas.microsoft.com/office/drawing/2014/main" id="{AF3D8430-30F6-AEE9-2535-CB64508F9BEF}"/>
                </a:ext>
              </a:extLst>
            </p:cNvPr>
            <p:cNvSpPr txBox="1"/>
            <p:nvPr/>
          </p:nvSpPr>
          <p:spPr>
            <a:xfrm>
              <a:off x="8455915" y="3645814"/>
              <a:ext cx="938474" cy="26344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Equity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C4593D8-19DA-AF5F-0913-4585E4B5784A}"/>
              </a:ext>
            </a:extLst>
          </p:cNvPr>
          <p:cNvSpPr txBox="1"/>
          <p:nvPr/>
        </p:nvSpPr>
        <p:spPr>
          <a:xfrm>
            <a:off x="363000" y="4148450"/>
            <a:ext cx="11466000" cy="154657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0" lvl="1">
              <a:spcBef>
                <a:spcPts val="1800"/>
              </a:spcBef>
              <a:buSzPct val="100000"/>
            </a:pPr>
            <a:r>
              <a:rPr lang="en-US" sz="1200" b="1" noProof="0" dirty="0">
                <a:solidFill>
                  <a:srgbClr val="383838"/>
                </a:solidFill>
              </a:rPr>
              <a:t>Input:</a:t>
            </a:r>
            <a:endParaRPr lang="en-US" sz="1200" noProof="0" dirty="0">
              <a:solidFill>
                <a:srgbClr val="383838"/>
              </a:solidFill>
            </a:endParaRPr>
          </a:p>
          <a:p>
            <a:pPr marL="0" lvl="1">
              <a:spcBef>
                <a:spcPts val="300"/>
              </a:spcBef>
            </a:pPr>
            <a:r>
              <a:rPr lang="en-US" sz="1200" noProof="0" dirty="0">
                <a:solidFill>
                  <a:srgbClr val="383838"/>
                </a:solidFill>
              </a:rPr>
              <a:t>XX years of monthly/weekly data:</a:t>
            </a:r>
            <a:endParaRPr lang="en-US" sz="1200" noProof="0" dirty="0">
              <a:solidFill>
                <a:srgbClr val="383838"/>
              </a:solidFill>
              <a:cs typeface="Arial"/>
            </a:endParaRP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Brand sales, distribution and average price.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Media investment and media activity results (TV, OOH, Digital, etc.)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Other marketing efforts (owned media activity, innovations, promotions, etc.)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Macroeconomic variables </a:t>
            </a:r>
          </a:p>
        </p:txBody>
      </p:sp>
    </p:spTree>
    <p:extLst>
      <p:ext uri="{BB962C8B-B14F-4D97-AF65-F5344CB8AC3E}">
        <p14:creationId xmlns:p14="http://schemas.microsoft.com/office/powerpoint/2010/main" val="331940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C025-D177-1BE4-0AE0-314D31FE7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At the end, we’ll have the following results: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5014D-59FB-3061-8A64-AE66A587D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384A3-7108-DA45-35CC-5A0253BF5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 | </a:t>
            </a:r>
            <a:fld id="{4034BEE3-566C-4068-A777-C3A4762E861B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5BC1789-0180-5FF9-F1CF-A82AEA60A0FE}"/>
              </a:ext>
            </a:extLst>
          </p:cNvPr>
          <p:cNvSpPr/>
          <p:nvPr/>
        </p:nvSpPr>
        <p:spPr bwMode="ltGray">
          <a:xfrm>
            <a:off x="359999" y="1724834"/>
            <a:ext cx="5593126" cy="3017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b="0" noProof="0" dirty="0"/>
              <a:t>1. Sales decomposition / Equity decomposition 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D19759C-B251-A141-C334-C96C382BB2A6}"/>
              </a:ext>
            </a:extLst>
          </p:cNvPr>
          <p:cNvSpPr/>
          <p:nvPr/>
        </p:nvSpPr>
        <p:spPr bwMode="ltGray">
          <a:xfrm>
            <a:off x="6238877" y="1724835"/>
            <a:ext cx="5593126" cy="301752"/>
          </a:xfrm>
          <a:prstGeom prst="rect">
            <a:avLst/>
          </a:prstGeom>
          <a:solidFill>
            <a:srgbClr val="0060FF"/>
          </a:solidFill>
          <a:ln w="12700">
            <a:solidFill>
              <a:srgbClr val="006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noProof="0" dirty="0">
                <a:solidFill>
                  <a:schemeClr val="bg1"/>
                </a:solidFill>
                <a:cs typeface="Arial"/>
              </a:rPr>
              <a:t>2. Incremental volume for each individual effort</a:t>
            </a:r>
            <a:endParaRPr lang="en-US" sz="1400" noProof="0" dirty="0">
              <a:solidFill>
                <a:srgbClr val="0060FF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B7215349-1B07-6AEF-F6D9-32FC66A72D64}"/>
              </a:ext>
            </a:extLst>
          </p:cNvPr>
          <p:cNvSpPr/>
          <p:nvPr/>
        </p:nvSpPr>
        <p:spPr bwMode="ltGray">
          <a:xfrm>
            <a:off x="359997" y="3831319"/>
            <a:ext cx="5593126" cy="3017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b="0" noProof="0" dirty="0">
                <a:solidFill>
                  <a:schemeClr val="bg1"/>
                </a:solidFill>
              </a:rPr>
              <a:t>3. ROI </a:t>
            </a:r>
            <a:r>
              <a:rPr lang="en-US" sz="1400" dirty="0">
                <a:solidFill>
                  <a:schemeClr val="bg1"/>
                </a:solidFill>
              </a:rPr>
              <a:t>and saturation curves</a:t>
            </a:r>
            <a:endParaRPr lang="en-US" sz="1400" b="0" noProof="0" dirty="0">
              <a:solidFill>
                <a:schemeClr val="bg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FEDAED1A-4636-AA8B-AEA9-5B26C505DEAD}"/>
              </a:ext>
            </a:extLst>
          </p:cNvPr>
          <p:cNvSpPr/>
          <p:nvPr/>
        </p:nvSpPr>
        <p:spPr bwMode="ltGray">
          <a:xfrm>
            <a:off x="6233748" y="3835081"/>
            <a:ext cx="5593126" cy="301752"/>
          </a:xfrm>
          <a:prstGeom prst="rect">
            <a:avLst/>
          </a:prstGeom>
          <a:solidFill>
            <a:srgbClr val="FA0028"/>
          </a:solidFill>
          <a:ln w="12700">
            <a:solidFill>
              <a:srgbClr val="FA00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b="0" noProof="0" dirty="0">
                <a:solidFill>
                  <a:schemeClr val="bg1"/>
                </a:solidFill>
              </a:rPr>
              <a:t>4. Optimization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EB30EC48-85A9-6249-538A-69C40A4A8AA5}"/>
              </a:ext>
            </a:extLst>
          </p:cNvPr>
          <p:cNvSpPr/>
          <p:nvPr/>
        </p:nvSpPr>
        <p:spPr bwMode="ltGray">
          <a:xfrm>
            <a:off x="359997" y="1724834"/>
            <a:ext cx="5593126" cy="201168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2731C763-6B1D-A929-4E3B-D3C9D4F216EC}"/>
              </a:ext>
            </a:extLst>
          </p:cNvPr>
          <p:cNvSpPr/>
          <p:nvPr/>
        </p:nvSpPr>
        <p:spPr bwMode="ltGray">
          <a:xfrm>
            <a:off x="6233748" y="1724834"/>
            <a:ext cx="5593126" cy="2011679"/>
          </a:xfrm>
          <a:prstGeom prst="rect">
            <a:avLst/>
          </a:prstGeom>
          <a:noFill/>
          <a:ln w="12700">
            <a:solidFill>
              <a:srgbClr val="006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>
              <a:solidFill>
                <a:srgbClr val="0060FF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D134825-6818-8418-8879-3642287521B5}"/>
              </a:ext>
            </a:extLst>
          </p:cNvPr>
          <p:cNvSpPr/>
          <p:nvPr/>
        </p:nvSpPr>
        <p:spPr bwMode="ltGray">
          <a:xfrm>
            <a:off x="359997" y="3861591"/>
            <a:ext cx="5593126" cy="2011680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>
              <a:solidFill>
                <a:srgbClr val="00E5BA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A925A77-9C8C-40E5-DBDA-A67D8AF36C6B}"/>
              </a:ext>
            </a:extLst>
          </p:cNvPr>
          <p:cNvSpPr/>
          <p:nvPr/>
        </p:nvSpPr>
        <p:spPr bwMode="ltGray">
          <a:xfrm>
            <a:off x="6236378" y="3831319"/>
            <a:ext cx="5593126" cy="2041952"/>
          </a:xfrm>
          <a:prstGeom prst="rect">
            <a:avLst/>
          </a:prstGeom>
          <a:noFill/>
          <a:ln w="12700">
            <a:solidFill>
              <a:srgbClr val="FA00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>
              <a:solidFill>
                <a:srgbClr val="FA0028"/>
              </a:solidFill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D1D94A7F-2D6B-24BC-090A-81F3202F6E95}"/>
              </a:ext>
            </a:extLst>
          </p:cNvPr>
          <p:cNvGrpSpPr/>
          <p:nvPr/>
        </p:nvGrpSpPr>
        <p:grpSpPr>
          <a:xfrm>
            <a:off x="694187" y="2159253"/>
            <a:ext cx="4653577" cy="1460247"/>
            <a:chOff x="3644556" y="1642029"/>
            <a:chExt cx="5525754" cy="2957812"/>
          </a:xfrm>
        </p:grpSpPr>
        <p:sp>
          <p:nvSpPr>
            <p:cNvPr id="174" name="Freeform 37">
              <a:extLst>
                <a:ext uri="{FF2B5EF4-FFF2-40B4-BE49-F238E27FC236}">
                  <a16:creationId xmlns:a16="http://schemas.microsoft.com/office/drawing/2014/main" id="{3CAAC72E-BB22-ECC7-177E-79AFD0C78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952" y="1642029"/>
              <a:ext cx="24899" cy="2957812"/>
            </a:xfrm>
            <a:custGeom>
              <a:avLst/>
              <a:gdLst>
                <a:gd name="T0" fmla="*/ 0 w 10"/>
                <a:gd name="T1" fmla="*/ 0 h 885"/>
                <a:gd name="T2" fmla="*/ 0 w 10"/>
                <a:gd name="T3" fmla="*/ 885 h 885"/>
                <a:gd name="T4" fmla="*/ 10 w 10"/>
                <a:gd name="T5" fmla="*/ 885 h 885"/>
                <a:gd name="T6" fmla="*/ 10 w 10"/>
                <a:gd name="T7" fmla="*/ 0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85">
                  <a:moveTo>
                    <a:pt x="0" y="0"/>
                  </a:moveTo>
                  <a:lnTo>
                    <a:pt x="0" y="885"/>
                  </a:lnTo>
                  <a:lnTo>
                    <a:pt x="10" y="885"/>
                  </a:lnTo>
                  <a:lnTo>
                    <a:pt x="1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19A065D5-27E1-CFEE-199C-C0D8F1E5BE06}"/>
                </a:ext>
              </a:extLst>
            </p:cNvPr>
            <p:cNvGrpSpPr/>
            <p:nvPr/>
          </p:nvGrpSpPr>
          <p:grpSpPr>
            <a:xfrm>
              <a:off x="3967114" y="1752895"/>
              <a:ext cx="259686" cy="2335854"/>
              <a:chOff x="3967114" y="1752895"/>
              <a:chExt cx="125100" cy="838290"/>
            </a:xfrm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115B644C-1FDB-1E88-DF93-97C3EFFBB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6614" y="2529878"/>
                <a:ext cx="556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80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0272EF04-FABE-BFD7-7E0D-AC7DFCFEA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400381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280</a:t>
                </a: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581B8A5-6F62-ECFC-6EBF-51EED6398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270883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480</a:t>
                </a: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9F22A0BC-297F-4320-1444-46A1A6B78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141387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680</a:t>
                </a: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BD34CE1F-F126-4B63-1D75-2600E0DB6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011889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880</a:t>
                </a: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C061F91E-2560-B869-B264-E0C3620B6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7114" y="1882393"/>
                <a:ext cx="1251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1,080</a:t>
                </a: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F5502B27-8F9B-A425-DC05-9DB25CB96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7114" y="1752895"/>
                <a:ext cx="1251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1,280</a:t>
                </a:r>
              </a:p>
            </p:txBody>
          </p:sp>
        </p:grpSp>
        <p:sp>
          <p:nvSpPr>
            <p:cNvPr id="176" name="TextBox 149">
              <a:extLst>
                <a:ext uri="{FF2B5EF4-FFF2-40B4-BE49-F238E27FC236}">
                  <a16:creationId xmlns:a16="http://schemas.microsoft.com/office/drawing/2014/main" id="{92136B72-94FB-4E53-9422-7E1439E4365B}"/>
                </a:ext>
              </a:extLst>
            </p:cNvPr>
            <p:cNvSpPr txBox="1"/>
            <p:nvPr/>
          </p:nvSpPr>
          <p:spPr>
            <a:xfrm rot="16200000">
              <a:off x="3013056" y="2901600"/>
              <a:ext cx="1409185" cy="1461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Ventas / Equity</a:t>
              </a:r>
            </a:p>
          </p:txBody>
        </p:sp>
        <p:sp>
          <p:nvSpPr>
            <p:cNvPr id="177" name="Freeform 12">
              <a:extLst>
                <a:ext uri="{FF2B5EF4-FFF2-40B4-BE49-F238E27FC236}">
                  <a16:creationId xmlns:a16="http://schemas.microsoft.com/office/drawing/2014/main" id="{02ABBF59-FDAA-5798-4706-C22CF989D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911" y="2390787"/>
              <a:ext cx="4857396" cy="1366861"/>
            </a:xfrm>
            <a:custGeom>
              <a:avLst/>
              <a:gdLst>
                <a:gd name="T0" fmla="*/ 795 w 801"/>
                <a:gd name="T1" fmla="*/ 12 h 167"/>
                <a:gd name="T2" fmla="*/ 785 w 801"/>
                <a:gd name="T3" fmla="*/ 8 h 167"/>
                <a:gd name="T4" fmla="*/ 769 w 801"/>
                <a:gd name="T5" fmla="*/ 20 h 167"/>
                <a:gd name="T6" fmla="*/ 756 w 801"/>
                <a:gd name="T7" fmla="*/ 36 h 167"/>
                <a:gd name="T8" fmla="*/ 747 w 801"/>
                <a:gd name="T9" fmla="*/ 53 h 167"/>
                <a:gd name="T10" fmla="*/ 740 w 801"/>
                <a:gd name="T11" fmla="*/ 59 h 167"/>
                <a:gd name="T12" fmla="*/ 731 w 801"/>
                <a:gd name="T13" fmla="*/ 38 h 167"/>
                <a:gd name="T14" fmla="*/ 711 w 801"/>
                <a:gd name="T15" fmla="*/ 36 h 167"/>
                <a:gd name="T16" fmla="*/ 693 w 801"/>
                <a:gd name="T17" fmla="*/ 31 h 167"/>
                <a:gd name="T18" fmla="*/ 683 w 801"/>
                <a:gd name="T19" fmla="*/ 46 h 167"/>
                <a:gd name="T20" fmla="*/ 676 w 801"/>
                <a:gd name="T21" fmla="*/ 41 h 167"/>
                <a:gd name="T22" fmla="*/ 666 w 801"/>
                <a:gd name="T23" fmla="*/ 22 h 167"/>
                <a:gd name="T24" fmla="*/ 648 w 801"/>
                <a:gd name="T25" fmla="*/ 14 h 167"/>
                <a:gd name="T26" fmla="*/ 632 w 801"/>
                <a:gd name="T27" fmla="*/ 19 h 167"/>
                <a:gd name="T28" fmla="*/ 625 w 801"/>
                <a:gd name="T29" fmla="*/ 7 h 167"/>
                <a:gd name="T30" fmla="*/ 616 w 801"/>
                <a:gd name="T31" fmla="*/ 37 h 167"/>
                <a:gd name="T32" fmla="*/ 604 w 801"/>
                <a:gd name="T33" fmla="*/ 34 h 167"/>
                <a:gd name="T34" fmla="*/ 597 w 801"/>
                <a:gd name="T35" fmla="*/ 31 h 167"/>
                <a:gd name="T36" fmla="*/ 592 w 801"/>
                <a:gd name="T37" fmla="*/ 14 h 167"/>
                <a:gd name="T38" fmla="*/ 578 w 801"/>
                <a:gd name="T39" fmla="*/ 6 h 167"/>
                <a:gd name="T40" fmla="*/ 563 w 801"/>
                <a:gd name="T41" fmla="*/ 22 h 167"/>
                <a:gd name="T42" fmla="*/ 544 w 801"/>
                <a:gd name="T43" fmla="*/ 20 h 167"/>
                <a:gd name="T44" fmla="*/ 523 w 801"/>
                <a:gd name="T45" fmla="*/ 24 h 167"/>
                <a:gd name="T46" fmla="*/ 504 w 801"/>
                <a:gd name="T47" fmla="*/ 49 h 167"/>
                <a:gd name="T48" fmla="*/ 481 w 801"/>
                <a:gd name="T49" fmla="*/ 45 h 167"/>
                <a:gd name="T50" fmla="*/ 465 w 801"/>
                <a:gd name="T51" fmla="*/ 44 h 167"/>
                <a:gd name="T52" fmla="*/ 441 w 801"/>
                <a:gd name="T53" fmla="*/ 46 h 167"/>
                <a:gd name="T54" fmla="*/ 423 w 801"/>
                <a:gd name="T55" fmla="*/ 48 h 167"/>
                <a:gd name="T56" fmla="*/ 401 w 801"/>
                <a:gd name="T57" fmla="*/ 56 h 167"/>
                <a:gd name="T58" fmla="*/ 394 w 801"/>
                <a:gd name="T59" fmla="*/ 69 h 167"/>
                <a:gd name="T60" fmla="*/ 387 w 801"/>
                <a:gd name="T61" fmla="*/ 54 h 167"/>
                <a:gd name="T62" fmla="*/ 376 w 801"/>
                <a:gd name="T63" fmla="*/ 42 h 167"/>
                <a:gd name="T64" fmla="*/ 359 w 801"/>
                <a:gd name="T65" fmla="*/ 55 h 167"/>
                <a:gd name="T66" fmla="*/ 348 w 801"/>
                <a:gd name="T67" fmla="*/ 67 h 167"/>
                <a:gd name="T68" fmla="*/ 334 w 801"/>
                <a:gd name="T69" fmla="*/ 79 h 167"/>
                <a:gd name="T70" fmla="*/ 308 w 801"/>
                <a:gd name="T71" fmla="*/ 87 h 167"/>
                <a:gd name="T72" fmla="*/ 294 w 801"/>
                <a:gd name="T73" fmla="*/ 91 h 167"/>
                <a:gd name="T74" fmla="*/ 277 w 801"/>
                <a:gd name="T75" fmla="*/ 101 h 167"/>
                <a:gd name="T76" fmla="*/ 264 w 801"/>
                <a:gd name="T77" fmla="*/ 109 h 167"/>
                <a:gd name="T78" fmla="*/ 246 w 801"/>
                <a:gd name="T79" fmla="*/ 120 h 167"/>
                <a:gd name="T80" fmla="*/ 225 w 801"/>
                <a:gd name="T81" fmla="*/ 124 h 167"/>
                <a:gd name="T82" fmla="*/ 205 w 801"/>
                <a:gd name="T83" fmla="*/ 125 h 167"/>
                <a:gd name="T84" fmla="*/ 190 w 801"/>
                <a:gd name="T85" fmla="*/ 134 h 167"/>
                <a:gd name="T86" fmla="*/ 179 w 801"/>
                <a:gd name="T87" fmla="*/ 134 h 167"/>
                <a:gd name="T88" fmla="*/ 161 w 801"/>
                <a:gd name="T89" fmla="*/ 139 h 167"/>
                <a:gd name="T90" fmla="*/ 153 w 801"/>
                <a:gd name="T91" fmla="*/ 134 h 167"/>
                <a:gd name="T92" fmla="*/ 144 w 801"/>
                <a:gd name="T93" fmla="*/ 131 h 167"/>
                <a:gd name="T94" fmla="*/ 136 w 801"/>
                <a:gd name="T95" fmla="*/ 136 h 167"/>
                <a:gd name="T96" fmla="*/ 117 w 801"/>
                <a:gd name="T97" fmla="*/ 138 h 167"/>
                <a:gd name="T98" fmla="*/ 99 w 801"/>
                <a:gd name="T99" fmla="*/ 140 h 167"/>
                <a:gd name="T100" fmla="*/ 89 w 801"/>
                <a:gd name="T101" fmla="*/ 133 h 167"/>
                <a:gd name="T102" fmla="*/ 74 w 801"/>
                <a:gd name="T103" fmla="*/ 134 h 167"/>
                <a:gd name="T104" fmla="*/ 62 w 801"/>
                <a:gd name="T105" fmla="*/ 137 h 167"/>
                <a:gd name="T106" fmla="*/ 52 w 801"/>
                <a:gd name="T107" fmla="*/ 131 h 167"/>
                <a:gd name="T108" fmla="*/ 41 w 801"/>
                <a:gd name="T109" fmla="*/ 127 h 167"/>
                <a:gd name="T110" fmla="*/ 33 w 801"/>
                <a:gd name="T111" fmla="*/ 132 h 167"/>
                <a:gd name="T112" fmla="*/ 15 w 801"/>
                <a:gd name="T113" fmla="*/ 136 h 167"/>
                <a:gd name="T114" fmla="*/ 2 w 801"/>
                <a:gd name="T115" fmla="*/ 14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01" h="167">
                  <a:moveTo>
                    <a:pt x="801" y="26"/>
                  </a:moveTo>
                  <a:cubicBezTo>
                    <a:pt x="801" y="25"/>
                    <a:pt x="800" y="24"/>
                    <a:pt x="799" y="23"/>
                  </a:cubicBezTo>
                  <a:cubicBezTo>
                    <a:pt x="799" y="23"/>
                    <a:pt x="799" y="22"/>
                    <a:pt x="799" y="22"/>
                  </a:cubicBezTo>
                  <a:cubicBezTo>
                    <a:pt x="799" y="21"/>
                    <a:pt x="799" y="21"/>
                    <a:pt x="798" y="21"/>
                  </a:cubicBezTo>
                  <a:cubicBezTo>
                    <a:pt x="798" y="20"/>
                    <a:pt x="798" y="19"/>
                    <a:pt x="797" y="18"/>
                  </a:cubicBezTo>
                  <a:cubicBezTo>
                    <a:pt x="797" y="17"/>
                    <a:pt x="797" y="16"/>
                    <a:pt x="796" y="15"/>
                  </a:cubicBezTo>
                  <a:cubicBezTo>
                    <a:pt x="796" y="14"/>
                    <a:pt x="796" y="13"/>
                    <a:pt x="795" y="12"/>
                  </a:cubicBezTo>
                  <a:cubicBezTo>
                    <a:pt x="795" y="11"/>
                    <a:pt x="795" y="11"/>
                    <a:pt x="795" y="11"/>
                  </a:cubicBezTo>
                  <a:cubicBezTo>
                    <a:pt x="795" y="10"/>
                    <a:pt x="795" y="9"/>
                    <a:pt x="795" y="9"/>
                  </a:cubicBezTo>
                  <a:cubicBezTo>
                    <a:pt x="795" y="6"/>
                    <a:pt x="793" y="4"/>
                    <a:pt x="793" y="3"/>
                  </a:cubicBezTo>
                  <a:cubicBezTo>
                    <a:pt x="792" y="1"/>
                    <a:pt x="792" y="0"/>
                    <a:pt x="791" y="0"/>
                  </a:cubicBezTo>
                  <a:cubicBezTo>
                    <a:pt x="790" y="0"/>
                    <a:pt x="789" y="0"/>
                    <a:pt x="788" y="1"/>
                  </a:cubicBezTo>
                  <a:cubicBezTo>
                    <a:pt x="787" y="2"/>
                    <a:pt x="786" y="4"/>
                    <a:pt x="786" y="5"/>
                  </a:cubicBezTo>
                  <a:cubicBezTo>
                    <a:pt x="785" y="6"/>
                    <a:pt x="785" y="7"/>
                    <a:pt x="785" y="8"/>
                  </a:cubicBezTo>
                  <a:cubicBezTo>
                    <a:pt x="784" y="10"/>
                    <a:pt x="784" y="11"/>
                    <a:pt x="783" y="12"/>
                  </a:cubicBezTo>
                  <a:cubicBezTo>
                    <a:pt x="783" y="13"/>
                    <a:pt x="782" y="13"/>
                    <a:pt x="782" y="14"/>
                  </a:cubicBezTo>
                  <a:cubicBezTo>
                    <a:pt x="781" y="15"/>
                    <a:pt x="780" y="16"/>
                    <a:pt x="778" y="16"/>
                  </a:cubicBezTo>
                  <a:cubicBezTo>
                    <a:pt x="778" y="17"/>
                    <a:pt x="777" y="17"/>
                    <a:pt x="776" y="18"/>
                  </a:cubicBezTo>
                  <a:cubicBezTo>
                    <a:pt x="775" y="18"/>
                    <a:pt x="773" y="18"/>
                    <a:pt x="772" y="19"/>
                  </a:cubicBezTo>
                  <a:cubicBezTo>
                    <a:pt x="771" y="19"/>
                    <a:pt x="771" y="19"/>
                    <a:pt x="771" y="20"/>
                  </a:cubicBezTo>
                  <a:cubicBezTo>
                    <a:pt x="770" y="20"/>
                    <a:pt x="770" y="20"/>
                    <a:pt x="769" y="20"/>
                  </a:cubicBezTo>
                  <a:cubicBezTo>
                    <a:pt x="768" y="21"/>
                    <a:pt x="768" y="21"/>
                    <a:pt x="767" y="22"/>
                  </a:cubicBezTo>
                  <a:cubicBezTo>
                    <a:pt x="766" y="22"/>
                    <a:pt x="766" y="22"/>
                    <a:pt x="766" y="22"/>
                  </a:cubicBezTo>
                  <a:cubicBezTo>
                    <a:pt x="765" y="22"/>
                    <a:pt x="765" y="23"/>
                    <a:pt x="765" y="23"/>
                  </a:cubicBezTo>
                  <a:cubicBezTo>
                    <a:pt x="764" y="24"/>
                    <a:pt x="764" y="25"/>
                    <a:pt x="763" y="25"/>
                  </a:cubicBezTo>
                  <a:cubicBezTo>
                    <a:pt x="761" y="27"/>
                    <a:pt x="760" y="28"/>
                    <a:pt x="759" y="30"/>
                  </a:cubicBezTo>
                  <a:cubicBezTo>
                    <a:pt x="759" y="31"/>
                    <a:pt x="758" y="32"/>
                    <a:pt x="758" y="34"/>
                  </a:cubicBezTo>
                  <a:cubicBezTo>
                    <a:pt x="757" y="34"/>
                    <a:pt x="757" y="35"/>
                    <a:pt x="756" y="36"/>
                  </a:cubicBezTo>
                  <a:cubicBezTo>
                    <a:pt x="756" y="37"/>
                    <a:pt x="756" y="38"/>
                    <a:pt x="755" y="39"/>
                  </a:cubicBezTo>
                  <a:cubicBezTo>
                    <a:pt x="755" y="40"/>
                    <a:pt x="754" y="40"/>
                    <a:pt x="754" y="41"/>
                  </a:cubicBezTo>
                  <a:cubicBezTo>
                    <a:pt x="753" y="42"/>
                    <a:pt x="752" y="43"/>
                    <a:pt x="752" y="44"/>
                  </a:cubicBezTo>
                  <a:cubicBezTo>
                    <a:pt x="751" y="45"/>
                    <a:pt x="751" y="45"/>
                    <a:pt x="751" y="46"/>
                  </a:cubicBezTo>
                  <a:cubicBezTo>
                    <a:pt x="751" y="46"/>
                    <a:pt x="751" y="46"/>
                    <a:pt x="750" y="47"/>
                  </a:cubicBezTo>
                  <a:cubicBezTo>
                    <a:pt x="750" y="48"/>
                    <a:pt x="749" y="49"/>
                    <a:pt x="749" y="51"/>
                  </a:cubicBezTo>
                  <a:cubicBezTo>
                    <a:pt x="748" y="51"/>
                    <a:pt x="748" y="53"/>
                    <a:pt x="747" y="53"/>
                  </a:cubicBezTo>
                  <a:cubicBezTo>
                    <a:pt x="747" y="54"/>
                    <a:pt x="746" y="55"/>
                    <a:pt x="746" y="56"/>
                  </a:cubicBezTo>
                  <a:cubicBezTo>
                    <a:pt x="746" y="57"/>
                    <a:pt x="746" y="57"/>
                    <a:pt x="746" y="58"/>
                  </a:cubicBezTo>
                  <a:cubicBezTo>
                    <a:pt x="746" y="58"/>
                    <a:pt x="745" y="58"/>
                    <a:pt x="745" y="59"/>
                  </a:cubicBezTo>
                  <a:cubicBezTo>
                    <a:pt x="745" y="60"/>
                    <a:pt x="745" y="61"/>
                    <a:pt x="744" y="62"/>
                  </a:cubicBezTo>
                  <a:cubicBezTo>
                    <a:pt x="743" y="63"/>
                    <a:pt x="742" y="63"/>
                    <a:pt x="741" y="62"/>
                  </a:cubicBezTo>
                  <a:cubicBezTo>
                    <a:pt x="741" y="61"/>
                    <a:pt x="741" y="60"/>
                    <a:pt x="741" y="60"/>
                  </a:cubicBezTo>
                  <a:cubicBezTo>
                    <a:pt x="740" y="59"/>
                    <a:pt x="740" y="59"/>
                    <a:pt x="740" y="59"/>
                  </a:cubicBezTo>
                  <a:cubicBezTo>
                    <a:pt x="740" y="58"/>
                    <a:pt x="740" y="58"/>
                    <a:pt x="740" y="57"/>
                  </a:cubicBezTo>
                  <a:cubicBezTo>
                    <a:pt x="740" y="56"/>
                    <a:pt x="739" y="56"/>
                    <a:pt x="739" y="55"/>
                  </a:cubicBezTo>
                  <a:cubicBezTo>
                    <a:pt x="738" y="53"/>
                    <a:pt x="738" y="51"/>
                    <a:pt x="737" y="49"/>
                  </a:cubicBezTo>
                  <a:cubicBezTo>
                    <a:pt x="737" y="48"/>
                    <a:pt x="736" y="47"/>
                    <a:pt x="736" y="46"/>
                  </a:cubicBezTo>
                  <a:cubicBezTo>
                    <a:pt x="735" y="44"/>
                    <a:pt x="735" y="43"/>
                    <a:pt x="734" y="42"/>
                  </a:cubicBezTo>
                  <a:cubicBezTo>
                    <a:pt x="734" y="41"/>
                    <a:pt x="733" y="40"/>
                    <a:pt x="732" y="39"/>
                  </a:cubicBezTo>
                  <a:cubicBezTo>
                    <a:pt x="732" y="38"/>
                    <a:pt x="732" y="38"/>
                    <a:pt x="731" y="38"/>
                  </a:cubicBezTo>
                  <a:cubicBezTo>
                    <a:pt x="731" y="37"/>
                    <a:pt x="731" y="36"/>
                    <a:pt x="730" y="36"/>
                  </a:cubicBezTo>
                  <a:cubicBezTo>
                    <a:pt x="729" y="36"/>
                    <a:pt x="727" y="36"/>
                    <a:pt x="727" y="36"/>
                  </a:cubicBezTo>
                  <a:cubicBezTo>
                    <a:pt x="726" y="37"/>
                    <a:pt x="726" y="37"/>
                    <a:pt x="726" y="37"/>
                  </a:cubicBezTo>
                  <a:cubicBezTo>
                    <a:pt x="726" y="38"/>
                    <a:pt x="725" y="38"/>
                    <a:pt x="725" y="38"/>
                  </a:cubicBezTo>
                  <a:cubicBezTo>
                    <a:pt x="724" y="39"/>
                    <a:pt x="723" y="39"/>
                    <a:pt x="722" y="40"/>
                  </a:cubicBezTo>
                  <a:cubicBezTo>
                    <a:pt x="720" y="40"/>
                    <a:pt x="718" y="39"/>
                    <a:pt x="716" y="40"/>
                  </a:cubicBezTo>
                  <a:cubicBezTo>
                    <a:pt x="714" y="40"/>
                    <a:pt x="712" y="38"/>
                    <a:pt x="711" y="36"/>
                  </a:cubicBezTo>
                  <a:cubicBezTo>
                    <a:pt x="710" y="35"/>
                    <a:pt x="709" y="35"/>
                    <a:pt x="709" y="34"/>
                  </a:cubicBezTo>
                  <a:cubicBezTo>
                    <a:pt x="708" y="33"/>
                    <a:pt x="708" y="32"/>
                    <a:pt x="707" y="31"/>
                  </a:cubicBezTo>
                  <a:cubicBezTo>
                    <a:pt x="706" y="30"/>
                    <a:pt x="705" y="30"/>
                    <a:pt x="703" y="30"/>
                  </a:cubicBezTo>
                  <a:cubicBezTo>
                    <a:pt x="703" y="30"/>
                    <a:pt x="703" y="30"/>
                    <a:pt x="702" y="30"/>
                  </a:cubicBezTo>
                  <a:cubicBezTo>
                    <a:pt x="701" y="31"/>
                    <a:pt x="700" y="30"/>
                    <a:pt x="699" y="31"/>
                  </a:cubicBezTo>
                  <a:cubicBezTo>
                    <a:pt x="698" y="31"/>
                    <a:pt x="697" y="31"/>
                    <a:pt x="696" y="31"/>
                  </a:cubicBezTo>
                  <a:cubicBezTo>
                    <a:pt x="695" y="30"/>
                    <a:pt x="694" y="30"/>
                    <a:pt x="693" y="31"/>
                  </a:cubicBezTo>
                  <a:cubicBezTo>
                    <a:pt x="692" y="31"/>
                    <a:pt x="692" y="32"/>
                    <a:pt x="691" y="33"/>
                  </a:cubicBezTo>
                  <a:cubicBezTo>
                    <a:pt x="691" y="34"/>
                    <a:pt x="690" y="35"/>
                    <a:pt x="690" y="36"/>
                  </a:cubicBezTo>
                  <a:cubicBezTo>
                    <a:pt x="689" y="36"/>
                    <a:pt x="689" y="36"/>
                    <a:pt x="689" y="36"/>
                  </a:cubicBezTo>
                  <a:cubicBezTo>
                    <a:pt x="688" y="37"/>
                    <a:pt x="688" y="38"/>
                    <a:pt x="688" y="38"/>
                  </a:cubicBezTo>
                  <a:cubicBezTo>
                    <a:pt x="687" y="40"/>
                    <a:pt x="686" y="42"/>
                    <a:pt x="685" y="44"/>
                  </a:cubicBezTo>
                  <a:cubicBezTo>
                    <a:pt x="685" y="45"/>
                    <a:pt x="684" y="45"/>
                    <a:pt x="684" y="45"/>
                  </a:cubicBezTo>
                  <a:cubicBezTo>
                    <a:pt x="684" y="46"/>
                    <a:pt x="683" y="46"/>
                    <a:pt x="683" y="46"/>
                  </a:cubicBezTo>
                  <a:cubicBezTo>
                    <a:pt x="683" y="46"/>
                    <a:pt x="683" y="47"/>
                    <a:pt x="683" y="47"/>
                  </a:cubicBezTo>
                  <a:cubicBezTo>
                    <a:pt x="682" y="48"/>
                    <a:pt x="681" y="48"/>
                    <a:pt x="681" y="48"/>
                  </a:cubicBezTo>
                  <a:cubicBezTo>
                    <a:pt x="680" y="47"/>
                    <a:pt x="680" y="47"/>
                    <a:pt x="679" y="47"/>
                  </a:cubicBezTo>
                  <a:cubicBezTo>
                    <a:pt x="679" y="46"/>
                    <a:pt x="678" y="46"/>
                    <a:pt x="678" y="46"/>
                  </a:cubicBezTo>
                  <a:cubicBezTo>
                    <a:pt x="678" y="46"/>
                    <a:pt x="678" y="45"/>
                    <a:pt x="678" y="45"/>
                  </a:cubicBezTo>
                  <a:cubicBezTo>
                    <a:pt x="678" y="44"/>
                    <a:pt x="677" y="44"/>
                    <a:pt x="677" y="43"/>
                  </a:cubicBezTo>
                  <a:cubicBezTo>
                    <a:pt x="676" y="43"/>
                    <a:pt x="676" y="42"/>
                    <a:pt x="676" y="41"/>
                  </a:cubicBezTo>
                  <a:cubicBezTo>
                    <a:pt x="676" y="40"/>
                    <a:pt x="676" y="40"/>
                    <a:pt x="675" y="40"/>
                  </a:cubicBezTo>
                  <a:cubicBezTo>
                    <a:pt x="675" y="39"/>
                    <a:pt x="675" y="39"/>
                    <a:pt x="675" y="38"/>
                  </a:cubicBezTo>
                  <a:cubicBezTo>
                    <a:pt x="675" y="37"/>
                    <a:pt x="675" y="36"/>
                    <a:pt x="675" y="34"/>
                  </a:cubicBezTo>
                  <a:cubicBezTo>
                    <a:pt x="674" y="33"/>
                    <a:pt x="674" y="32"/>
                    <a:pt x="674" y="31"/>
                  </a:cubicBezTo>
                  <a:cubicBezTo>
                    <a:pt x="673" y="30"/>
                    <a:pt x="673" y="29"/>
                    <a:pt x="673" y="28"/>
                  </a:cubicBezTo>
                  <a:cubicBezTo>
                    <a:pt x="672" y="26"/>
                    <a:pt x="673" y="24"/>
                    <a:pt x="671" y="22"/>
                  </a:cubicBezTo>
                  <a:cubicBezTo>
                    <a:pt x="669" y="21"/>
                    <a:pt x="667" y="23"/>
                    <a:pt x="666" y="22"/>
                  </a:cubicBezTo>
                  <a:cubicBezTo>
                    <a:pt x="665" y="22"/>
                    <a:pt x="664" y="20"/>
                    <a:pt x="663" y="19"/>
                  </a:cubicBezTo>
                  <a:cubicBezTo>
                    <a:pt x="663" y="18"/>
                    <a:pt x="662" y="17"/>
                    <a:pt x="661" y="17"/>
                  </a:cubicBezTo>
                  <a:cubicBezTo>
                    <a:pt x="660" y="16"/>
                    <a:pt x="657" y="16"/>
                    <a:pt x="657" y="15"/>
                  </a:cubicBezTo>
                  <a:cubicBezTo>
                    <a:pt x="656" y="15"/>
                    <a:pt x="656" y="14"/>
                    <a:pt x="656" y="14"/>
                  </a:cubicBezTo>
                  <a:cubicBezTo>
                    <a:pt x="656" y="13"/>
                    <a:pt x="655" y="13"/>
                    <a:pt x="654" y="13"/>
                  </a:cubicBezTo>
                  <a:cubicBezTo>
                    <a:pt x="653" y="12"/>
                    <a:pt x="652" y="12"/>
                    <a:pt x="651" y="12"/>
                  </a:cubicBezTo>
                  <a:cubicBezTo>
                    <a:pt x="650" y="12"/>
                    <a:pt x="649" y="13"/>
                    <a:pt x="648" y="14"/>
                  </a:cubicBezTo>
                  <a:cubicBezTo>
                    <a:pt x="647" y="14"/>
                    <a:pt x="646" y="15"/>
                    <a:pt x="645" y="16"/>
                  </a:cubicBezTo>
                  <a:cubicBezTo>
                    <a:pt x="644" y="16"/>
                    <a:pt x="644" y="17"/>
                    <a:pt x="642" y="17"/>
                  </a:cubicBezTo>
                  <a:cubicBezTo>
                    <a:pt x="641" y="17"/>
                    <a:pt x="640" y="17"/>
                    <a:pt x="639" y="18"/>
                  </a:cubicBezTo>
                  <a:cubicBezTo>
                    <a:pt x="638" y="18"/>
                    <a:pt x="638" y="19"/>
                    <a:pt x="637" y="20"/>
                  </a:cubicBezTo>
                  <a:cubicBezTo>
                    <a:pt x="637" y="20"/>
                    <a:pt x="636" y="20"/>
                    <a:pt x="635" y="20"/>
                  </a:cubicBezTo>
                  <a:cubicBezTo>
                    <a:pt x="634" y="21"/>
                    <a:pt x="633" y="21"/>
                    <a:pt x="633" y="21"/>
                  </a:cubicBezTo>
                  <a:cubicBezTo>
                    <a:pt x="632" y="21"/>
                    <a:pt x="633" y="20"/>
                    <a:pt x="632" y="19"/>
                  </a:cubicBezTo>
                  <a:cubicBezTo>
                    <a:pt x="632" y="19"/>
                    <a:pt x="632" y="19"/>
                    <a:pt x="632" y="18"/>
                  </a:cubicBezTo>
                  <a:cubicBezTo>
                    <a:pt x="632" y="17"/>
                    <a:pt x="632" y="15"/>
                    <a:pt x="632" y="14"/>
                  </a:cubicBezTo>
                  <a:cubicBezTo>
                    <a:pt x="632" y="12"/>
                    <a:pt x="631" y="9"/>
                    <a:pt x="630" y="7"/>
                  </a:cubicBezTo>
                  <a:cubicBezTo>
                    <a:pt x="630" y="6"/>
                    <a:pt x="630" y="5"/>
                    <a:pt x="630" y="3"/>
                  </a:cubicBezTo>
                  <a:cubicBezTo>
                    <a:pt x="629" y="2"/>
                    <a:pt x="627" y="2"/>
                    <a:pt x="626" y="3"/>
                  </a:cubicBezTo>
                  <a:cubicBezTo>
                    <a:pt x="625" y="3"/>
                    <a:pt x="625" y="5"/>
                    <a:pt x="624" y="5"/>
                  </a:cubicBezTo>
                  <a:cubicBezTo>
                    <a:pt x="624" y="6"/>
                    <a:pt x="625" y="7"/>
                    <a:pt x="625" y="7"/>
                  </a:cubicBezTo>
                  <a:cubicBezTo>
                    <a:pt x="624" y="8"/>
                    <a:pt x="624" y="9"/>
                    <a:pt x="624" y="10"/>
                  </a:cubicBezTo>
                  <a:cubicBezTo>
                    <a:pt x="623" y="11"/>
                    <a:pt x="623" y="14"/>
                    <a:pt x="622" y="16"/>
                  </a:cubicBezTo>
                  <a:cubicBezTo>
                    <a:pt x="622" y="18"/>
                    <a:pt x="621" y="21"/>
                    <a:pt x="620" y="23"/>
                  </a:cubicBezTo>
                  <a:cubicBezTo>
                    <a:pt x="620" y="25"/>
                    <a:pt x="620" y="26"/>
                    <a:pt x="619" y="27"/>
                  </a:cubicBezTo>
                  <a:cubicBezTo>
                    <a:pt x="619" y="29"/>
                    <a:pt x="620" y="30"/>
                    <a:pt x="620" y="32"/>
                  </a:cubicBezTo>
                  <a:cubicBezTo>
                    <a:pt x="619" y="33"/>
                    <a:pt x="618" y="34"/>
                    <a:pt x="618" y="34"/>
                  </a:cubicBezTo>
                  <a:cubicBezTo>
                    <a:pt x="617" y="35"/>
                    <a:pt x="617" y="36"/>
                    <a:pt x="616" y="37"/>
                  </a:cubicBezTo>
                  <a:cubicBezTo>
                    <a:pt x="616" y="37"/>
                    <a:pt x="614" y="38"/>
                    <a:pt x="613" y="38"/>
                  </a:cubicBezTo>
                  <a:cubicBezTo>
                    <a:pt x="612" y="38"/>
                    <a:pt x="612" y="37"/>
                    <a:pt x="611" y="37"/>
                  </a:cubicBezTo>
                  <a:cubicBezTo>
                    <a:pt x="611" y="36"/>
                    <a:pt x="611" y="36"/>
                    <a:pt x="610" y="36"/>
                  </a:cubicBezTo>
                  <a:cubicBezTo>
                    <a:pt x="609" y="35"/>
                    <a:pt x="609" y="35"/>
                    <a:pt x="608" y="35"/>
                  </a:cubicBezTo>
                  <a:cubicBezTo>
                    <a:pt x="608" y="34"/>
                    <a:pt x="607" y="34"/>
                    <a:pt x="607" y="33"/>
                  </a:cubicBezTo>
                  <a:cubicBezTo>
                    <a:pt x="606" y="33"/>
                    <a:pt x="606" y="32"/>
                    <a:pt x="605" y="32"/>
                  </a:cubicBezTo>
                  <a:cubicBezTo>
                    <a:pt x="605" y="33"/>
                    <a:pt x="605" y="34"/>
                    <a:pt x="604" y="34"/>
                  </a:cubicBezTo>
                  <a:cubicBezTo>
                    <a:pt x="604" y="35"/>
                    <a:pt x="604" y="36"/>
                    <a:pt x="603" y="37"/>
                  </a:cubicBezTo>
                  <a:cubicBezTo>
                    <a:pt x="603" y="38"/>
                    <a:pt x="601" y="39"/>
                    <a:pt x="600" y="39"/>
                  </a:cubicBezTo>
                  <a:cubicBezTo>
                    <a:pt x="599" y="39"/>
                    <a:pt x="600" y="39"/>
                    <a:pt x="600" y="38"/>
                  </a:cubicBezTo>
                  <a:cubicBezTo>
                    <a:pt x="599" y="37"/>
                    <a:pt x="599" y="37"/>
                    <a:pt x="599" y="36"/>
                  </a:cubicBezTo>
                  <a:cubicBezTo>
                    <a:pt x="599" y="35"/>
                    <a:pt x="599" y="35"/>
                    <a:pt x="599" y="34"/>
                  </a:cubicBezTo>
                  <a:cubicBezTo>
                    <a:pt x="598" y="33"/>
                    <a:pt x="598" y="32"/>
                    <a:pt x="598" y="32"/>
                  </a:cubicBezTo>
                  <a:cubicBezTo>
                    <a:pt x="598" y="32"/>
                    <a:pt x="597" y="31"/>
                    <a:pt x="597" y="31"/>
                  </a:cubicBezTo>
                  <a:cubicBezTo>
                    <a:pt x="597" y="30"/>
                    <a:pt x="597" y="30"/>
                    <a:pt x="597" y="29"/>
                  </a:cubicBezTo>
                  <a:cubicBezTo>
                    <a:pt x="596" y="29"/>
                    <a:pt x="596" y="28"/>
                    <a:pt x="596" y="27"/>
                  </a:cubicBezTo>
                  <a:cubicBezTo>
                    <a:pt x="596" y="27"/>
                    <a:pt x="595" y="27"/>
                    <a:pt x="595" y="27"/>
                  </a:cubicBezTo>
                  <a:cubicBezTo>
                    <a:pt x="595" y="27"/>
                    <a:pt x="595" y="26"/>
                    <a:pt x="595" y="26"/>
                  </a:cubicBezTo>
                  <a:cubicBezTo>
                    <a:pt x="594" y="25"/>
                    <a:pt x="595" y="23"/>
                    <a:pt x="594" y="22"/>
                  </a:cubicBezTo>
                  <a:cubicBezTo>
                    <a:pt x="594" y="20"/>
                    <a:pt x="593" y="19"/>
                    <a:pt x="593" y="18"/>
                  </a:cubicBezTo>
                  <a:cubicBezTo>
                    <a:pt x="593" y="16"/>
                    <a:pt x="592" y="15"/>
                    <a:pt x="592" y="14"/>
                  </a:cubicBezTo>
                  <a:cubicBezTo>
                    <a:pt x="592" y="13"/>
                    <a:pt x="592" y="13"/>
                    <a:pt x="592" y="12"/>
                  </a:cubicBezTo>
                  <a:cubicBezTo>
                    <a:pt x="591" y="11"/>
                    <a:pt x="591" y="11"/>
                    <a:pt x="591" y="10"/>
                  </a:cubicBezTo>
                  <a:cubicBezTo>
                    <a:pt x="590" y="9"/>
                    <a:pt x="589" y="9"/>
                    <a:pt x="588" y="10"/>
                  </a:cubicBezTo>
                  <a:cubicBezTo>
                    <a:pt x="587" y="10"/>
                    <a:pt x="587" y="11"/>
                    <a:pt x="586" y="10"/>
                  </a:cubicBezTo>
                  <a:cubicBezTo>
                    <a:pt x="586" y="10"/>
                    <a:pt x="585" y="9"/>
                    <a:pt x="585" y="8"/>
                  </a:cubicBezTo>
                  <a:cubicBezTo>
                    <a:pt x="584" y="7"/>
                    <a:pt x="584" y="6"/>
                    <a:pt x="583" y="6"/>
                  </a:cubicBezTo>
                  <a:cubicBezTo>
                    <a:pt x="581" y="6"/>
                    <a:pt x="579" y="6"/>
                    <a:pt x="578" y="6"/>
                  </a:cubicBezTo>
                  <a:cubicBezTo>
                    <a:pt x="577" y="7"/>
                    <a:pt x="576" y="9"/>
                    <a:pt x="575" y="10"/>
                  </a:cubicBezTo>
                  <a:cubicBezTo>
                    <a:pt x="574" y="10"/>
                    <a:pt x="573" y="11"/>
                    <a:pt x="572" y="12"/>
                  </a:cubicBezTo>
                  <a:cubicBezTo>
                    <a:pt x="571" y="12"/>
                    <a:pt x="571" y="13"/>
                    <a:pt x="570" y="14"/>
                  </a:cubicBezTo>
                  <a:cubicBezTo>
                    <a:pt x="569" y="14"/>
                    <a:pt x="569" y="14"/>
                    <a:pt x="568" y="15"/>
                  </a:cubicBezTo>
                  <a:cubicBezTo>
                    <a:pt x="567" y="15"/>
                    <a:pt x="567" y="16"/>
                    <a:pt x="566" y="17"/>
                  </a:cubicBezTo>
                  <a:cubicBezTo>
                    <a:pt x="565" y="18"/>
                    <a:pt x="565" y="18"/>
                    <a:pt x="565" y="19"/>
                  </a:cubicBezTo>
                  <a:cubicBezTo>
                    <a:pt x="564" y="20"/>
                    <a:pt x="563" y="21"/>
                    <a:pt x="563" y="22"/>
                  </a:cubicBezTo>
                  <a:cubicBezTo>
                    <a:pt x="562" y="22"/>
                    <a:pt x="561" y="23"/>
                    <a:pt x="561" y="23"/>
                  </a:cubicBezTo>
                  <a:cubicBezTo>
                    <a:pt x="561" y="23"/>
                    <a:pt x="560" y="23"/>
                    <a:pt x="560" y="23"/>
                  </a:cubicBezTo>
                  <a:cubicBezTo>
                    <a:pt x="560" y="23"/>
                    <a:pt x="560" y="24"/>
                    <a:pt x="559" y="24"/>
                  </a:cubicBezTo>
                  <a:cubicBezTo>
                    <a:pt x="557" y="26"/>
                    <a:pt x="556" y="22"/>
                    <a:pt x="554" y="21"/>
                  </a:cubicBezTo>
                  <a:cubicBezTo>
                    <a:pt x="552" y="21"/>
                    <a:pt x="550" y="21"/>
                    <a:pt x="549" y="21"/>
                  </a:cubicBezTo>
                  <a:cubicBezTo>
                    <a:pt x="548" y="21"/>
                    <a:pt x="547" y="21"/>
                    <a:pt x="546" y="21"/>
                  </a:cubicBezTo>
                  <a:cubicBezTo>
                    <a:pt x="545" y="22"/>
                    <a:pt x="544" y="21"/>
                    <a:pt x="544" y="20"/>
                  </a:cubicBezTo>
                  <a:cubicBezTo>
                    <a:pt x="543" y="19"/>
                    <a:pt x="542" y="18"/>
                    <a:pt x="540" y="18"/>
                  </a:cubicBezTo>
                  <a:cubicBezTo>
                    <a:pt x="538" y="17"/>
                    <a:pt x="536" y="17"/>
                    <a:pt x="534" y="19"/>
                  </a:cubicBezTo>
                  <a:cubicBezTo>
                    <a:pt x="534" y="20"/>
                    <a:pt x="534" y="21"/>
                    <a:pt x="533" y="21"/>
                  </a:cubicBezTo>
                  <a:cubicBezTo>
                    <a:pt x="533" y="21"/>
                    <a:pt x="532" y="21"/>
                    <a:pt x="531" y="22"/>
                  </a:cubicBezTo>
                  <a:cubicBezTo>
                    <a:pt x="530" y="22"/>
                    <a:pt x="528" y="21"/>
                    <a:pt x="527" y="21"/>
                  </a:cubicBezTo>
                  <a:cubicBezTo>
                    <a:pt x="525" y="21"/>
                    <a:pt x="525" y="21"/>
                    <a:pt x="524" y="22"/>
                  </a:cubicBezTo>
                  <a:cubicBezTo>
                    <a:pt x="523" y="23"/>
                    <a:pt x="523" y="23"/>
                    <a:pt x="523" y="24"/>
                  </a:cubicBezTo>
                  <a:cubicBezTo>
                    <a:pt x="522" y="25"/>
                    <a:pt x="522" y="26"/>
                    <a:pt x="521" y="26"/>
                  </a:cubicBezTo>
                  <a:cubicBezTo>
                    <a:pt x="519" y="28"/>
                    <a:pt x="518" y="29"/>
                    <a:pt x="517" y="31"/>
                  </a:cubicBezTo>
                  <a:cubicBezTo>
                    <a:pt x="516" y="32"/>
                    <a:pt x="515" y="34"/>
                    <a:pt x="514" y="35"/>
                  </a:cubicBezTo>
                  <a:cubicBezTo>
                    <a:pt x="513" y="36"/>
                    <a:pt x="510" y="36"/>
                    <a:pt x="509" y="36"/>
                  </a:cubicBezTo>
                  <a:cubicBezTo>
                    <a:pt x="507" y="36"/>
                    <a:pt x="507" y="36"/>
                    <a:pt x="507" y="37"/>
                  </a:cubicBezTo>
                  <a:cubicBezTo>
                    <a:pt x="507" y="38"/>
                    <a:pt x="507" y="39"/>
                    <a:pt x="506" y="40"/>
                  </a:cubicBezTo>
                  <a:cubicBezTo>
                    <a:pt x="506" y="43"/>
                    <a:pt x="505" y="46"/>
                    <a:pt x="504" y="49"/>
                  </a:cubicBezTo>
                  <a:cubicBezTo>
                    <a:pt x="503" y="52"/>
                    <a:pt x="502" y="56"/>
                    <a:pt x="500" y="59"/>
                  </a:cubicBezTo>
                  <a:cubicBezTo>
                    <a:pt x="498" y="60"/>
                    <a:pt x="494" y="59"/>
                    <a:pt x="494" y="58"/>
                  </a:cubicBezTo>
                  <a:cubicBezTo>
                    <a:pt x="493" y="57"/>
                    <a:pt x="491" y="56"/>
                    <a:pt x="491" y="55"/>
                  </a:cubicBezTo>
                  <a:cubicBezTo>
                    <a:pt x="489" y="53"/>
                    <a:pt x="487" y="49"/>
                    <a:pt x="485" y="47"/>
                  </a:cubicBezTo>
                  <a:cubicBezTo>
                    <a:pt x="484" y="47"/>
                    <a:pt x="483" y="46"/>
                    <a:pt x="483" y="46"/>
                  </a:cubicBezTo>
                  <a:cubicBezTo>
                    <a:pt x="482" y="46"/>
                    <a:pt x="482" y="46"/>
                    <a:pt x="482" y="46"/>
                  </a:cubicBezTo>
                  <a:cubicBezTo>
                    <a:pt x="481" y="45"/>
                    <a:pt x="481" y="45"/>
                    <a:pt x="481" y="45"/>
                  </a:cubicBezTo>
                  <a:cubicBezTo>
                    <a:pt x="480" y="45"/>
                    <a:pt x="479" y="45"/>
                    <a:pt x="479" y="45"/>
                  </a:cubicBezTo>
                  <a:cubicBezTo>
                    <a:pt x="478" y="45"/>
                    <a:pt x="478" y="44"/>
                    <a:pt x="477" y="44"/>
                  </a:cubicBezTo>
                  <a:cubicBezTo>
                    <a:pt x="476" y="45"/>
                    <a:pt x="477" y="45"/>
                    <a:pt x="476" y="45"/>
                  </a:cubicBezTo>
                  <a:cubicBezTo>
                    <a:pt x="475" y="46"/>
                    <a:pt x="474" y="46"/>
                    <a:pt x="473" y="46"/>
                  </a:cubicBezTo>
                  <a:cubicBezTo>
                    <a:pt x="473" y="46"/>
                    <a:pt x="472" y="45"/>
                    <a:pt x="471" y="45"/>
                  </a:cubicBezTo>
                  <a:cubicBezTo>
                    <a:pt x="470" y="44"/>
                    <a:pt x="468" y="45"/>
                    <a:pt x="467" y="45"/>
                  </a:cubicBezTo>
                  <a:cubicBezTo>
                    <a:pt x="466" y="44"/>
                    <a:pt x="465" y="44"/>
                    <a:pt x="465" y="44"/>
                  </a:cubicBezTo>
                  <a:cubicBezTo>
                    <a:pt x="464" y="44"/>
                    <a:pt x="463" y="43"/>
                    <a:pt x="463" y="43"/>
                  </a:cubicBezTo>
                  <a:cubicBezTo>
                    <a:pt x="462" y="43"/>
                    <a:pt x="460" y="43"/>
                    <a:pt x="459" y="43"/>
                  </a:cubicBezTo>
                  <a:cubicBezTo>
                    <a:pt x="458" y="43"/>
                    <a:pt x="455" y="44"/>
                    <a:pt x="455" y="45"/>
                  </a:cubicBezTo>
                  <a:cubicBezTo>
                    <a:pt x="454" y="46"/>
                    <a:pt x="453" y="45"/>
                    <a:pt x="452" y="45"/>
                  </a:cubicBezTo>
                  <a:cubicBezTo>
                    <a:pt x="451" y="44"/>
                    <a:pt x="449" y="45"/>
                    <a:pt x="448" y="45"/>
                  </a:cubicBezTo>
                  <a:cubicBezTo>
                    <a:pt x="447" y="44"/>
                    <a:pt x="446" y="44"/>
                    <a:pt x="445" y="45"/>
                  </a:cubicBezTo>
                  <a:cubicBezTo>
                    <a:pt x="444" y="46"/>
                    <a:pt x="443" y="46"/>
                    <a:pt x="441" y="46"/>
                  </a:cubicBezTo>
                  <a:cubicBezTo>
                    <a:pt x="440" y="46"/>
                    <a:pt x="440" y="46"/>
                    <a:pt x="439" y="46"/>
                  </a:cubicBezTo>
                  <a:cubicBezTo>
                    <a:pt x="437" y="47"/>
                    <a:pt x="436" y="47"/>
                    <a:pt x="435" y="47"/>
                  </a:cubicBezTo>
                  <a:cubicBezTo>
                    <a:pt x="434" y="47"/>
                    <a:pt x="433" y="46"/>
                    <a:pt x="432" y="47"/>
                  </a:cubicBezTo>
                  <a:cubicBezTo>
                    <a:pt x="432" y="47"/>
                    <a:pt x="431" y="47"/>
                    <a:pt x="431" y="47"/>
                  </a:cubicBezTo>
                  <a:cubicBezTo>
                    <a:pt x="430" y="46"/>
                    <a:pt x="430" y="46"/>
                    <a:pt x="429" y="46"/>
                  </a:cubicBezTo>
                  <a:cubicBezTo>
                    <a:pt x="429" y="46"/>
                    <a:pt x="428" y="47"/>
                    <a:pt x="428" y="47"/>
                  </a:cubicBezTo>
                  <a:cubicBezTo>
                    <a:pt x="427" y="47"/>
                    <a:pt x="425" y="47"/>
                    <a:pt x="423" y="48"/>
                  </a:cubicBezTo>
                  <a:cubicBezTo>
                    <a:pt x="422" y="48"/>
                    <a:pt x="420" y="49"/>
                    <a:pt x="419" y="50"/>
                  </a:cubicBezTo>
                  <a:cubicBezTo>
                    <a:pt x="419" y="51"/>
                    <a:pt x="418" y="51"/>
                    <a:pt x="417" y="52"/>
                  </a:cubicBezTo>
                  <a:cubicBezTo>
                    <a:pt x="417" y="52"/>
                    <a:pt x="417" y="53"/>
                    <a:pt x="417" y="54"/>
                  </a:cubicBezTo>
                  <a:cubicBezTo>
                    <a:pt x="416" y="55"/>
                    <a:pt x="413" y="54"/>
                    <a:pt x="411" y="53"/>
                  </a:cubicBezTo>
                  <a:cubicBezTo>
                    <a:pt x="410" y="52"/>
                    <a:pt x="408" y="50"/>
                    <a:pt x="405" y="50"/>
                  </a:cubicBezTo>
                  <a:cubicBezTo>
                    <a:pt x="404" y="50"/>
                    <a:pt x="403" y="52"/>
                    <a:pt x="402" y="53"/>
                  </a:cubicBezTo>
                  <a:cubicBezTo>
                    <a:pt x="402" y="54"/>
                    <a:pt x="401" y="55"/>
                    <a:pt x="401" y="56"/>
                  </a:cubicBezTo>
                  <a:cubicBezTo>
                    <a:pt x="401" y="57"/>
                    <a:pt x="401" y="58"/>
                    <a:pt x="400" y="58"/>
                  </a:cubicBezTo>
                  <a:cubicBezTo>
                    <a:pt x="400" y="59"/>
                    <a:pt x="400" y="60"/>
                    <a:pt x="399" y="61"/>
                  </a:cubicBezTo>
                  <a:cubicBezTo>
                    <a:pt x="399" y="62"/>
                    <a:pt x="399" y="62"/>
                    <a:pt x="398" y="63"/>
                  </a:cubicBezTo>
                  <a:cubicBezTo>
                    <a:pt x="398" y="64"/>
                    <a:pt x="397" y="64"/>
                    <a:pt x="397" y="64"/>
                  </a:cubicBezTo>
                  <a:cubicBezTo>
                    <a:pt x="397" y="65"/>
                    <a:pt x="396" y="66"/>
                    <a:pt x="396" y="67"/>
                  </a:cubicBezTo>
                  <a:cubicBezTo>
                    <a:pt x="396" y="67"/>
                    <a:pt x="396" y="68"/>
                    <a:pt x="396" y="68"/>
                  </a:cubicBezTo>
                  <a:cubicBezTo>
                    <a:pt x="395" y="69"/>
                    <a:pt x="395" y="68"/>
                    <a:pt x="394" y="69"/>
                  </a:cubicBezTo>
                  <a:cubicBezTo>
                    <a:pt x="394" y="69"/>
                    <a:pt x="394" y="71"/>
                    <a:pt x="393" y="70"/>
                  </a:cubicBezTo>
                  <a:cubicBezTo>
                    <a:pt x="391" y="70"/>
                    <a:pt x="391" y="67"/>
                    <a:pt x="390" y="66"/>
                  </a:cubicBezTo>
                  <a:cubicBezTo>
                    <a:pt x="390" y="65"/>
                    <a:pt x="390" y="64"/>
                    <a:pt x="389" y="64"/>
                  </a:cubicBezTo>
                  <a:cubicBezTo>
                    <a:pt x="389" y="63"/>
                    <a:pt x="389" y="62"/>
                    <a:pt x="389" y="62"/>
                  </a:cubicBezTo>
                  <a:cubicBezTo>
                    <a:pt x="389" y="61"/>
                    <a:pt x="389" y="61"/>
                    <a:pt x="389" y="60"/>
                  </a:cubicBezTo>
                  <a:cubicBezTo>
                    <a:pt x="388" y="59"/>
                    <a:pt x="388" y="59"/>
                    <a:pt x="388" y="58"/>
                  </a:cubicBezTo>
                  <a:cubicBezTo>
                    <a:pt x="387" y="56"/>
                    <a:pt x="387" y="55"/>
                    <a:pt x="387" y="54"/>
                  </a:cubicBezTo>
                  <a:cubicBezTo>
                    <a:pt x="386" y="52"/>
                    <a:pt x="386" y="49"/>
                    <a:pt x="385" y="47"/>
                  </a:cubicBezTo>
                  <a:cubicBezTo>
                    <a:pt x="385" y="45"/>
                    <a:pt x="383" y="43"/>
                    <a:pt x="383" y="40"/>
                  </a:cubicBezTo>
                  <a:cubicBezTo>
                    <a:pt x="384" y="38"/>
                    <a:pt x="382" y="36"/>
                    <a:pt x="382" y="34"/>
                  </a:cubicBezTo>
                  <a:cubicBezTo>
                    <a:pt x="381" y="35"/>
                    <a:pt x="381" y="36"/>
                    <a:pt x="381" y="37"/>
                  </a:cubicBezTo>
                  <a:cubicBezTo>
                    <a:pt x="381" y="37"/>
                    <a:pt x="381" y="37"/>
                    <a:pt x="380" y="37"/>
                  </a:cubicBezTo>
                  <a:cubicBezTo>
                    <a:pt x="380" y="39"/>
                    <a:pt x="381" y="40"/>
                    <a:pt x="380" y="41"/>
                  </a:cubicBezTo>
                  <a:cubicBezTo>
                    <a:pt x="380" y="43"/>
                    <a:pt x="377" y="45"/>
                    <a:pt x="376" y="42"/>
                  </a:cubicBezTo>
                  <a:cubicBezTo>
                    <a:pt x="375" y="41"/>
                    <a:pt x="375" y="40"/>
                    <a:pt x="374" y="40"/>
                  </a:cubicBezTo>
                  <a:cubicBezTo>
                    <a:pt x="372" y="39"/>
                    <a:pt x="371" y="41"/>
                    <a:pt x="371" y="42"/>
                  </a:cubicBezTo>
                  <a:cubicBezTo>
                    <a:pt x="370" y="43"/>
                    <a:pt x="370" y="44"/>
                    <a:pt x="369" y="44"/>
                  </a:cubicBezTo>
                  <a:cubicBezTo>
                    <a:pt x="369" y="46"/>
                    <a:pt x="368" y="47"/>
                    <a:pt x="367" y="48"/>
                  </a:cubicBezTo>
                  <a:cubicBezTo>
                    <a:pt x="366" y="49"/>
                    <a:pt x="365" y="50"/>
                    <a:pt x="364" y="50"/>
                  </a:cubicBezTo>
                  <a:cubicBezTo>
                    <a:pt x="363" y="51"/>
                    <a:pt x="362" y="51"/>
                    <a:pt x="361" y="52"/>
                  </a:cubicBezTo>
                  <a:cubicBezTo>
                    <a:pt x="360" y="52"/>
                    <a:pt x="360" y="54"/>
                    <a:pt x="359" y="55"/>
                  </a:cubicBezTo>
                  <a:cubicBezTo>
                    <a:pt x="358" y="55"/>
                    <a:pt x="357" y="56"/>
                    <a:pt x="355" y="56"/>
                  </a:cubicBezTo>
                  <a:cubicBezTo>
                    <a:pt x="354" y="57"/>
                    <a:pt x="354" y="60"/>
                    <a:pt x="353" y="61"/>
                  </a:cubicBezTo>
                  <a:cubicBezTo>
                    <a:pt x="353" y="61"/>
                    <a:pt x="352" y="62"/>
                    <a:pt x="352" y="62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4"/>
                    <a:pt x="351" y="64"/>
                  </a:cubicBezTo>
                  <a:cubicBezTo>
                    <a:pt x="351" y="64"/>
                    <a:pt x="350" y="66"/>
                    <a:pt x="349" y="66"/>
                  </a:cubicBezTo>
                  <a:cubicBezTo>
                    <a:pt x="349" y="66"/>
                    <a:pt x="348" y="66"/>
                    <a:pt x="348" y="67"/>
                  </a:cubicBezTo>
                  <a:cubicBezTo>
                    <a:pt x="348" y="67"/>
                    <a:pt x="347" y="67"/>
                    <a:pt x="347" y="67"/>
                  </a:cubicBezTo>
                  <a:cubicBezTo>
                    <a:pt x="347" y="68"/>
                    <a:pt x="347" y="68"/>
                    <a:pt x="347" y="68"/>
                  </a:cubicBezTo>
                  <a:cubicBezTo>
                    <a:pt x="346" y="69"/>
                    <a:pt x="346" y="70"/>
                    <a:pt x="345" y="70"/>
                  </a:cubicBezTo>
                  <a:cubicBezTo>
                    <a:pt x="344" y="71"/>
                    <a:pt x="342" y="73"/>
                    <a:pt x="340" y="74"/>
                  </a:cubicBezTo>
                  <a:cubicBezTo>
                    <a:pt x="339" y="75"/>
                    <a:pt x="337" y="75"/>
                    <a:pt x="336" y="77"/>
                  </a:cubicBezTo>
                  <a:cubicBezTo>
                    <a:pt x="335" y="77"/>
                    <a:pt x="335" y="78"/>
                    <a:pt x="334" y="78"/>
                  </a:cubicBezTo>
                  <a:cubicBezTo>
                    <a:pt x="334" y="78"/>
                    <a:pt x="334" y="79"/>
                    <a:pt x="334" y="79"/>
                  </a:cubicBezTo>
                  <a:cubicBezTo>
                    <a:pt x="334" y="79"/>
                    <a:pt x="333" y="80"/>
                    <a:pt x="333" y="80"/>
                  </a:cubicBezTo>
                  <a:cubicBezTo>
                    <a:pt x="332" y="81"/>
                    <a:pt x="332" y="81"/>
                    <a:pt x="331" y="81"/>
                  </a:cubicBezTo>
                  <a:cubicBezTo>
                    <a:pt x="331" y="83"/>
                    <a:pt x="325" y="84"/>
                    <a:pt x="324" y="85"/>
                  </a:cubicBezTo>
                  <a:cubicBezTo>
                    <a:pt x="323" y="85"/>
                    <a:pt x="322" y="86"/>
                    <a:pt x="322" y="86"/>
                  </a:cubicBezTo>
                  <a:cubicBezTo>
                    <a:pt x="321" y="86"/>
                    <a:pt x="321" y="86"/>
                    <a:pt x="320" y="86"/>
                  </a:cubicBezTo>
                  <a:cubicBezTo>
                    <a:pt x="319" y="86"/>
                    <a:pt x="317" y="86"/>
                    <a:pt x="316" y="86"/>
                  </a:cubicBezTo>
                  <a:cubicBezTo>
                    <a:pt x="313" y="86"/>
                    <a:pt x="311" y="87"/>
                    <a:pt x="308" y="87"/>
                  </a:cubicBezTo>
                  <a:cubicBezTo>
                    <a:pt x="308" y="86"/>
                    <a:pt x="307" y="87"/>
                    <a:pt x="306" y="87"/>
                  </a:cubicBezTo>
                  <a:cubicBezTo>
                    <a:pt x="305" y="86"/>
                    <a:pt x="305" y="86"/>
                    <a:pt x="305" y="86"/>
                  </a:cubicBezTo>
                  <a:cubicBezTo>
                    <a:pt x="303" y="86"/>
                    <a:pt x="301" y="86"/>
                    <a:pt x="299" y="86"/>
                  </a:cubicBezTo>
                  <a:cubicBezTo>
                    <a:pt x="299" y="86"/>
                    <a:pt x="298" y="87"/>
                    <a:pt x="297" y="87"/>
                  </a:cubicBezTo>
                  <a:cubicBezTo>
                    <a:pt x="297" y="88"/>
                    <a:pt x="297" y="89"/>
                    <a:pt x="296" y="89"/>
                  </a:cubicBezTo>
                  <a:cubicBezTo>
                    <a:pt x="296" y="89"/>
                    <a:pt x="296" y="90"/>
                    <a:pt x="295" y="90"/>
                  </a:cubicBezTo>
                  <a:cubicBezTo>
                    <a:pt x="294" y="90"/>
                    <a:pt x="294" y="90"/>
                    <a:pt x="294" y="91"/>
                  </a:cubicBezTo>
                  <a:cubicBezTo>
                    <a:pt x="292" y="92"/>
                    <a:pt x="291" y="92"/>
                    <a:pt x="290" y="93"/>
                  </a:cubicBezTo>
                  <a:cubicBezTo>
                    <a:pt x="289" y="95"/>
                    <a:pt x="289" y="96"/>
                    <a:pt x="288" y="97"/>
                  </a:cubicBezTo>
                  <a:cubicBezTo>
                    <a:pt x="288" y="97"/>
                    <a:pt x="287" y="98"/>
                    <a:pt x="287" y="99"/>
                  </a:cubicBezTo>
                  <a:cubicBezTo>
                    <a:pt x="287" y="99"/>
                    <a:pt x="286" y="100"/>
                    <a:pt x="286" y="100"/>
                  </a:cubicBezTo>
                  <a:cubicBezTo>
                    <a:pt x="285" y="100"/>
                    <a:pt x="285" y="99"/>
                    <a:pt x="284" y="99"/>
                  </a:cubicBezTo>
                  <a:cubicBezTo>
                    <a:pt x="284" y="98"/>
                    <a:pt x="282" y="98"/>
                    <a:pt x="281" y="98"/>
                  </a:cubicBezTo>
                  <a:cubicBezTo>
                    <a:pt x="279" y="98"/>
                    <a:pt x="279" y="100"/>
                    <a:pt x="277" y="101"/>
                  </a:cubicBezTo>
                  <a:cubicBezTo>
                    <a:pt x="277" y="102"/>
                    <a:pt x="276" y="102"/>
                    <a:pt x="276" y="103"/>
                  </a:cubicBezTo>
                  <a:cubicBezTo>
                    <a:pt x="276" y="103"/>
                    <a:pt x="275" y="104"/>
                    <a:pt x="274" y="104"/>
                  </a:cubicBezTo>
                  <a:cubicBezTo>
                    <a:pt x="273" y="104"/>
                    <a:pt x="272" y="104"/>
                    <a:pt x="272" y="104"/>
                  </a:cubicBezTo>
                  <a:cubicBezTo>
                    <a:pt x="271" y="105"/>
                    <a:pt x="270" y="106"/>
                    <a:pt x="269" y="106"/>
                  </a:cubicBezTo>
                  <a:cubicBezTo>
                    <a:pt x="268" y="107"/>
                    <a:pt x="268" y="107"/>
                    <a:pt x="267" y="108"/>
                  </a:cubicBezTo>
                  <a:cubicBezTo>
                    <a:pt x="267" y="108"/>
                    <a:pt x="266" y="108"/>
                    <a:pt x="265" y="108"/>
                  </a:cubicBezTo>
                  <a:cubicBezTo>
                    <a:pt x="265" y="109"/>
                    <a:pt x="265" y="109"/>
                    <a:pt x="264" y="109"/>
                  </a:cubicBezTo>
                  <a:cubicBezTo>
                    <a:pt x="264" y="109"/>
                    <a:pt x="263" y="110"/>
                    <a:pt x="262" y="110"/>
                  </a:cubicBezTo>
                  <a:cubicBezTo>
                    <a:pt x="261" y="111"/>
                    <a:pt x="260" y="112"/>
                    <a:pt x="259" y="113"/>
                  </a:cubicBezTo>
                  <a:cubicBezTo>
                    <a:pt x="258" y="114"/>
                    <a:pt x="257" y="114"/>
                    <a:pt x="256" y="115"/>
                  </a:cubicBezTo>
                  <a:cubicBezTo>
                    <a:pt x="254" y="116"/>
                    <a:pt x="253" y="119"/>
                    <a:pt x="252" y="121"/>
                  </a:cubicBezTo>
                  <a:cubicBezTo>
                    <a:pt x="251" y="121"/>
                    <a:pt x="251" y="122"/>
                    <a:pt x="250" y="122"/>
                  </a:cubicBezTo>
                  <a:cubicBezTo>
                    <a:pt x="249" y="122"/>
                    <a:pt x="249" y="122"/>
                    <a:pt x="248" y="121"/>
                  </a:cubicBezTo>
                  <a:cubicBezTo>
                    <a:pt x="247" y="121"/>
                    <a:pt x="247" y="121"/>
                    <a:pt x="246" y="120"/>
                  </a:cubicBezTo>
                  <a:cubicBezTo>
                    <a:pt x="245" y="120"/>
                    <a:pt x="245" y="120"/>
                    <a:pt x="244" y="119"/>
                  </a:cubicBezTo>
                  <a:cubicBezTo>
                    <a:pt x="243" y="119"/>
                    <a:pt x="241" y="117"/>
                    <a:pt x="240" y="117"/>
                  </a:cubicBezTo>
                  <a:cubicBezTo>
                    <a:pt x="238" y="118"/>
                    <a:pt x="237" y="118"/>
                    <a:pt x="236" y="119"/>
                  </a:cubicBezTo>
                  <a:cubicBezTo>
                    <a:pt x="234" y="119"/>
                    <a:pt x="233" y="120"/>
                    <a:pt x="232" y="120"/>
                  </a:cubicBezTo>
                  <a:cubicBezTo>
                    <a:pt x="232" y="121"/>
                    <a:pt x="231" y="121"/>
                    <a:pt x="231" y="122"/>
                  </a:cubicBezTo>
                  <a:cubicBezTo>
                    <a:pt x="230" y="122"/>
                    <a:pt x="230" y="122"/>
                    <a:pt x="229" y="122"/>
                  </a:cubicBezTo>
                  <a:cubicBezTo>
                    <a:pt x="227" y="123"/>
                    <a:pt x="226" y="124"/>
                    <a:pt x="225" y="124"/>
                  </a:cubicBezTo>
                  <a:cubicBezTo>
                    <a:pt x="223" y="124"/>
                    <a:pt x="222" y="124"/>
                    <a:pt x="220" y="124"/>
                  </a:cubicBezTo>
                  <a:cubicBezTo>
                    <a:pt x="218" y="124"/>
                    <a:pt x="216" y="124"/>
                    <a:pt x="213" y="124"/>
                  </a:cubicBezTo>
                  <a:cubicBezTo>
                    <a:pt x="212" y="124"/>
                    <a:pt x="212" y="125"/>
                    <a:pt x="211" y="125"/>
                  </a:cubicBezTo>
                  <a:cubicBezTo>
                    <a:pt x="210" y="126"/>
                    <a:pt x="209" y="126"/>
                    <a:pt x="209" y="127"/>
                  </a:cubicBezTo>
                  <a:cubicBezTo>
                    <a:pt x="208" y="126"/>
                    <a:pt x="208" y="126"/>
                    <a:pt x="207" y="125"/>
                  </a:cubicBezTo>
                  <a:cubicBezTo>
                    <a:pt x="207" y="125"/>
                    <a:pt x="206" y="126"/>
                    <a:pt x="206" y="126"/>
                  </a:cubicBezTo>
                  <a:cubicBezTo>
                    <a:pt x="205" y="126"/>
                    <a:pt x="205" y="125"/>
                    <a:pt x="205" y="125"/>
                  </a:cubicBezTo>
                  <a:cubicBezTo>
                    <a:pt x="204" y="125"/>
                    <a:pt x="203" y="125"/>
                    <a:pt x="202" y="126"/>
                  </a:cubicBezTo>
                  <a:cubicBezTo>
                    <a:pt x="201" y="127"/>
                    <a:pt x="200" y="128"/>
                    <a:pt x="198" y="129"/>
                  </a:cubicBezTo>
                  <a:cubicBezTo>
                    <a:pt x="197" y="129"/>
                    <a:pt x="196" y="131"/>
                    <a:pt x="195" y="131"/>
                  </a:cubicBezTo>
                  <a:cubicBezTo>
                    <a:pt x="194" y="131"/>
                    <a:pt x="194" y="131"/>
                    <a:pt x="193" y="131"/>
                  </a:cubicBezTo>
                  <a:cubicBezTo>
                    <a:pt x="193" y="132"/>
                    <a:pt x="192" y="132"/>
                    <a:pt x="192" y="132"/>
                  </a:cubicBezTo>
                  <a:cubicBezTo>
                    <a:pt x="192" y="132"/>
                    <a:pt x="191" y="132"/>
                    <a:pt x="191" y="133"/>
                  </a:cubicBezTo>
                  <a:cubicBezTo>
                    <a:pt x="191" y="133"/>
                    <a:pt x="190" y="134"/>
                    <a:pt x="190" y="134"/>
                  </a:cubicBezTo>
                  <a:cubicBezTo>
                    <a:pt x="190" y="135"/>
                    <a:pt x="189" y="136"/>
                    <a:pt x="189" y="136"/>
                  </a:cubicBezTo>
                  <a:cubicBezTo>
                    <a:pt x="189" y="136"/>
                    <a:pt x="188" y="136"/>
                    <a:pt x="188" y="137"/>
                  </a:cubicBezTo>
                  <a:cubicBezTo>
                    <a:pt x="187" y="138"/>
                    <a:pt x="186" y="139"/>
                    <a:pt x="184" y="139"/>
                  </a:cubicBezTo>
                  <a:cubicBezTo>
                    <a:pt x="183" y="139"/>
                    <a:pt x="183" y="138"/>
                    <a:pt x="182" y="137"/>
                  </a:cubicBezTo>
                  <a:cubicBezTo>
                    <a:pt x="182" y="136"/>
                    <a:pt x="181" y="136"/>
                    <a:pt x="181" y="136"/>
                  </a:cubicBezTo>
                  <a:cubicBezTo>
                    <a:pt x="181" y="135"/>
                    <a:pt x="181" y="135"/>
                    <a:pt x="180" y="135"/>
                  </a:cubicBezTo>
                  <a:cubicBezTo>
                    <a:pt x="180" y="134"/>
                    <a:pt x="179" y="134"/>
                    <a:pt x="179" y="134"/>
                  </a:cubicBezTo>
                  <a:cubicBezTo>
                    <a:pt x="179" y="134"/>
                    <a:pt x="179" y="133"/>
                    <a:pt x="178" y="133"/>
                  </a:cubicBezTo>
                  <a:cubicBezTo>
                    <a:pt x="178" y="133"/>
                    <a:pt x="178" y="133"/>
                    <a:pt x="178" y="133"/>
                  </a:cubicBezTo>
                  <a:cubicBezTo>
                    <a:pt x="176" y="133"/>
                    <a:pt x="175" y="132"/>
                    <a:pt x="174" y="133"/>
                  </a:cubicBezTo>
                  <a:cubicBezTo>
                    <a:pt x="172" y="133"/>
                    <a:pt x="172" y="134"/>
                    <a:pt x="171" y="135"/>
                  </a:cubicBezTo>
                  <a:cubicBezTo>
                    <a:pt x="170" y="135"/>
                    <a:pt x="170" y="136"/>
                    <a:pt x="170" y="136"/>
                  </a:cubicBezTo>
                  <a:cubicBezTo>
                    <a:pt x="169" y="136"/>
                    <a:pt x="169" y="136"/>
                    <a:pt x="168" y="137"/>
                  </a:cubicBezTo>
                  <a:cubicBezTo>
                    <a:pt x="166" y="138"/>
                    <a:pt x="163" y="138"/>
                    <a:pt x="161" y="139"/>
                  </a:cubicBezTo>
                  <a:cubicBezTo>
                    <a:pt x="161" y="139"/>
                    <a:pt x="160" y="139"/>
                    <a:pt x="160" y="139"/>
                  </a:cubicBezTo>
                  <a:cubicBezTo>
                    <a:pt x="159" y="139"/>
                    <a:pt x="159" y="138"/>
                    <a:pt x="158" y="138"/>
                  </a:cubicBezTo>
                  <a:cubicBezTo>
                    <a:pt x="158" y="138"/>
                    <a:pt x="158" y="137"/>
                    <a:pt x="158" y="137"/>
                  </a:cubicBezTo>
                  <a:cubicBezTo>
                    <a:pt x="157" y="137"/>
                    <a:pt x="156" y="137"/>
                    <a:pt x="156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5" y="136"/>
                    <a:pt x="155" y="136"/>
                    <a:pt x="155" y="135"/>
                  </a:cubicBezTo>
                  <a:cubicBezTo>
                    <a:pt x="154" y="135"/>
                    <a:pt x="154" y="134"/>
                    <a:pt x="153" y="134"/>
                  </a:cubicBezTo>
                  <a:cubicBezTo>
                    <a:pt x="153" y="133"/>
                    <a:pt x="152" y="133"/>
                    <a:pt x="152" y="132"/>
                  </a:cubicBezTo>
                  <a:cubicBezTo>
                    <a:pt x="152" y="132"/>
                    <a:pt x="151" y="132"/>
                    <a:pt x="151" y="132"/>
                  </a:cubicBezTo>
                  <a:cubicBezTo>
                    <a:pt x="151" y="132"/>
                    <a:pt x="151" y="131"/>
                    <a:pt x="151" y="131"/>
                  </a:cubicBezTo>
                  <a:cubicBezTo>
                    <a:pt x="151" y="131"/>
                    <a:pt x="150" y="130"/>
                    <a:pt x="150" y="130"/>
                  </a:cubicBezTo>
                  <a:cubicBezTo>
                    <a:pt x="150" y="130"/>
                    <a:pt x="150" y="129"/>
                    <a:pt x="149" y="128"/>
                  </a:cubicBezTo>
                  <a:cubicBezTo>
                    <a:pt x="149" y="127"/>
                    <a:pt x="147" y="127"/>
                    <a:pt x="146" y="128"/>
                  </a:cubicBezTo>
                  <a:cubicBezTo>
                    <a:pt x="146" y="129"/>
                    <a:pt x="145" y="131"/>
                    <a:pt x="144" y="131"/>
                  </a:cubicBezTo>
                  <a:cubicBezTo>
                    <a:pt x="144" y="132"/>
                    <a:pt x="143" y="133"/>
                    <a:pt x="142" y="134"/>
                  </a:cubicBezTo>
                  <a:cubicBezTo>
                    <a:pt x="142" y="134"/>
                    <a:pt x="142" y="134"/>
                    <a:pt x="142" y="134"/>
                  </a:cubicBezTo>
                  <a:cubicBezTo>
                    <a:pt x="142" y="134"/>
                    <a:pt x="142" y="134"/>
                    <a:pt x="141" y="135"/>
                  </a:cubicBezTo>
                  <a:cubicBezTo>
                    <a:pt x="141" y="135"/>
                    <a:pt x="140" y="135"/>
                    <a:pt x="139" y="135"/>
                  </a:cubicBezTo>
                  <a:cubicBezTo>
                    <a:pt x="139" y="135"/>
                    <a:pt x="139" y="135"/>
                    <a:pt x="138" y="135"/>
                  </a:cubicBezTo>
                  <a:cubicBezTo>
                    <a:pt x="138" y="135"/>
                    <a:pt x="138" y="136"/>
                    <a:pt x="138" y="136"/>
                  </a:cubicBezTo>
                  <a:cubicBezTo>
                    <a:pt x="137" y="136"/>
                    <a:pt x="137" y="136"/>
                    <a:pt x="136" y="136"/>
                  </a:cubicBezTo>
                  <a:cubicBezTo>
                    <a:pt x="136" y="136"/>
                    <a:pt x="136" y="136"/>
                    <a:pt x="135" y="137"/>
                  </a:cubicBezTo>
                  <a:cubicBezTo>
                    <a:pt x="135" y="137"/>
                    <a:pt x="134" y="137"/>
                    <a:pt x="134" y="137"/>
                  </a:cubicBezTo>
                  <a:cubicBezTo>
                    <a:pt x="133" y="137"/>
                    <a:pt x="133" y="137"/>
                    <a:pt x="132" y="137"/>
                  </a:cubicBezTo>
                  <a:cubicBezTo>
                    <a:pt x="130" y="137"/>
                    <a:pt x="129" y="137"/>
                    <a:pt x="127" y="137"/>
                  </a:cubicBezTo>
                  <a:cubicBezTo>
                    <a:pt x="125" y="137"/>
                    <a:pt x="124" y="137"/>
                    <a:pt x="122" y="138"/>
                  </a:cubicBezTo>
                  <a:cubicBezTo>
                    <a:pt x="121" y="138"/>
                    <a:pt x="120" y="138"/>
                    <a:pt x="119" y="138"/>
                  </a:cubicBezTo>
                  <a:cubicBezTo>
                    <a:pt x="118" y="138"/>
                    <a:pt x="118" y="138"/>
                    <a:pt x="117" y="138"/>
                  </a:cubicBezTo>
                  <a:cubicBezTo>
                    <a:pt x="116" y="138"/>
                    <a:pt x="115" y="138"/>
                    <a:pt x="115" y="138"/>
                  </a:cubicBezTo>
                  <a:cubicBezTo>
                    <a:pt x="114" y="137"/>
                    <a:pt x="114" y="137"/>
                    <a:pt x="113" y="137"/>
                  </a:cubicBezTo>
                  <a:cubicBezTo>
                    <a:pt x="111" y="137"/>
                    <a:pt x="110" y="137"/>
                    <a:pt x="109" y="137"/>
                  </a:cubicBezTo>
                  <a:cubicBezTo>
                    <a:pt x="108" y="137"/>
                    <a:pt x="108" y="137"/>
                    <a:pt x="107" y="138"/>
                  </a:cubicBezTo>
                  <a:cubicBezTo>
                    <a:pt x="107" y="138"/>
                    <a:pt x="107" y="138"/>
                    <a:pt x="107" y="139"/>
                  </a:cubicBezTo>
                  <a:cubicBezTo>
                    <a:pt x="106" y="139"/>
                    <a:pt x="105" y="139"/>
                    <a:pt x="105" y="140"/>
                  </a:cubicBezTo>
                  <a:cubicBezTo>
                    <a:pt x="103" y="140"/>
                    <a:pt x="101" y="141"/>
                    <a:pt x="99" y="140"/>
                  </a:cubicBezTo>
                  <a:cubicBezTo>
                    <a:pt x="99" y="140"/>
                    <a:pt x="99" y="139"/>
                    <a:pt x="99" y="139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8" y="139"/>
                    <a:pt x="97" y="138"/>
                    <a:pt x="97" y="138"/>
                  </a:cubicBezTo>
                  <a:cubicBezTo>
                    <a:pt x="97" y="137"/>
                    <a:pt x="96" y="137"/>
                    <a:pt x="95" y="136"/>
                  </a:cubicBezTo>
                  <a:cubicBezTo>
                    <a:pt x="94" y="136"/>
                    <a:pt x="93" y="136"/>
                    <a:pt x="93" y="135"/>
                  </a:cubicBezTo>
                  <a:cubicBezTo>
                    <a:pt x="92" y="135"/>
                    <a:pt x="92" y="134"/>
                    <a:pt x="91" y="134"/>
                  </a:cubicBezTo>
                  <a:cubicBezTo>
                    <a:pt x="90" y="134"/>
                    <a:pt x="90" y="133"/>
                    <a:pt x="89" y="133"/>
                  </a:cubicBezTo>
                  <a:cubicBezTo>
                    <a:pt x="89" y="133"/>
                    <a:pt x="88" y="133"/>
                    <a:pt x="88" y="133"/>
                  </a:cubicBezTo>
                  <a:cubicBezTo>
                    <a:pt x="88" y="133"/>
                    <a:pt x="87" y="132"/>
                    <a:pt x="87" y="132"/>
                  </a:cubicBezTo>
                  <a:cubicBezTo>
                    <a:pt x="86" y="132"/>
                    <a:pt x="85" y="132"/>
                    <a:pt x="85" y="132"/>
                  </a:cubicBezTo>
                  <a:cubicBezTo>
                    <a:pt x="84" y="131"/>
                    <a:pt x="83" y="131"/>
                    <a:pt x="82" y="131"/>
                  </a:cubicBezTo>
                  <a:cubicBezTo>
                    <a:pt x="81" y="131"/>
                    <a:pt x="79" y="132"/>
                    <a:pt x="78" y="132"/>
                  </a:cubicBezTo>
                  <a:cubicBezTo>
                    <a:pt x="77" y="133"/>
                    <a:pt x="77" y="133"/>
                    <a:pt x="76" y="133"/>
                  </a:cubicBezTo>
                  <a:cubicBezTo>
                    <a:pt x="75" y="134"/>
                    <a:pt x="75" y="134"/>
                    <a:pt x="74" y="134"/>
                  </a:cubicBezTo>
                  <a:cubicBezTo>
                    <a:pt x="74" y="134"/>
                    <a:pt x="74" y="135"/>
                    <a:pt x="73" y="135"/>
                  </a:cubicBezTo>
                  <a:cubicBezTo>
                    <a:pt x="73" y="135"/>
                    <a:pt x="72" y="135"/>
                    <a:pt x="72" y="135"/>
                  </a:cubicBezTo>
                  <a:cubicBezTo>
                    <a:pt x="71" y="136"/>
                    <a:pt x="71" y="136"/>
                    <a:pt x="70" y="136"/>
                  </a:cubicBezTo>
                  <a:cubicBezTo>
                    <a:pt x="69" y="136"/>
                    <a:pt x="68" y="135"/>
                    <a:pt x="67" y="135"/>
                  </a:cubicBezTo>
                  <a:cubicBezTo>
                    <a:pt x="66" y="135"/>
                    <a:pt x="65" y="135"/>
                    <a:pt x="65" y="135"/>
                  </a:cubicBezTo>
                  <a:cubicBezTo>
                    <a:pt x="64" y="135"/>
                    <a:pt x="63" y="135"/>
                    <a:pt x="63" y="135"/>
                  </a:cubicBezTo>
                  <a:cubicBezTo>
                    <a:pt x="63" y="136"/>
                    <a:pt x="63" y="136"/>
                    <a:pt x="62" y="137"/>
                  </a:cubicBezTo>
                  <a:cubicBezTo>
                    <a:pt x="62" y="137"/>
                    <a:pt x="61" y="138"/>
                    <a:pt x="60" y="138"/>
                  </a:cubicBezTo>
                  <a:cubicBezTo>
                    <a:pt x="60" y="137"/>
                    <a:pt x="60" y="137"/>
                    <a:pt x="60" y="136"/>
                  </a:cubicBezTo>
                  <a:cubicBezTo>
                    <a:pt x="59" y="135"/>
                    <a:pt x="59" y="135"/>
                    <a:pt x="58" y="135"/>
                  </a:cubicBezTo>
                  <a:cubicBezTo>
                    <a:pt x="58" y="135"/>
                    <a:pt x="57" y="135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3"/>
                    <a:pt x="55" y="133"/>
                    <a:pt x="55" y="133"/>
                  </a:cubicBezTo>
                  <a:cubicBezTo>
                    <a:pt x="54" y="132"/>
                    <a:pt x="54" y="131"/>
                    <a:pt x="52" y="131"/>
                  </a:cubicBezTo>
                  <a:cubicBezTo>
                    <a:pt x="52" y="131"/>
                    <a:pt x="52" y="130"/>
                    <a:pt x="51" y="130"/>
                  </a:cubicBezTo>
                  <a:cubicBezTo>
                    <a:pt x="51" y="130"/>
                    <a:pt x="50" y="130"/>
                    <a:pt x="49" y="129"/>
                  </a:cubicBezTo>
                  <a:cubicBezTo>
                    <a:pt x="49" y="129"/>
                    <a:pt x="49" y="129"/>
                    <a:pt x="49" y="128"/>
                  </a:cubicBezTo>
                  <a:cubicBezTo>
                    <a:pt x="48" y="128"/>
                    <a:pt x="48" y="128"/>
                    <a:pt x="48" y="127"/>
                  </a:cubicBezTo>
                  <a:cubicBezTo>
                    <a:pt x="47" y="127"/>
                    <a:pt x="47" y="126"/>
                    <a:pt x="46" y="126"/>
                  </a:cubicBezTo>
                  <a:cubicBezTo>
                    <a:pt x="46" y="126"/>
                    <a:pt x="45" y="125"/>
                    <a:pt x="45" y="125"/>
                  </a:cubicBezTo>
                  <a:cubicBezTo>
                    <a:pt x="44" y="125"/>
                    <a:pt x="42" y="126"/>
                    <a:pt x="41" y="127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1" y="127"/>
                    <a:pt x="41" y="127"/>
                    <a:pt x="40" y="128"/>
                  </a:cubicBezTo>
                  <a:cubicBezTo>
                    <a:pt x="40" y="128"/>
                    <a:pt x="39" y="128"/>
                    <a:pt x="39" y="128"/>
                  </a:cubicBezTo>
                  <a:cubicBezTo>
                    <a:pt x="38" y="128"/>
                    <a:pt x="37" y="128"/>
                    <a:pt x="37" y="129"/>
                  </a:cubicBezTo>
                  <a:cubicBezTo>
                    <a:pt x="36" y="129"/>
                    <a:pt x="36" y="129"/>
                    <a:pt x="36" y="129"/>
                  </a:cubicBezTo>
                  <a:cubicBezTo>
                    <a:pt x="36" y="129"/>
                    <a:pt x="36" y="129"/>
                    <a:pt x="35" y="129"/>
                  </a:cubicBezTo>
                  <a:cubicBezTo>
                    <a:pt x="34" y="130"/>
                    <a:pt x="34" y="131"/>
                    <a:pt x="33" y="132"/>
                  </a:cubicBezTo>
                  <a:cubicBezTo>
                    <a:pt x="32" y="132"/>
                    <a:pt x="31" y="133"/>
                    <a:pt x="30" y="134"/>
                  </a:cubicBezTo>
                  <a:cubicBezTo>
                    <a:pt x="29" y="135"/>
                    <a:pt x="29" y="136"/>
                    <a:pt x="28" y="136"/>
                  </a:cubicBezTo>
                  <a:cubicBezTo>
                    <a:pt x="26" y="137"/>
                    <a:pt x="25" y="137"/>
                    <a:pt x="23" y="137"/>
                  </a:cubicBezTo>
                  <a:cubicBezTo>
                    <a:pt x="23" y="137"/>
                    <a:pt x="23" y="137"/>
                    <a:pt x="22" y="137"/>
                  </a:cubicBezTo>
                  <a:cubicBezTo>
                    <a:pt x="22" y="137"/>
                    <a:pt x="21" y="138"/>
                    <a:pt x="20" y="138"/>
                  </a:cubicBezTo>
                  <a:cubicBezTo>
                    <a:pt x="20" y="139"/>
                    <a:pt x="19" y="139"/>
                    <a:pt x="18" y="139"/>
                  </a:cubicBezTo>
                  <a:cubicBezTo>
                    <a:pt x="16" y="139"/>
                    <a:pt x="15" y="137"/>
                    <a:pt x="15" y="136"/>
                  </a:cubicBezTo>
                  <a:cubicBezTo>
                    <a:pt x="15" y="136"/>
                    <a:pt x="14" y="135"/>
                    <a:pt x="14" y="135"/>
                  </a:cubicBezTo>
                  <a:cubicBezTo>
                    <a:pt x="13" y="135"/>
                    <a:pt x="13" y="135"/>
                    <a:pt x="12" y="136"/>
                  </a:cubicBezTo>
                  <a:cubicBezTo>
                    <a:pt x="12" y="136"/>
                    <a:pt x="12" y="136"/>
                    <a:pt x="11" y="137"/>
                  </a:cubicBezTo>
                  <a:cubicBezTo>
                    <a:pt x="11" y="137"/>
                    <a:pt x="11" y="137"/>
                    <a:pt x="11" y="137"/>
                  </a:cubicBezTo>
                  <a:cubicBezTo>
                    <a:pt x="11" y="138"/>
                    <a:pt x="10" y="138"/>
                    <a:pt x="9" y="139"/>
                  </a:cubicBezTo>
                  <a:cubicBezTo>
                    <a:pt x="8" y="139"/>
                    <a:pt x="6" y="140"/>
                    <a:pt x="4" y="140"/>
                  </a:cubicBezTo>
                  <a:cubicBezTo>
                    <a:pt x="3" y="140"/>
                    <a:pt x="3" y="140"/>
                    <a:pt x="2" y="140"/>
                  </a:cubicBezTo>
                  <a:cubicBezTo>
                    <a:pt x="1" y="140"/>
                    <a:pt x="1" y="140"/>
                    <a:pt x="1" y="140"/>
                  </a:cubicBezTo>
                  <a:cubicBezTo>
                    <a:pt x="0" y="140"/>
                    <a:pt x="1" y="139"/>
                    <a:pt x="1" y="139"/>
                  </a:cubicBezTo>
                  <a:cubicBezTo>
                    <a:pt x="1" y="167"/>
                    <a:pt x="1" y="167"/>
                    <a:pt x="1" y="167"/>
                  </a:cubicBezTo>
                  <a:cubicBezTo>
                    <a:pt x="801" y="167"/>
                    <a:pt x="801" y="167"/>
                    <a:pt x="801" y="167"/>
                  </a:cubicBezTo>
                  <a:lnTo>
                    <a:pt x="801" y="26"/>
                  </a:lnTo>
                  <a:close/>
                </a:path>
              </a:pathLst>
            </a:custGeom>
            <a:solidFill>
              <a:srgbClr val="00B6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78" name="Freeform 13">
              <a:extLst>
                <a:ext uri="{FF2B5EF4-FFF2-40B4-BE49-F238E27FC236}">
                  <a16:creationId xmlns:a16="http://schemas.microsoft.com/office/drawing/2014/main" id="{FE5F77A5-71E2-D2C2-1BAE-BD954B43D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911" y="2629654"/>
              <a:ext cx="4857396" cy="1243006"/>
            </a:xfrm>
            <a:custGeom>
              <a:avLst/>
              <a:gdLst>
                <a:gd name="T0" fmla="*/ 796 w 801"/>
                <a:gd name="T1" fmla="*/ 12 h 152"/>
                <a:gd name="T2" fmla="*/ 783 w 801"/>
                <a:gd name="T3" fmla="*/ 9 h 152"/>
                <a:gd name="T4" fmla="*/ 766 w 801"/>
                <a:gd name="T5" fmla="*/ 19 h 152"/>
                <a:gd name="T6" fmla="*/ 755 w 801"/>
                <a:gd name="T7" fmla="*/ 34 h 152"/>
                <a:gd name="T8" fmla="*/ 748 w 801"/>
                <a:gd name="T9" fmla="*/ 48 h 152"/>
                <a:gd name="T10" fmla="*/ 732 w 801"/>
                <a:gd name="T11" fmla="*/ 35 h 152"/>
                <a:gd name="T12" fmla="*/ 716 w 801"/>
                <a:gd name="T13" fmla="*/ 35 h 152"/>
                <a:gd name="T14" fmla="*/ 692 w 801"/>
                <a:gd name="T15" fmla="*/ 30 h 152"/>
                <a:gd name="T16" fmla="*/ 675 w 801"/>
                <a:gd name="T17" fmla="*/ 32 h 152"/>
                <a:gd name="T18" fmla="*/ 666 w 801"/>
                <a:gd name="T19" fmla="*/ 17 h 152"/>
                <a:gd name="T20" fmla="*/ 649 w 801"/>
                <a:gd name="T21" fmla="*/ 11 h 152"/>
                <a:gd name="T22" fmla="*/ 634 w 801"/>
                <a:gd name="T23" fmla="*/ 16 h 152"/>
                <a:gd name="T24" fmla="*/ 628 w 801"/>
                <a:gd name="T25" fmla="*/ 4 h 152"/>
                <a:gd name="T26" fmla="*/ 620 w 801"/>
                <a:gd name="T27" fmla="*/ 21 h 152"/>
                <a:gd name="T28" fmla="*/ 612 w 801"/>
                <a:gd name="T29" fmla="*/ 32 h 152"/>
                <a:gd name="T30" fmla="*/ 597 w 801"/>
                <a:gd name="T31" fmla="*/ 30 h 152"/>
                <a:gd name="T32" fmla="*/ 591 w 801"/>
                <a:gd name="T33" fmla="*/ 11 h 152"/>
                <a:gd name="T34" fmla="*/ 574 w 801"/>
                <a:gd name="T35" fmla="*/ 12 h 152"/>
                <a:gd name="T36" fmla="*/ 555 w 801"/>
                <a:gd name="T37" fmla="*/ 23 h 152"/>
                <a:gd name="T38" fmla="*/ 546 w 801"/>
                <a:gd name="T39" fmla="*/ 21 h 152"/>
                <a:gd name="T40" fmla="*/ 522 w 801"/>
                <a:gd name="T41" fmla="*/ 26 h 152"/>
                <a:gd name="T42" fmla="*/ 515 w 801"/>
                <a:gd name="T43" fmla="*/ 34 h 152"/>
                <a:gd name="T44" fmla="*/ 502 w 801"/>
                <a:gd name="T45" fmla="*/ 46 h 152"/>
                <a:gd name="T46" fmla="*/ 491 w 801"/>
                <a:gd name="T47" fmla="*/ 54 h 152"/>
                <a:gd name="T48" fmla="*/ 478 w 801"/>
                <a:gd name="T49" fmla="*/ 45 h 152"/>
                <a:gd name="T50" fmla="*/ 448 w 801"/>
                <a:gd name="T51" fmla="*/ 47 h 152"/>
                <a:gd name="T52" fmla="*/ 436 w 801"/>
                <a:gd name="T53" fmla="*/ 48 h 152"/>
                <a:gd name="T54" fmla="*/ 416 w 801"/>
                <a:gd name="T55" fmla="*/ 49 h 152"/>
                <a:gd name="T56" fmla="*/ 400 w 801"/>
                <a:gd name="T57" fmla="*/ 54 h 152"/>
                <a:gd name="T58" fmla="*/ 390 w 801"/>
                <a:gd name="T59" fmla="*/ 57 h 152"/>
                <a:gd name="T60" fmla="*/ 373 w 801"/>
                <a:gd name="T61" fmla="*/ 37 h 152"/>
                <a:gd name="T62" fmla="*/ 355 w 801"/>
                <a:gd name="T63" fmla="*/ 50 h 152"/>
                <a:gd name="T64" fmla="*/ 334 w 801"/>
                <a:gd name="T65" fmla="*/ 65 h 152"/>
                <a:gd name="T66" fmla="*/ 300 w 801"/>
                <a:gd name="T67" fmla="*/ 69 h 152"/>
                <a:gd name="T68" fmla="*/ 287 w 801"/>
                <a:gd name="T69" fmla="*/ 81 h 152"/>
                <a:gd name="T70" fmla="*/ 272 w 801"/>
                <a:gd name="T71" fmla="*/ 88 h 152"/>
                <a:gd name="T72" fmla="*/ 262 w 801"/>
                <a:gd name="T73" fmla="*/ 96 h 152"/>
                <a:gd name="T74" fmla="*/ 250 w 801"/>
                <a:gd name="T75" fmla="*/ 105 h 152"/>
                <a:gd name="T76" fmla="*/ 242 w 801"/>
                <a:gd name="T77" fmla="*/ 100 h 152"/>
                <a:gd name="T78" fmla="*/ 232 w 801"/>
                <a:gd name="T79" fmla="*/ 101 h 152"/>
                <a:gd name="T80" fmla="*/ 204 w 801"/>
                <a:gd name="T81" fmla="*/ 102 h 152"/>
                <a:gd name="T82" fmla="*/ 189 w 801"/>
                <a:gd name="T83" fmla="*/ 110 h 152"/>
                <a:gd name="T84" fmla="*/ 173 w 801"/>
                <a:gd name="T85" fmla="*/ 106 h 152"/>
                <a:gd name="T86" fmla="*/ 154 w 801"/>
                <a:gd name="T87" fmla="*/ 109 h 152"/>
                <a:gd name="T88" fmla="*/ 143 w 801"/>
                <a:gd name="T89" fmla="*/ 107 h 152"/>
                <a:gd name="T90" fmla="*/ 123 w 801"/>
                <a:gd name="T91" fmla="*/ 112 h 152"/>
                <a:gd name="T92" fmla="*/ 99 w 801"/>
                <a:gd name="T93" fmla="*/ 114 h 152"/>
                <a:gd name="T94" fmla="*/ 82 w 801"/>
                <a:gd name="T95" fmla="*/ 106 h 152"/>
                <a:gd name="T96" fmla="*/ 62 w 801"/>
                <a:gd name="T97" fmla="*/ 110 h 152"/>
                <a:gd name="T98" fmla="*/ 52 w 801"/>
                <a:gd name="T99" fmla="*/ 103 h 152"/>
                <a:gd name="T100" fmla="*/ 37 w 801"/>
                <a:gd name="T101" fmla="*/ 102 h 152"/>
                <a:gd name="T102" fmla="*/ 29 w 801"/>
                <a:gd name="T103" fmla="*/ 108 h 152"/>
                <a:gd name="T104" fmla="*/ 15 w 801"/>
                <a:gd name="T105" fmla="*/ 106 h 152"/>
                <a:gd name="T106" fmla="*/ 1 w 801"/>
                <a:gd name="T107" fmla="*/ 11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1" h="152">
                  <a:moveTo>
                    <a:pt x="801" y="22"/>
                  </a:moveTo>
                  <a:cubicBezTo>
                    <a:pt x="801" y="21"/>
                    <a:pt x="799" y="19"/>
                    <a:pt x="798" y="18"/>
                  </a:cubicBezTo>
                  <a:cubicBezTo>
                    <a:pt x="797" y="17"/>
                    <a:pt x="797" y="16"/>
                    <a:pt x="797" y="15"/>
                  </a:cubicBezTo>
                  <a:cubicBezTo>
                    <a:pt x="796" y="14"/>
                    <a:pt x="797" y="13"/>
                    <a:pt x="796" y="13"/>
                  </a:cubicBezTo>
                  <a:cubicBezTo>
                    <a:pt x="796" y="13"/>
                    <a:pt x="796" y="12"/>
                    <a:pt x="796" y="12"/>
                  </a:cubicBezTo>
                  <a:cubicBezTo>
                    <a:pt x="795" y="10"/>
                    <a:pt x="795" y="8"/>
                    <a:pt x="794" y="5"/>
                  </a:cubicBezTo>
                  <a:cubicBezTo>
                    <a:pt x="793" y="5"/>
                    <a:pt x="793" y="3"/>
                    <a:pt x="792" y="2"/>
                  </a:cubicBezTo>
                  <a:cubicBezTo>
                    <a:pt x="792" y="2"/>
                    <a:pt x="790" y="1"/>
                    <a:pt x="790" y="0"/>
                  </a:cubicBezTo>
                  <a:cubicBezTo>
                    <a:pt x="787" y="0"/>
                    <a:pt x="787" y="4"/>
                    <a:pt x="787" y="5"/>
                  </a:cubicBezTo>
                  <a:cubicBezTo>
                    <a:pt x="786" y="7"/>
                    <a:pt x="785" y="8"/>
                    <a:pt x="783" y="9"/>
                  </a:cubicBezTo>
                  <a:cubicBezTo>
                    <a:pt x="782" y="10"/>
                    <a:pt x="782" y="11"/>
                    <a:pt x="781" y="12"/>
                  </a:cubicBezTo>
                  <a:cubicBezTo>
                    <a:pt x="779" y="13"/>
                    <a:pt x="777" y="13"/>
                    <a:pt x="775" y="14"/>
                  </a:cubicBezTo>
                  <a:cubicBezTo>
                    <a:pt x="774" y="15"/>
                    <a:pt x="773" y="16"/>
                    <a:pt x="771" y="16"/>
                  </a:cubicBezTo>
                  <a:cubicBezTo>
                    <a:pt x="770" y="17"/>
                    <a:pt x="769" y="18"/>
                    <a:pt x="768" y="18"/>
                  </a:cubicBezTo>
                  <a:cubicBezTo>
                    <a:pt x="767" y="19"/>
                    <a:pt x="767" y="19"/>
                    <a:pt x="766" y="19"/>
                  </a:cubicBezTo>
                  <a:cubicBezTo>
                    <a:pt x="766" y="20"/>
                    <a:pt x="766" y="20"/>
                    <a:pt x="765" y="20"/>
                  </a:cubicBezTo>
                  <a:cubicBezTo>
                    <a:pt x="765" y="20"/>
                    <a:pt x="765" y="20"/>
                    <a:pt x="764" y="20"/>
                  </a:cubicBezTo>
                  <a:cubicBezTo>
                    <a:pt x="763" y="22"/>
                    <a:pt x="763" y="23"/>
                    <a:pt x="762" y="24"/>
                  </a:cubicBezTo>
                  <a:cubicBezTo>
                    <a:pt x="761" y="26"/>
                    <a:pt x="760" y="28"/>
                    <a:pt x="759" y="30"/>
                  </a:cubicBezTo>
                  <a:cubicBezTo>
                    <a:pt x="757" y="31"/>
                    <a:pt x="756" y="32"/>
                    <a:pt x="755" y="34"/>
                  </a:cubicBezTo>
                  <a:cubicBezTo>
                    <a:pt x="754" y="35"/>
                    <a:pt x="753" y="35"/>
                    <a:pt x="753" y="36"/>
                  </a:cubicBezTo>
                  <a:cubicBezTo>
                    <a:pt x="752" y="37"/>
                    <a:pt x="752" y="38"/>
                    <a:pt x="752" y="40"/>
                  </a:cubicBezTo>
                  <a:cubicBezTo>
                    <a:pt x="751" y="41"/>
                    <a:pt x="751" y="41"/>
                    <a:pt x="750" y="42"/>
                  </a:cubicBezTo>
                  <a:cubicBezTo>
                    <a:pt x="750" y="44"/>
                    <a:pt x="750" y="45"/>
                    <a:pt x="749" y="46"/>
                  </a:cubicBezTo>
                  <a:cubicBezTo>
                    <a:pt x="749" y="47"/>
                    <a:pt x="749" y="47"/>
                    <a:pt x="748" y="48"/>
                  </a:cubicBezTo>
                  <a:cubicBezTo>
                    <a:pt x="748" y="49"/>
                    <a:pt x="748" y="50"/>
                    <a:pt x="747" y="51"/>
                  </a:cubicBezTo>
                  <a:cubicBezTo>
                    <a:pt x="747" y="51"/>
                    <a:pt x="745" y="52"/>
                    <a:pt x="745" y="52"/>
                  </a:cubicBezTo>
                  <a:cubicBezTo>
                    <a:pt x="743" y="53"/>
                    <a:pt x="743" y="52"/>
                    <a:pt x="742" y="51"/>
                  </a:cubicBezTo>
                  <a:cubicBezTo>
                    <a:pt x="741" y="49"/>
                    <a:pt x="740" y="47"/>
                    <a:pt x="739" y="45"/>
                  </a:cubicBezTo>
                  <a:cubicBezTo>
                    <a:pt x="736" y="42"/>
                    <a:pt x="735" y="38"/>
                    <a:pt x="732" y="35"/>
                  </a:cubicBezTo>
                  <a:cubicBezTo>
                    <a:pt x="731" y="34"/>
                    <a:pt x="730" y="32"/>
                    <a:pt x="728" y="32"/>
                  </a:cubicBezTo>
                  <a:cubicBezTo>
                    <a:pt x="727" y="32"/>
                    <a:pt x="726" y="33"/>
                    <a:pt x="725" y="33"/>
                  </a:cubicBezTo>
                  <a:cubicBezTo>
                    <a:pt x="724" y="34"/>
                    <a:pt x="724" y="34"/>
                    <a:pt x="722" y="34"/>
                  </a:cubicBezTo>
                  <a:cubicBezTo>
                    <a:pt x="721" y="34"/>
                    <a:pt x="719" y="34"/>
                    <a:pt x="718" y="34"/>
                  </a:cubicBezTo>
                  <a:cubicBezTo>
                    <a:pt x="717" y="34"/>
                    <a:pt x="717" y="35"/>
                    <a:pt x="716" y="35"/>
                  </a:cubicBezTo>
                  <a:cubicBezTo>
                    <a:pt x="713" y="36"/>
                    <a:pt x="711" y="34"/>
                    <a:pt x="710" y="32"/>
                  </a:cubicBezTo>
                  <a:cubicBezTo>
                    <a:pt x="709" y="31"/>
                    <a:pt x="707" y="30"/>
                    <a:pt x="706" y="29"/>
                  </a:cubicBezTo>
                  <a:cubicBezTo>
                    <a:pt x="705" y="28"/>
                    <a:pt x="705" y="28"/>
                    <a:pt x="704" y="28"/>
                  </a:cubicBezTo>
                  <a:cubicBezTo>
                    <a:pt x="702" y="28"/>
                    <a:pt x="701" y="28"/>
                    <a:pt x="699" y="28"/>
                  </a:cubicBezTo>
                  <a:cubicBezTo>
                    <a:pt x="697" y="28"/>
                    <a:pt x="695" y="29"/>
                    <a:pt x="692" y="30"/>
                  </a:cubicBezTo>
                  <a:cubicBezTo>
                    <a:pt x="690" y="31"/>
                    <a:pt x="689" y="32"/>
                    <a:pt x="688" y="34"/>
                  </a:cubicBezTo>
                  <a:cubicBezTo>
                    <a:pt x="687" y="36"/>
                    <a:pt x="685" y="37"/>
                    <a:pt x="684" y="38"/>
                  </a:cubicBezTo>
                  <a:cubicBezTo>
                    <a:pt x="681" y="40"/>
                    <a:pt x="680" y="38"/>
                    <a:pt x="678" y="36"/>
                  </a:cubicBezTo>
                  <a:cubicBezTo>
                    <a:pt x="678" y="36"/>
                    <a:pt x="677" y="35"/>
                    <a:pt x="677" y="34"/>
                  </a:cubicBezTo>
                  <a:cubicBezTo>
                    <a:pt x="676" y="33"/>
                    <a:pt x="676" y="33"/>
                    <a:pt x="675" y="32"/>
                  </a:cubicBezTo>
                  <a:cubicBezTo>
                    <a:pt x="675" y="31"/>
                    <a:pt x="674" y="31"/>
                    <a:pt x="673" y="30"/>
                  </a:cubicBezTo>
                  <a:cubicBezTo>
                    <a:pt x="673" y="30"/>
                    <a:pt x="673" y="28"/>
                    <a:pt x="672" y="28"/>
                  </a:cubicBezTo>
                  <a:cubicBezTo>
                    <a:pt x="672" y="26"/>
                    <a:pt x="671" y="24"/>
                    <a:pt x="670" y="21"/>
                  </a:cubicBezTo>
                  <a:cubicBezTo>
                    <a:pt x="670" y="20"/>
                    <a:pt x="669" y="20"/>
                    <a:pt x="669" y="19"/>
                  </a:cubicBezTo>
                  <a:cubicBezTo>
                    <a:pt x="668" y="19"/>
                    <a:pt x="667" y="17"/>
                    <a:pt x="666" y="17"/>
                  </a:cubicBezTo>
                  <a:cubicBezTo>
                    <a:pt x="665" y="17"/>
                    <a:pt x="664" y="17"/>
                    <a:pt x="663" y="16"/>
                  </a:cubicBezTo>
                  <a:cubicBezTo>
                    <a:pt x="662" y="16"/>
                    <a:pt x="660" y="15"/>
                    <a:pt x="658" y="14"/>
                  </a:cubicBezTo>
                  <a:cubicBezTo>
                    <a:pt x="657" y="14"/>
                    <a:pt x="655" y="14"/>
                    <a:pt x="654" y="13"/>
                  </a:cubicBezTo>
                  <a:cubicBezTo>
                    <a:pt x="653" y="12"/>
                    <a:pt x="652" y="12"/>
                    <a:pt x="651" y="12"/>
                  </a:cubicBezTo>
                  <a:cubicBezTo>
                    <a:pt x="650" y="11"/>
                    <a:pt x="649" y="11"/>
                    <a:pt x="649" y="11"/>
                  </a:cubicBezTo>
                  <a:cubicBezTo>
                    <a:pt x="648" y="11"/>
                    <a:pt x="648" y="10"/>
                    <a:pt x="648" y="10"/>
                  </a:cubicBezTo>
                  <a:cubicBezTo>
                    <a:pt x="645" y="10"/>
                    <a:pt x="643" y="13"/>
                    <a:pt x="641" y="14"/>
                  </a:cubicBezTo>
                  <a:cubicBezTo>
                    <a:pt x="640" y="14"/>
                    <a:pt x="639" y="15"/>
                    <a:pt x="638" y="15"/>
                  </a:cubicBezTo>
                  <a:cubicBezTo>
                    <a:pt x="637" y="15"/>
                    <a:pt x="636" y="16"/>
                    <a:pt x="636" y="16"/>
                  </a:cubicBezTo>
                  <a:cubicBezTo>
                    <a:pt x="636" y="16"/>
                    <a:pt x="634" y="16"/>
                    <a:pt x="634" y="16"/>
                  </a:cubicBezTo>
                  <a:cubicBezTo>
                    <a:pt x="633" y="16"/>
                    <a:pt x="633" y="16"/>
                    <a:pt x="633" y="14"/>
                  </a:cubicBezTo>
                  <a:cubicBezTo>
                    <a:pt x="632" y="13"/>
                    <a:pt x="632" y="11"/>
                    <a:pt x="632" y="10"/>
                  </a:cubicBezTo>
                  <a:cubicBezTo>
                    <a:pt x="631" y="9"/>
                    <a:pt x="630" y="8"/>
                    <a:pt x="630" y="8"/>
                  </a:cubicBezTo>
                  <a:cubicBezTo>
                    <a:pt x="630" y="7"/>
                    <a:pt x="630" y="7"/>
                    <a:pt x="629" y="6"/>
                  </a:cubicBezTo>
                  <a:cubicBezTo>
                    <a:pt x="629" y="5"/>
                    <a:pt x="628" y="6"/>
                    <a:pt x="628" y="4"/>
                  </a:cubicBezTo>
                  <a:cubicBezTo>
                    <a:pt x="625" y="3"/>
                    <a:pt x="623" y="6"/>
                    <a:pt x="622" y="9"/>
                  </a:cubicBezTo>
                  <a:cubicBezTo>
                    <a:pt x="622" y="11"/>
                    <a:pt x="621" y="12"/>
                    <a:pt x="621" y="15"/>
                  </a:cubicBezTo>
                  <a:cubicBezTo>
                    <a:pt x="621" y="16"/>
                    <a:pt x="621" y="17"/>
                    <a:pt x="621" y="18"/>
                  </a:cubicBezTo>
                  <a:cubicBezTo>
                    <a:pt x="621" y="17"/>
                    <a:pt x="620" y="20"/>
                    <a:pt x="620" y="20"/>
                  </a:cubicBezTo>
                  <a:cubicBezTo>
                    <a:pt x="620" y="21"/>
                    <a:pt x="620" y="20"/>
                    <a:pt x="620" y="21"/>
                  </a:cubicBezTo>
                  <a:cubicBezTo>
                    <a:pt x="619" y="21"/>
                    <a:pt x="619" y="21"/>
                    <a:pt x="618" y="22"/>
                  </a:cubicBezTo>
                  <a:cubicBezTo>
                    <a:pt x="618" y="22"/>
                    <a:pt x="618" y="23"/>
                    <a:pt x="618" y="23"/>
                  </a:cubicBezTo>
                  <a:cubicBezTo>
                    <a:pt x="618" y="24"/>
                    <a:pt x="618" y="26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2"/>
                    <a:pt x="613" y="33"/>
                    <a:pt x="612" y="32"/>
                  </a:cubicBezTo>
                  <a:cubicBezTo>
                    <a:pt x="611" y="32"/>
                    <a:pt x="611" y="32"/>
                    <a:pt x="611" y="31"/>
                  </a:cubicBezTo>
                  <a:cubicBezTo>
                    <a:pt x="611" y="31"/>
                    <a:pt x="610" y="31"/>
                    <a:pt x="610" y="31"/>
                  </a:cubicBezTo>
                  <a:cubicBezTo>
                    <a:pt x="609" y="30"/>
                    <a:pt x="608" y="28"/>
                    <a:pt x="607" y="28"/>
                  </a:cubicBezTo>
                  <a:cubicBezTo>
                    <a:pt x="604" y="28"/>
                    <a:pt x="605" y="33"/>
                    <a:pt x="602" y="34"/>
                  </a:cubicBezTo>
                  <a:cubicBezTo>
                    <a:pt x="599" y="34"/>
                    <a:pt x="598" y="32"/>
                    <a:pt x="597" y="30"/>
                  </a:cubicBezTo>
                  <a:cubicBezTo>
                    <a:pt x="597" y="29"/>
                    <a:pt x="597" y="29"/>
                    <a:pt x="596" y="28"/>
                  </a:cubicBezTo>
                  <a:cubicBezTo>
                    <a:pt x="595" y="26"/>
                    <a:pt x="595" y="25"/>
                    <a:pt x="595" y="24"/>
                  </a:cubicBezTo>
                  <a:cubicBezTo>
                    <a:pt x="595" y="22"/>
                    <a:pt x="594" y="21"/>
                    <a:pt x="593" y="20"/>
                  </a:cubicBezTo>
                  <a:cubicBezTo>
                    <a:pt x="593" y="19"/>
                    <a:pt x="593" y="18"/>
                    <a:pt x="593" y="17"/>
                  </a:cubicBezTo>
                  <a:cubicBezTo>
                    <a:pt x="592" y="15"/>
                    <a:pt x="591" y="13"/>
                    <a:pt x="591" y="11"/>
                  </a:cubicBezTo>
                  <a:cubicBezTo>
                    <a:pt x="590" y="10"/>
                    <a:pt x="589" y="9"/>
                    <a:pt x="588" y="10"/>
                  </a:cubicBezTo>
                  <a:cubicBezTo>
                    <a:pt x="587" y="11"/>
                    <a:pt x="588" y="12"/>
                    <a:pt x="586" y="11"/>
                  </a:cubicBezTo>
                  <a:cubicBezTo>
                    <a:pt x="584" y="9"/>
                    <a:pt x="583" y="7"/>
                    <a:pt x="580" y="8"/>
                  </a:cubicBezTo>
                  <a:cubicBezTo>
                    <a:pt x="579" y="8"/>
                    <a:pt x="578" y="9"/>
                    <a:pt x="577" y="10"/>
                  </a:cubicBezTo>
                  <a:cubicBezTo>
                    <a:pt x="576" y="11"/>
                    <a:pt x="575" y="11"/>
                    <a:pt x="574" y="12"/>
                  </a:cubicBezTo>
                  <a:cubicBezTo>
                    <a:pt x="572" y="14"/>
                    <a:pt x="571" y="15"/>
                    <a:pt x="569" y="16"/>
                  </a:cubicBezTo>
                  <a:cubicBezTo>
                    <a:pt x="568" y="17"/>
                    <a:pt x="567" y="17"/>
                    <a:pt x="566" y="18"/>
                  </a:cubicBezTo>
                  <a:cubicBezTo>
                    <a:pt x="566" y="19"/>
                    <a:pt x="565" y="21"/>
                    <a:pt x="564" y="22"/>
                  </a:cubicBezTo>
                  <a:cubicBezTo>
                    <a:pt x="563" y="24"/>
                    <a:pt x="561" y="26"/>
                    <a:pt x="557" y="25"/>
                  </a:cubicBezTo>
                  <a:cubicBezTo>
                    <a:pt x="557" y="24"/>
                    <a:pt x="556" y="24"/>
                    <a:pt x="555" y="23"/>
                  </a:cubicBezTo>
                  <a:cubicBezTo>
                    <a:pt x="554" y="23"/>
                    <a:pt x="552" y="22"/>
                    <a:pt x="551" y="22"/>
                  </a:cubicBezTo>
                  <a:cubicBezTo>
                    <a:pt x="550" y="22"/>
                    <a:pt x="551" y="21"/>
                    <a:pt x="550" y="22"/>
                  </a:cubicBezTo>
                  <a:cubicBezTo>
                    <a:pt x="549" y="22"/>
                    <a:pt x="549" y="23"/>
                    <a:pt x="548" y="23"/>
                  </a:cubicBezTo>
                  <a:cubicBezTo>
                    <a:pt x="547" y="23"/>
                    <a:pt x="547" y="23"/>
                    <a:pt x="547" y="22"/>
                  </a:cubicBezTo>
                  <a:cubicBezTo>
                    <a:pt x="547" y="22"/>
                    <a:pt x="547" y="22"/>
                    <a:pt x="546" y="21"/>
                  </a:cubicBezTo>
                  <a:cubicBezTo>
                    <a:pt x="546" y="21"/>
                    <a:pt x="545" y="21"/>
                    <a:pt x="544" y="20"/>
                  </a:cubicBezTo>
                  <a:cubicBezTo>
                    <a:pt x="541" y="19"/>
                    <a:pt x="538" y="19"/>
                    <a:pt x="535" y="19"/>
                  </a:cubicBezTo>
                  <a:cubicBezTo>
                    <a:pt x="532" y="19"/>
                    <a:pt x="530" y="22"/>
                    <a:pt x="530" y="24"/>
                  </a:cubicBezTo>
                  <a:cubicBezTo>
                    <a:pt x="529" y="25"/>
                    <a:pt x="528" y="24"/>
                    <a:pt x="527" y="24"/>
                  </a:cubicBezTo>
                  <a:cubicBezTo>
                    <a:pt x="525" y="25"/>
                    <a:pt x="524" y="25"/>
                    <a:pt x="522" y="26"/>
                  </a:cubicBezTo>
                  <a:cubicBezTo>
                    <a:pt x="521" y="26"/>
                    <a:pt x="521" y="26"/>
                    <a:pt x="520" y="27"/>
                  </a:cubicBezTo>
                  <a:cubicBezTo>
                    <a:pt x="520" y="28"/>
                    <a:pt x="518" y="29"/>
                    <a:pt x="518" y="30"/>
                  </a:cubicBezTo>
                  <a:cubicBezTo>
                    <a:pt x="518" y="30"/>
                    <a:pt x="518" y="31"/>
                    <a:pt x="517" y="31"/>
                  </a:cubicBezTo>
                  <a:cubicBezTo>
                    <a:pt x="517" y="32"/>
                    <a:pt x="516" y="32"/>
                    <a:pt x="516" y="32"/>
                  </a:cubicBezTo>
                  <a:cubicBezTo>
                    <a:pt x="515" y="33"/>
                    <a:pt x="516" y="33"/>
                    <a:pt x="515" y="34"/>
                  </a:cubicBezTo>
                  <a:cubicBezTo>
                    <a:pt x="514" y="34"/>
                    <a:pt x="513" y="34"/>
                    <a:pt x="512" y="34"/>
                  </a:cubicBezTo>
                  <a:cubicBezTo>
                    <a:pt x="511" y="35"/>
                    <a:pt x="510" y="35"/>
                    <a:pt x="509" y="36"/>
                  </a:cubicBezTo>
                  <a:cubicBezTo>
                    <a:pt x="508" y="36"/>
                    <a:pt x="508" y="37"/>
                    <a:pt x="507" y="37"/>
                  </a:cubicBezTo>
                  <a:cubicBezTo>
                    <a:pt x="506" y="38"/>
                    <a:pt x="506" y="40"/>
                    <a:pt x="505" y="41"/>
                  </a:cubicBezTo>
                  <a:cubicBezTo>
                    <a:pt x="504" y="43"/>
                    <a:pt x="503" y="44"/>
                    <a:pt x="502" y="46"/>
                  </a:cubicBezTo>
                  <a:cubicBezTo>
                    <a:pt x="502" y="47"/>
                    <a:pt x="502" y="49"/>
                    <a:pt x="501" y="50"/>
                  </a:cubicBezTo>
                  <a:cubicBezTo>
                    <a:pt x="501" y="51"/>
                    <a:pt x="500" y="51"/>
                    <a:pt x="500" y="52"/>
                  </a:cubicBezTo>
                  <a:cubicBezTo>
                    <a:pt x="499" y="53"/>
                    <a:pt x="500" y="54"/>
                    <a:pt x="499" y="55"/>
                  </a:cubicBezTo>
                  <a:cubicBezTo>
                    <a:pt x="498" y="56"/>
                    <a:pt x="497" y="56"/>
                    <a:pt x="496" y="56"/>
                  </a:cubicBezTo>
                  <a:cubicBezTo>
                    <a:pt x="494" y="55"/>
                    <a:pt x="492" y="54"/>
                    <a:pt x="491" y="54"/>
                  </a:cubicBezTo>
                  <a:cubicBezTo>
                    <a:pt x="490" y="53"/>
                    <a:pt x="489" y="52"/>
                    <a:pt x="488" y="52"/>
                  </a:cubicBezTo>
                  <a:cubicBezTo>
                    <a:pt x="488" y="51"/>
                    <a:pt x="488" y="51"/>
                    <a:pt x="487" y="50"/>
                  </a:cubicBezTo>
                  <a:cubicBezTo>
                    <a:pt x="487" y="50"/>
                    <a:pt x="486" y="50"/>
                    <a:pt x="485" y="49"/>
                  </a:cubicBezTo>
                  <a:cubicBezTo>
                    <a:pt x="484" y="48"/>
                    <a:pt x="483" y="46"/>
                    <a:pt x="481" y="45"/>
                  </a:cubicBezTo>
                  <a:cubicBezTo>
                    <a:pt x="480" y="45"/>
                    <a:pt x="479" y="45"/>
                    <a:pt x="478" y="45"/>
                  </a:cubicBezTo>
                  <a:cubicBezTo>
                    <a:pt x="477" y="46"/>
                    <a:pt x="476" y="46"/>
                    <a:pt x="476" y="47"/>
                  </a:cubicBezTo>
                  <a:cubicBezTo>
                    <a:pt x="473" y="48"/>
                    <a:pt x="471" y="45"/>
                    <a:pt x="469" y="45"/>
                  </a:cubicBezTo>
                  <a:cubicBezTo>
                    <a:pt x="466" y="45"/>
                    <a:pt x="463" y="45"/>
                    <a:pt x="460" y="45"/>
                  </a:cubicBezTo>
                  <a:cubicBezTo>
                    <a:pt x="457" y="45"/>
                    <a:pt x="455" y="45"/>
                    <a:pt x="453" y="45"/>
                  </a:cubicBezTo>
                  <a:cubicBezTo>
                    <a:pt x="451" y="46"/>
                    <a:pt x="450" y="47"/>
                    <a:pt x="448" y="47"/>
                  </a:cubicBezTo>
                  <a:cubicBezTo>
                    <a:pt x="447" y="47"/>
                    <a:pt x="445" y="47"/>
                    <a:pt x="444" y="47"/>
                  </a:cubicBezTo>
                  <a:cubicBezTo>
                    <a:pt x="443" y="47"/>
                    <a:pt x="443" y="46"/>
                    <a:pt x="441" y="46"/>
                  </a:cubicBezTo>
                  <a:cubicBezTo>
                    <a:pt x="441" y="46"/>
                    <a:pt x="439" y="45"/>
                    <a:pt x="439" y="46"/>
                  </a:cubicBezTo>
                  <a:cubicBezTo>
                    <a:pt x="439" y="46"/>
                    <a:pt x="439" y="47"/>
                    <a:pt x="438" y="48"/>
                  </a:cubicBezTo>
                  <a:cubicBezTo>
                    <a:pt x="438" y="48"/>
                    <a:pt x="436" y="48"/>
                    <a:pt x="436" y="48"/>
                  </a:cubicBezTo>
                  <a:cubicBezTo>
                    <a:pt x="435" y="48"/>
                    <a:pt x="434" y="49"/>
                    <a:pt x="434" y="49"/>
                  </a:cubicBezTo>
                  <a:cubicBezTo>
                    <a:pt x="432" y="49"/>
                    <a:pt x="432" y="49"/>
                    <a:pt x="430" y="48"/>
                  </a:cubicBezTo>
                  <a:cubicBezTo>
                    <a:pt x="429" y="48"/>
                    <a:pt x="427" y="48"/>
                    <a:pt x="425" y="48"/>
                  </a:cubicBezTo>
                  <a:cubicBezTo>
                    <a:pt x="424" y="48"/>
                    <a:pt x="422" y="48"/>
                    <a:pt x="421" y="48"/>
                  </a:cubicBezTo>
                  <a:cubicBezTo>
                    <a:pt x="419" y="48"/>
                    <a:pt x="417" y="49"/>
                    <a:pt x="416" y="49"/>
                  </a:cubicBezTo>
                  <a:cubicBezTo>
                    <a:pt x="415" y="50"/>
                    <a:pt x="414" y="51"/>
                    <a:pt x="414" y="52"/>
                  </a:cubicBezTo>
                  <a:cubicBezTo>
                    <a:pt x="412" y="52"/>
                    <a:pt x="412" y="50"/>
                    <a:pt x="412" y="49"/>
                  </a:cubicBezTo>
                  <a:cubicBezTo>
                    <a:pt x="411" y="47"/>
                    <a:pt x="410" y="47"/>
                    <a:pt x="408" y="46"/>
                  </a:cubicBezTo>
                  <a:cubicBezTo>
                    <a:pt x="405" y="46"/>
                    <a:pt x="404" y="50"/>
                    <a:pt x="402" y="52"/>
                  </a:cubicBezTo>
                  <a:cubicBezTo>
                    <a:pt x="401" y="53"/>
                    <a:pt x="401" y="54"/>
                    <a:pt x="400" y="54"/>
                  </a:cubicBezTo>
                  <a:cubicBezTo>
                    <a:pt x="399" y="55"/>
                    <a:pt x="398" y="56"/>
                    <a:pt x="398" y="57"/>
                  </a:cubicBezTo>
                  <a:cubicBezTo>
                    <a:pt x="397" y="58"/>
                    <a:pt x="396" y="59"/>
                    <a:pt x="395" y="60"/>
                  </a:cubicBezTo>
                  <a:cubicBezTo>
                    <a:pt x="394" y="61"/>
                    <a:pt x="394" y="60"/>
                    <a:pt x="393" y="61"/>
                  </a:cubicBezTo>
                  <a:cubicBezTo>
                    <a:pt x="393" y="62"/>
                    <a:pt x="393" y="63"/>
                    <a:pt x="392" y="64"/>
                  </a:cubicBezTo>
                  <a:cubicBezTo>
                    <a:pt x="390" y="63"/>
                    <a:pt x="390" y="59"/>
                    <a:pt x="390" y="57"/>
                  </a:cubicBezTo>
                  <a:cubicBezTo>
                    <a:pt x="389" y="56"/>
                    <a:pt x="389" y="54"/>
                    <a:pt x="388" y="53"/>
                  </a:cubicBezTo>
                  <a:cubicBezTo>
                    <a:pt x="387" y="49"/>
                    <a:pt x="386" y="45"/>
                    <a:pt x="385" y="42"/>
                  </a:cubicBezTo>
                  <a:cubicBezTo>
                    <a:pt x="384" y="40"/>
                    <a:pt x="385" y="31"/>
                    <a:pt x="382" y="33"/>
                  </a:cubicBezTo>
                  <a:cubicBezTo>
                    <a:pt x="379" y="34"/>
                    <a:pt x="380" y="41"/>
                    <a:pt x="377" y="38"/>
                  </a:cubicBezTo>
                  <a:cubicBezTo>
                    <a:pt x="376" y="37"/>
                    <a:pt x="375" y="37"/>
                    <a:pt x="373" y="37"/>
                  </a:cubicBezTo>
                  <a:cubicBezTo>
                    <a:pt x="373" y="37"/>
                    <a:pt x="371" y="37"/>
                    <a:pt x="370" y="37"/>
                  </a:cubicBezTo>
                  <a:cubicBezTo>
                    <a:pt x="370" y="37"/>
                    <a:pt x="369" y="39"/>
                    <a:pt x="369" y="39"/>
                  </a:cubicBezTo>
                  <a:cubicBezTo>
                    <a:pt x="367" y="42"/>
                    <a:pt x="366" y="44"/>
                    <a:pt x="363" y="46"/>
                  </a:cubicBezTo>
                  <a:cubicBezTo>
                    <a:pt x="361" y="47"/>
                    <a:pt x="358" y="48"/>
                    <a:pt x="356" y="49"/>
                  </a:cubicBezTo>
                  <a:cubicBezTo>
                    <a:pt x="356" y="49"/>
                    <a:pt x="356" y="50"/>
                    <a:pt x="355" y="50"/>
                  </a:cubicBezTo>
                  <a:cubicBezTo>
                    <a:pt x="354" y="51"/>
                    <a:pt x="353" y="51"/>
                    <a:pt x="353" y="52"/>
                  </a:cubicBezTo>
                  <a:cubicBezTo>
                    <a:pt x="350" y="54"/>
                    <a:pt x="347" y="55"/>
                    <a:pt x="345" y="57"/>
                  </a:cubicBezTo>
                  <a:cubicBezTo>
                    <a:pt x="344" y="58"/>
                    <a:pt x="343" y="59"/>
                    <a:pt x="342" y="60"/>
                  </a:cubicBezTo>
                  <a:cubicBezTo>
                    <a:pt x="340" y="61"/>
                    <a:pt x="338" y="62"/>
                    <a:pt x="336" y="63"/>
                  </a:cubicBezTo>
                  <a:cubicBezTo>
                    <a:pt x="335" y="63"/>
                    <a:pt x="335" y="64"/>
                    <a:pt x="334" y="65"/>
                  </a:cubicBezTo>
                  <a:cubicBezTo>
                    <a:pt x="333" y="65"/>
                    <a:pt x="331" y="66"/>
                    <a:pt x="329" y="66"/>
                  </a:cubicBezTo>
                  <a:cubicBezTo>
                    <a:pt x="327" y="67"/>
                    <a:pt x="325" y="68"/>
                    <a:pt x="322" y="69"/>
                  </a:cubicBezTo>
                  <a:cubicBezTo>
                    <a:pt x="322" y="69"/>
                    <a:pt x="321" y="70"/>
                    <a:pt x="320" y="70"/>
                  </a:cubicBezTo>
                  <a:cubicBezTo>
                    <a:pt x="314" y="70"/>
                    <a:pt x="309" y="69"/>
                    <a:pt x="303" y="69"/>
                  </a:cubicBezTo>
                  <a:cubicBezTo>
                    <a:pt x="302" y="69"/>
                    <a:pt x="301" y="68"/>
                    <a:pt x="300" y="69"/>
                  </a:cubicBezTo>
                  <a:cubicBezTo>
                    <a:pt x="299" y="70"/>
                    <a:pt x="299" y="71"/>
                    <a:pt x="298" y="72"/>
                  </a:cubicBezTo>
                  <a:cubicBezTo>
                    <a:pt x="298" y="73"/>
                    <a:pt x="297" y="74"/>
                    <a:pt x="296" y="74"/>
                  </a:cubicBezTo>
                  <a:cubicBezTo>
                    <a:pt x="295" y="75"/>
                    <a:pt x="295" y="76"/>
                    <a:pt x="294" y="76"/>
                  </a:cubicBezTo>
                  <a:cubicBezTo>
                    <a:pt x="292" y="78"/>
                    <a:pt x="290" y="79"/>
                    <a:pt x="288" y="81"/>
                  </a:cubicBezTo>
                  <a:cubicBezTo>
                    <a:pt x="288" y="81"/>
                    <a:pt x="287" y="81"/>
                    <a:pt x="287" y="81"/>
                  </a:cubicBezTo>
                  <a:cubicBezTo>
                    <a:pt x="286" y="82"/>
                    <a:pt x="286" y="82"/>
                    <a:pt x="285" y="82"/>
                  </a:cubicBezTo>
                  <a:cubicBezTo>
                    <a:pt x="284" y="82"/>
                    <a:pt x="283" y="82"/>
                    <a:pt x="282" y="82"/>
                  </a:cubicBezTo>
                  <a:cubicBezTo>
                    <a:pt x="280" y="83"/>
                    <a:pt x="279" y="85"/>
                    <a:pt x="277" y="86"/>
                  </a:cubicBezTo>
                  <a:cubicBezTo>
                    <a:pt x="277" y="87"/>
                    <a:pt x="275" y="87"/>
                    <a:pt x="274" y="88"/>
                  </a:cubicBezTo>
                  <a:cubicBezTo>
                    <a:pt x="274" y="88"/>
                    <a:pt x="273" y="87"/>
                    <a:pt x="272" y="88"/>
                  </a:cubicBezTo>
                  <a:cubicBezTo>
                    <a:pt x="272" y="88"/>
                    <a:pt x="271" y="88"/>
                    <a:pt x="271" y="89"/>
                  </a:cubicBezTo>
                  <a:cubicBezTo>
                    <a:pt x="270" y="89"/>
                    <a:pt x="269" y="88"/>
                    <a:pt x="268" y="89"/>
                  </a:cubicBezTo>
                  <a:cubicBezTo>
                    <a:pt x="268" y="89"/>
                    <a:pt x="267" y="90"/>
                    <a:pt x="266" y="90"/>
                  </a:cubicBezTo>
                  <a:cubicBezTo>
                    <a:pt x="266" y="91"/>
                    <a:pt x="265" y="91"/>
                    <a:pt x="264" y="93"/>
                  </a:cubicBezTo>
                  <a:cubicBezTo>
                    <a:pt x="264" y="94"/>
                    <a:pt x="263" y="95"/>
                    <a:pt x="262" y="96"/>
                  </a:cubicBezTo>
                  <a:cubicBezTo>
                    <a:pt x="261" y="97"/>
                    <a:pt x="260" y="98"/>
                    <a:pt x="259" y="98"/>
                  </a:cubicBezTo>
                  <a:cubicBezTo>
                    <a:pt x="259" y="99"/>
                    <a:pt x="257" y="100"/>
                    <a:pt x="256" y="101"/>
                  </a:cubicBezTo>
                  <a:cubicBezTo>
                    <a:pt x="255" y="102"/>
                    <a:pt x="254" y="103"/>
                    <a:pt x="253" y="103"/>
                  </a:cubicBezTo>
                  <a:cubicBezTo>
                    <a:pt x="253" y="103"/>
                    <a:pt x="253" y="104"/>
                    <a:pt x="252" y="104"/>
                  </a:cubicBezTo>
                  <a:cubicBezTo>
                    <a:pt x="252" y="104"/>
                    <a:pt x="251" y="105"/>
                    <a:pt x="250" y="105"/>
                  </a:cubicBezTo>
                  <a:cubicBezTo>
                    <a:pt x="249" y="105"/>
                    <a:pt x="248" y="105"/>
                    <a:pt x="248" y="105"/>
                  </a:cubicBezTo>
                  <a:cubicBezTo>
                    <a:pt x="247" y="104"/>
                    <a:pt x="247" y="103"/>
                    <a:pt x="246" y="102"/>
                  </a:cubicBezTo>
                  <a:cubicBezTo>
                    <a:pt x="246" y="101"/>
                    <a:pt x="245" y="101"/>
                    <a:pt x="244" y="101"/>
                  </a:cubicBezTo>
                  <a:cubicBezTo>
                    <a:pt x="244" y="100"/>
                    <a:pt x="243" y="101"/>
                    <a:pt x="242" y="100"/>
                  </a:cubicBezTo>
                  <a:cubicBezTo>
                    <a:pt x="242" y="100"/>
                    <a:pt x="242" y="100"/>
                    <a:pt x="242" y="100"/>
                  </a:cubicBezTo>
                  <a:cubicBezTo>
                    <a:pt x="241" y="100"/>
                    <a:pt x="239" y="100"/>
                    <a:pt x="238" y="100"/>
                  </a:cubicBezTo>
                  <a:cubicBezTo>
                    <a:pt x="238" y="100"/>
                    <a:pt x="237" y="100"/>
                    <a:pt x="236" y="100"/>
                  </a:cubicBezTo>
                  <a:cubicBezTo>
                    <a:pt x="236" y="101"/>
                    <a:pt x="235" y="100"/>
                    <a:pt x="235" y="100"/>
                  </a:cubicBezTo>
                  <a:cubicBezTo>
                    <a:pt x="235" y="101"/>
                    <a:pt x="235" y="101"/>
                    <a:pt x="234" y="101"/>
                  </a:cubicBezTo>
                  <a:cubicBezTo>
                    <a:pt x="234" y="101"/>
                    <a:pt x="233" y="101"/>
                    <a:pt x="232" y="101"/>
                  </a:cubicBezTo>
                  <a:cubicBezTo>
                    <a:pt x="231" y="102"/>
                    <a:pt x="231" y="102"/>
                    <a:pt x="229" y="102"/>
                  </a:cubicBezTo>
                  <a:cubicBezTo>
                    <a:pt x="227" y="102"/>
                    <a:pt x="224" y="102"/>
                    <a:pt x="221" y="102"/>
                  </a:cubicBezTo>
                  <a:cubicBezTo>
                    <a:pt x="219" y="102"/>
                    <a:pt x="217" y="100"/>
                    <a:pt x="214" y="100"/>
                  </a:cubicBezTo>
                  <a:cubicBezTo>
                    <a:pt x="211" y="100"/>
                    <a:pt x="209" y="101"/>
                    <a:pt x="206" y="102"/>
                  </a:cubicBezTo>
                  <a:cubicBezTo>
                    <a:pt x="205" y="102"/>
                    <a:pt x="205" y="102"/>
                    <a:pt x="204" y="102"/>
                  </a:cubicBezTo>
                  <a:cubicBezTo>
                    <a:pt x="203" y="103"/>
                    <a:pt x="202" y="102"/>
                    <a:pt x="202" y="103"/>
                  </a:cubicBezTo>
                  <a:cubicBezTo>
                    <a:pt x="200" y="103"/>
                    <a:pt x="199" y="104"/>
                    <a:pt x="197" y="104"/>
                  </a:cubicBezTo>
                  <a:cubicBezTo>
                    <a:pt x="195" y="105"/>
                    <a:pt x="194" y="106"/>
                    <a:pt x="192" y="107"/>
                  </a:cubicBezTo>
                  <a:cubicBezTo>
                    <a:pt x="191" y="108"/>
                    <a:pt x="191" y="108"/>
                    <a:pt x="190" y="108"/>
                  </a:cubicBezTo>
                  <a:cubicBezTo>
                    <a:pt x="189" y="109"/>
                    <a:pt x="189" y="109"/>
                    <a:pt x="189" y="110"/>
                  </a:cubicBezTo>
                  <a:cubicBezTo>
                    <a:pt x="187" y="111"/>
                    <a:pt x="186" y="111"/>
                    <a:pt x="184" y="110"/>
                  </a:cubicBezTo>
                  <a:cubicBezTo>
                    <a:pt x="183" y="110"/>
                    <a:pt x="183" y="109"/>
                    <a:pt x="182" y="108"/>
                  </a:cubicBezTo>
                  <a:cubicBezTo>
                    <a:pt x="181" y="107"/>
                    <a:pt x="180" y="107"/>
                    <a:pt x="179" y="107"/>
                  </a:cubicBezTo>
                  <a:cubicBezTo>
                    <a:pt x="178" y="106"/>
                    <a:pt x="177" y="106"/>
                    <a:pt x="176" y="106"/>
                  </a:cubicBezTo>
                  <a:cubicBezTo>
                    <a:pt x="175" y="105"/>
                    <a:pt x="174" y="106"/>
                    <a:pt x="173" y="106"/>
                  </a:cubicBezTo>
                  <a:cubicBezTo>
                    <a:pt x="171" y="106"/>
                    <a:pt x="168" y="107"/>
                    <a:pt x="166" y="108"/>
                  </a:cubicBezTo>
                  <a:cubicBezTo>
                    <a:pt x="166" y="108"/>
                    <a:pt x="165" y="109"/>
                    <a:pt x="164" y="110"/>
                  </a:cubicBezTo>
                  <a:cubicBezTo>
                    <a:pt x="163" y="110"/>
                    <a:pt x="162" y="110"/>
                    <a:pt x="160" y="111"/>
                  </a:cubicBezTo>
                  <a:cubicBezTo>
                    <a:pt x="159" y="111"/>
                    <a:pt x="156" y="112"/>
                    <a:pt x="155" y="111"/>
                  </a:cubicBezTo>
                  <a:cubicBezTo>
                    <a:pt x="155" y="111"/>
                    <a:pt x="155" y="110"/>
                    <a:pt x="154" y="109"/>
                  </a:cubicBezTo>
                  <a:cubicBezTo>
                    <a:pt x="154" y="109"/>
                    <a:pt x="154" y="109"/>
                    <a:pt x="154" y="109"/>
                  </a:cubicBezTo>
                  <a:cubicBezTo>
                    <a:pt x="153" y="108"/>
                    <a:pt x="152" y="108"/>
                    <a:pt x="152" y="107"/>
                  </a:cubicBezTo>
                  <a:cubicBezTo>
                    <a:pt x="150" y="106"/>
                    <a:pt x="149" y="104"/>
                    <a:pt x="147" y="104"/>
                  </a:cubicBezTo>
                  <a:cubicBezTo>
                    <a:pt x="146" y="104"/>
                    <a:pt x="146" y="105"/>
                    <a:pt x="145" y="106"/>
                  </a:cubicBezTo>
                  <a:cubicBezTo>
                    <a:pt x="145" y="106"/>
                    <a:pt x="144" y="107"/>
                    <a:pt x="143" y="107"/>
                  </a:cubicBezTo>
                  <a:cubicBezTo>
                    <a:pt x="142" y="107"/>
                    <a:pt x="141" y="108"/>
                    <a:pt x="140" y="108"/>
                  </a:cubicBezTo>
                  <a:cubicBezTo>
                    <a:pt x="139" y="109"/>
                    <a:pt x="139" y="109"/>
                    <a:pt x="138" y="109"/>
                  </a:cubicBezTo>
                  <a:cubicBezTo>
                    <a:pt x="136" y="109"/>
                    <a:pt x="132" y="109"/>
                    <a:pt x="132" y="111"/>
                  </a:cubicBezTo>
                  <a:cubicBezTo>
                    <a:pt x="131" y="111"/>
                    <a:pt x="129" y="111"/>
                    <a:pt x="127" y="111"/>
                  </a:cubicBezTo>
                  <a:cubicBezTo>
                    <a:pt x="126" y="111"/>
                    <a:pt x="124" y="111"/>
                    <a:pt x="123" y="112"/>
                  </a:cubicBezTo>
                  <a:cubicBezTo>
                    <a:pt x="120" y="112"/>
                    <a:pt x="117" y="111"/>
                    <a:pt x="114" y="112"/>
                  </a:cubicBezTo>
                  <a:cubicBezTo>
                    <a:pt x="112" y="112"/>
                    <a:pt x="111" y="111"/>
                    <a:pt x="109" y="112"/>
                  </a:cubicBezTo>
                  <a:cubicBezTo>
                    <a:pt x="108" y="113"/>
                    <a:pt x="107" y="113"/>
                    <a:pt x="106" y="114"/>
                  </a:cubicBezTo>
                  <a:cubicBezTo>
                    <a:pt x="105" y="114"/>
                    <a:pt x="104" y="115"/>
                    <a:pt x="103" y="115"/>
                  </a:cubicBezTo>
                  <a:cubicBezTo>
                    <a:pt x="102" y="115"/>
                    <a:pt x="100" y="115"/>
                    <a:pt x="99" y="114"/>
                  </a:cubicBezTo>
                  <a:cubicBezTo>
                    <a:pt x="97" y="114"/>
                    <a:pt x="98" y="113"/>
                    <a:pt x="97" y="112"/>
                  </a:cubicBezTo>
                  <a:cubicBezTo>
                    <a:pt x="96" y="111"/>
                    <a:pt x="95" y="110"/>
                    <a:pt x="94" y="110"/>
                  </a:cubicBezTo>
                  <a:cubicBezTo>
                    <a:pt x="92" y="109"/>
                    <a:pt x="90" y="108"/>
                    <a:pt x="88" y="107"/>
                  </a:cubicBezTo>
                  <a:cubicBezTo>
                    <a:pt x="87" y="107"/>
                    <a:pt x="85" y="107"/>
                    <a:pt x="84" y="107"/>
                  </a:cubicBezTo>
                  <a:cubicBezTo>
                    <a:pt x="83" y="106"/>
                    <a:pt x="83" y="106"/>
                    <a:pt x="82" y="106"/>
                  </a:cubicBezTo>
                  <a:cubicBezTo>
                    <a:pt x="81" y="106"/>
                    <a:pt x="80" y="106"/>
                    <a:pt x="79" y="106"/>
                  </a:cubicBezTo>
                  <a:cubicBezTo>
                    <a:pt x="78" y="107"/>
                    <a:pt x="77" y="107"/>
                    <a:pt x="76" y="108"/>
                  </a:cubicBezTo>
                  <a:cubicBezTo>
                    <a:pt x="76" y="108"/>
                    <a:pt x="75" y="109"/>
                    <a:pt x="74" y="109"/>
                  </a:cubicBezTo>
                  <a:cubicBezTo>
                    <a:pt x="73" y="109"/>
                    <a:pt x="73" y="110"/>
                    <a:pt x="72" y="110"/>
                  </a:cubicBezTo>
                  <a:cubicBezTo>
                    <a:pt x="69" y="111"/>
                    <a:pt x="65" y="109"/>
                    <a:pt x="62" y="110"/>
                  </a:cubicBezTo>
                  <a:cubicBezTo>
                    <a:pt x="61" y="111"/>
                    <a:pt x="61" y="111"/>
                    <a:pt x="60" y="111"/>
                  </a:cubicBezTo>
                  <a:cubicBezTo>
                    <a:pt x="59" y="111"/>
                    <a:pt x="59" y="111"/>
                    <a:pt x="58" y="110"/>
                  </a:cubicBezTo>
                  <a:cubicBezTo>
                    <a:pt x="58" y="109"/>
                    <a:pt x="58" y="109"/>
                    <a:pt x="58" y="108"/>
                  </a:cubicBezTo>
                  <a:cubicBezTo>
                    <a:pt x="57" y="108"/>
                    <a:pt x="56" y="108"/>
                    <a:pt x="56" y="107"/>
                  </a:cubicBezTo>
                  <a:cubicBezTo>
                    <a:pt x="54" y="107"/>
                    <a:pt x="53" y="105"/>
                    <a:pt x="52" y="103"/>
                  </a:cubicBezTo>
                  <a:cubicBezTo>
                    <a:pt x="51" y="102"/>
                    <a:pt x="51" y="101"/>
                    <a:pt x="50" y="100"/>
                  </a:cubicBezTo>
                  <a:cubicBezTo>
                    <a:pt x="49" y="100"/>
                    <a:pt x="47" y="99"/>
                    <a:pt x="46" y="100"/>
                  </a:cubicBezTo>
                  <a:cubicBezTo>
                    <a:pt x="45" y="100"/>
                    <a:pt x="44" y="99"/>
                    <a:pt x="43" y="100"/>
                  </a:cubicBezTo>
                  <a:cubicBezTo>
                    <a:pt x="42" y="101"/>
                    <a:pt x="40" y="101"/>
                    <a:pt x="39" y="101"/>
                  </a:cubicBezTo>
                  <a:cubicBezTo>
                    <a:pt x="38" y="101"/>
                    <a:pt x="37" y="101"/>
                    <a:pt x="37" y="102"/>
                  </a:cubicBezTo>
                  <a:cubicBezTo>
                    <a:pt x="36" y="103"/>
                    <a:pt x="36" y="103"/>
                    <a:pt x="36" y="104"/>
                  </a:cubicBezTo>
                  <a:cubicBezTo>
                    <a:pt x="35" y="104"/>
                    <a:pt x="34" y="104"/>
                    <a:pt x="34" y="105"/>
                  </a:cubicBezTo>
                  <a:cubicBezTo>
                    <a:pt x="34" y="105"/>
                    <a:pt x="34" y="106"/>
                    <a:pt x="33" y="106"/>
                  </a:cubicBezTo>
                  <a:cubicBezTo>
                    <a:pt x="33" y="106"/>
                    <a:pt x="32" y="107"/>
                    <a:pt x="32" y="107"/>
                  </a:cubicBezTo>
                  <a:cubicBezTo>
                    <a:pt x="31" y="107"/>
                    <a:pt x="30" y="108"/>
                    <a:pt x="29" y="108"/>
                  </a:cubicBezTo>
                  <a:cubicBezTo>
                    <a:pt x="28" y="109"/>
                    <a:pt x="25" y="110"/>
                    <a:pt x="23" y="110"/>
                  </a:cubicBezTo>
                  <a:cubicBezTo>
                    <a:pt x="22" y="110"/>
                    <a:pt x="20" y="110"/>
                    <a:pt x="19" y="110"/>
                  </a:cubicBezTo>
                  <a:cubicBezTo>
                    <a:pt x="19" y="110"/>
                    <a:pt x="18" y="109"/>
                    <a:pt x="18" y="109"/>
                  </a:cubicBezTo>
                  <a:cubicBezTo>
                    <a:pt x="17" y="109"/>
                    <a:pt x="17" y="109"/>
                    <a:pt x="16" y="108"/>
                  </a:cubicBezTo>
                  <a:cubicBezTo>
                    <a:pt x="16" y="108"/>
                    <a:pt x="15" y="106"/>
                    <a:pt x="15" y="106"/>
                  </a:cubicBezTo>
                  <a:cubicBezTo>
                    <a:pt x="13" y="106"/>
                    <a:pt x="13" y="108"/>
                    <a:pt x="11" y="108"/>
                  </a:cubicBezTo>
                  <a:cubicBezTo>
                    <a:pt x="11" y="109"/>
                    <a:pt x="11" y="109"/>
                    <a:pt x="10" y="110"/>
                  </a:cubicBezTo>
                  <a:cubicBezTo>
                    <a:pt x="10" y="110"/>
                    <a:pt x="10" y="111"/>
                    <a:pt x="10" y="111"/>
                  </a:cubicBezTo>
                  <a:cubicBezTo>
                    <a:pt x="9" y="112"/>
                    <a:pt x="9" y="113"/>
                    <a:pt x="8" y="113"/>
                  </a:cubicBezTo>
                  <a:cubicBezTo>
                    <a:pt x="6" y="113"/>
                    <a:pt x="0" y="113"/>
                    <a:pt x="1" y="111"/>
                  </a:cubicBezTo>
                  <a:cubicBezTo>
                    <a:pt x="1" y="152"/>
                    <a:pt x="1" y="152"/>
                    <a:pt x="1" y="152"/>
                  </a:cubicBezTo>
                  <a:cubicBezTo>
                    <a:pt x="801" y="152"/>
                    <a:pt x="801" y="152"/>
                    <a:pt x="801" y="152"/>
                  </a:cubicBezTo>
                  <a:lnTo>
                    <a:pt x="801" y="22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79" name="Freeform 14">
              <a:extLst>
                <a:ext uri="{FF2B5EF4-FFF2-40B4-BE49-F238E27FC236}">
                  <a16:creationId xmlns:a16="http://schemas.microsoft.com/office/drawing/2014/main" id="{D3984530-E5A7-9910-C190-1A3AED46C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06" y="3063156"/>
              <a:ext cx="4850804" cy="1004135"/>
            </a:xfrm>
            <a:custGeom>
              <a:avLst/>
              <a:gdLst>
                <a:gd name="T0" fmla="*/ 792 w 800"/>
                <a:gd name="T1" fmla="*/ 4 h 123"/>
                <a:gd name="T2" fmla="*/ 782 w 800"/>
                <a:gd name="T3" fmla="*/ 8 h 123"/>
                <a:gd name="T4" fmla="*/ 773 w 800"/>
                <a:gd name="T5" fmla="*/ 10 h 123"/>
                <a:gd name="T6" fmla="*/ 763 w 800"/>
                <a:gd name="T7" fmla="*/ 14 h 123"/>
                <a:gd name="T8" fmla="*/ 751 w 800"/>
                <a:gd name="T9" fmla="*/ 18 h 123"/>
                <a:gd name="T10" fmla="*/ 742 w 800"/>
                <a:gd name="T11" fmla="*/ 19 h 123"/>
                <a:gd name="T12" fmla="*/ 734 w 800"/>
                <a:gd name="T13" fmla="*/ 14 h 123"/>
                <a:gd name="T14" fmla="*/ 725 w 800"/>
                <a:gd name="T15" fmla="*/ 9 h 123"/>
                <a:gd name="T16" fmla="*/ 712 w 800"/>
                <a:gd name="T17" fmla="*/ 6 h 123"/>
                <a:gd name="T18" fmla="*/ 705 w 800"/>
                <a:gd name="T19" fmla="*/ 4 h 123"/>
                <a:gd name="T20" fmla="*/ 691 w 800"/>
                <a:gd name="T21" fmla="*/ 0 h 123"/>
                <a:gd name="T22" fmla="*/ 679 w 800"/>
                <a:gd name="T23" fmla="*/ 7 h 123"/>
                <a:gd name="T24" fmla="*/ 655 w 800"/>
                <a:gd name="T25" fmla="*/ 9 h 123"/>
                <a:gd name="T26" fmla="*/ 631 w 800"/>
                <a:gd name="T27" fmla="*/ 12 h 123"/>
                <a:gd name="T28" fmla="*/ 610 w 800"/>
                <a:gd name="T29" fmla="*/ 11 h 123"/>
                <a:gd name="T30" fmla="*/ 591 w 800"/>
                <a:gd name="T31" fmla="*/ 11 h 123"/>
                <a:gd name="T32" fmla="*/ 577 w 800"/>
                <a:gd name="T33" fmla="*/ 9 h 123"/>
                <a:gd name="T34" fmla="*/ 565 w 800"/>
                <a:gd name="T35" fmla="*/ 16 h 123"/>
                <a:gd name="T36" fmla="*/ 551 w 800"/>
                <a:gd name="T37" fmla="*/ 20 h 123"/>
                <a:gd name="T38" fmla="*/ 532 w 800"/>
                <a:gd name="T39" fmla="*/ 21 h 123"/>
                <a:gd name="T40" fmla="*/ 518 w 800"/>
                <a:gd name="T41" fmla="*/ 23 h 123"/>
                <a:gd name="T42" fmla="*/ 504 w 800"/>
                <a:gd name="T43" fmla="*/ 29 h 123"/>
                <a:gd name="T44" fmla="*/ 496 w 800"/>
                <a:gd name="T45" fmla="*/ 35 h 123"/>
                <a:gd name="T46" fmla="*/ 478 w 800"/>
                <a:gd name="T47" fmla="*/ 31 h 123"/>
                <a:gd name="T48" fmla="*/ 459 w 800"/>
                <a:gd name="T49" fmla="*/ 27 h 123"/>
                <a:gd name="T50" fmla="*/ 428 w 800"/>
                <a:gd name="T51" fmla="*/ 27 h 123"/>
                <a:gd name="T52" fmla="*/ 415 w 800"/>
                <a:gd name="T53" fmla="*/ 27 h 123"/>
                <a:gd name="T54" fmla="*/ 406 w 800"/>
                <a:gd name="T55" fmla="*/ 21 h 123"/>
                <a:gd name="T56" fmla="*/ 393 w 800"/>
                <a:gd name="T57" fmla="*/ 20 h 123"/>
                <a:gd name="T58" fmla="*/ 383 w 800"/>
                <a:gd name="T59" fmla="*/ 14 h 123"/>
                <a:gd name="T60" fmla="*/ 378 w 800"/>
                <a:gd name="T61" fmla="*/ 9 h 123"/>
                <a:gd name="T62" fmla="*/ 368 w 800"/>
                <a:gd name="T63" fmla="*/ 7 h 123"/>
                <a:gd name="T64" fmla="*/ 356 w 800"/>
                <a:gd name="T65" fmla="*/ 13 h 123"/>
                <a:gd name="T66" fmla="*/ 343 w 800"/>
                <a:gd name="T67" fmla="*/ 20 h 123"/>
                <a:gd name="T68" fmla="*/ 331 w 800"/>
                <a:gd name="T69" fmla="*/ 26 h 123"/>
                <a:gd name="T70" fmla="*/ 321 w 800"/>
                <a:gd name="T71" fmla="*/ 29 h 123"/>
                <a:gd name="T72" fmla="*/ 302 w 800"/>
                <a:gd name="T73" fmla="*/ 32 h 123"/>
                <a:gd name="T74" fmla="*/ 285 w 800"/>
                <a:gd name="T75" fmla="*/ 38 h 123"/>
                <a:gd name="T76" fmla="*/ 269 w 800"/>
                <a:gd name="T77" fmla="*/ 47 h 123"/>
                <a:gd name="T78" fmla="*/ 246 w 800"/>
                <a:gd name="T79" fmla="*/ 58 h 123"/>
                <a:gd name="T80" fmla="*/ 224 w 800"/>
                <a:gd name="T81" fmla="*/ 56 h 123"/>
                <a:gd name="T82" fmla="*/ 208 w 800"/>
                <a:gd name="T83" fmla="*/ 57 h 123"/>
                <a:gd name="T84" fmla="*/ 188 w 800"/>
                <a:gd name="T85" fmla="*/ 59 h 123"/>
                <a:gd name="T86" fmla="*/ 163 w 800"/>
                <a:gd name="T87" fmla="*/ 58 h 123"/>
                <a:gd name="T88" fmla="*/ 137 w 800"/>
                <a:gd name="T89" fmla="*/ 60 h 123"/>
                <a:gd name="T90" fmla="*/ 119 w 800"/>
                <a:gd name="T91" fmla="*/ 59 h 123"/>
                <a:gd name="T92" fmla="*/ 106 w 800"/>
                <a:gd name="T93" fmla="*/ 62 h 123"/>
                <a:gd name="T94" fmla="*/ 76 w 800"/>
                <a:gd name="T95" fmla="*/ 64 h 123"/>
                <a:gd name="T96" fmla="*/ 56 w 800"/>
                <a:gd name="T97" fmla="*/ 67 h 123"/>
                <a:gd name="T98" fmla="*/ 45 w 800"/>
                <a:gd name="T99" fmla="*/ 61 h 123"/>
                <a:gd name="T100" fmla="*/ 34 w 800"/>
                <a:gd name="T101" fmla="*/ 61 h 123"/>
                <a:gd name="T102" fmla="*/ 26 w 800"/>
                <a:gd name="T103" fmla="*/ 67 h 123"/>
                <a:gd name="T104" fmla="*/ 13 w 800"/>
                <a:gd name="T105" fmla="*/ 72 h 123"/>
                <a:gd name="T106" fmla="*/ 800 w 800"/>
                <a:gd name="T107" fmla="*/ 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0" h="123">
                  <a:moveTo>
                    <a:pt x="800" y="8"/>
                  </a:moveTo>
                  <a:cubicBezTo>
                    <a:pt x="798" y="8"/>
                    <a:pt x="796" y="6"/>
                    <a:pt x="794" y="5"/>
                  </a:cubicBezTo>
                  <a:cubicBezTo>
                    <a:pt x="794" y="5"/>
                    <a:pt x="794" y="5"/>
                    <a:pt x="794" y="5"/>
                  </a:cubicBezTo>
                  <a:cubicBezTo>
                    <a:pt x="794" y="5"/>
                    <a:pt x="793" y="4"/>
                    <a:pt x="793" y="4"/>
                  </a:cubicBezTo>
                  <a:cubicBezTo>
                    <a:pt x="792" y="4"/>
                    <a:pt x="792" y="4"/>
                    <a:pt x="792" y="4"/>
                  </a:cubicBezTo>
                  <a:cubicBezTo>
                    <a:pt x="791" y="3"/>
                    <a:pt x="790" y="3"/>
                    <a:pt x="789" y="3"/>
                  </a:cubicBezTo>
                  <a:cubicBezTo>
                    <a:pt x="789" y="3"/>
                    <a:pt x="787" y="3"/>
                    <a:pt x="786" y="4"/>
                  </a:cubicBezTo>
                  <a:cubicBezTo>
                    <a:pt x="786" y="4"/>
                    <a:pt x="786" y="5"/>
                    <a:pt x="786" y="5"/>
                  </a:cubicBezTo>
                  <a:cubicBezTo>
                    <a:pt x="785" y="5"/>
                    <a:pt x="785" y="6"/>
                    <a:pt x="785" y="6"/>
                  </a:cubicBezTo>
                  <a:cubicBezTo>
                    <a:pt x="784" y="7"/>
                    <a:pt x="783" y="7"/>
                    <a:pt x="782" y="8"/>
                  </a:cubicBezTo>
                  <a:cubicBezTo>
                    <a:pt x="781" y="8"/>
                    <a:pt x="780" y="8"/>
                    <a:pt x="778" y="8"/>
                  </a:cubicBezTo>
                  <a:cubicBezTo>
                    <a:pt x="777" y="8"/>
                    <a:pt x="776" y="8"/>
                    <a:pt x="775" y="8"/>
                  </a:cubicBezTo>
                  <a:cubicBezTo>
                    <a:pt x="775" y="9"/>
                    <a:pt x="774" y="9"/>
                    <a:pt x="774" y="9"/>
                  </a:cubicBezTo>
                  <a:cubicBezTo>
                    <a:pt x="774" y="9"/>
                    <a:pt x="774" y="9"/>
                    <a:pt x="773" y="9"/>
                  </a:cubicBezTo>
                  <a:cubicBezTo>
                    <a:pt x="773" y="9"/>
                    <a:pt x="773" y="10"/>
                    <a:pt x="773" y="10"/>
                  </a:cubicBezTo>
                  <a:cubicBezTo>
                    <a:pt x="772" y="10"/>
                    <a:pt x="772" y="10"/>
                    <a:pt x="771" y="10"/>
                  </a:cubicBezTo>
                  <a:cubicBezTo>
                    <a:pt x="770" y="11"/>
                    <a:pt x="770" y="11"/>
                    <a:pt x="769" y="12"/>
                  </a:cubicBezTo>
                  <a:cubicBezTo>
                    <a:pt x="769" y="12"/>
                    <a:pt x="768" y="13"/>
                    <a:pt x="768" y="13"/>
                  </a:cubicBezTo>
                  <a:cubicBezTo>
                    <a:pt x="767" y="14"/>
                    <a:pt x="765" y="13"/>
                    <a:pt x="764" y="14"/>
                  </a:cubicBezTo>
                  <a:cubicBezTo>
                    <a:pt x="764" y="14"/>
                    <a:pt x="764" y="14"/>
                    <a:pt x="763" y="14"/>
                  </a:cubicBezTo>
                  <a:cubicBezTo>
                    <a:pt x="763" y="14"/>
                    <a:pt x="762" y="14"/>
                    <a:pt x="761" y="14"/>
                  </a:cubicBezTo>
                  <a:cubicBezTo>
                    <a:pt x="760" y="14"/>
                    <a:pt x="759" y="14"/>
                    <a:pt x="758" y="14"/>
                  </a:cubicBezTo>
                  <a:cubicBezTo>
                    <a:pt x="757" y="15"/>
                    <a:pt x="756" y="15"/>
                    <a:pt x="756" y="16"/>
                  </a:cubicBezTo>
                  <a:cubicBezTo>
                    <a:pt x="755" y="16"/>
                    <a:pt x="754" y="17"/>
                    <a:pt x="753" y="17"/>
                  </a:cubicBezTo>
                  <a:cubicBezTo>
                    <a:pt x="752" y="17"/>
                    <a:pt x="752" y="17"/>
                    <a:pt x="751" y="18"/>
                  </a:cubicBezTo>
                  <a:cubicBezTo>
                    <a:pt x="750" y="19"/>
                    <a:pt x="750" y="19"/>
                    <a:pt x="749" y="20"/>
                  </a:cubicBezTo>
                  <a:cubicBezTo>
                    <a:pt x="748" y="21"/>
                    <a:pt x="747" y="21"/>
                    <a:pt x="746" y="21"/>
                  </a:cubicBezTo>
                  <a:cubicBezTo>
                    <a:pt x="746" y="21"/>
                    <a:pt x="745" y="21"/>
                    <a:pt x="745" y="21"/>
                  </a:cubicBezTo>
                  <a:cubicBezTo>
                    <a:pt x="744" y="21"/>
                    <a:pt x="744" y="20"/>
                    <a:pt x="743" y="20"/>
                  </a:cubicBezTo>
                  <a:cubicBezTo>
                    <a:pt x="743" y="19"/>
                    <a:pt x="742" y="20"/>
                    <a:pt x="742" y="19"/>
                  </a:cubicBezTo>
                  <a:cubicBezTo>
                    <a:pt x="742" y="19"/>
                    <a:pt x="742" y="19"/>
                    <a:pt x="742" y="19"/>
                  </a:cubicBezTo>
                  <a:cubicBezTo>
                    <a:pt x="741" y="18"/>
                    <a:pt x="741" y="18"/>
                    <a:pt x="740" y="18"/>
                  </a:cubicBezTo>
                  <a:cubicBezTo>
                    <a:pt x="739" y="17"/>
                    <a:pt x="739" y="16"/>
                    <a:pt x="738" y="16"/>
                  </a:cubicBezTo>
                  <a:cubicBezTo>
                    <a:pt x="737" y="15"/>
                    <a:pt x="736" y="14"/>
                    <a:pt x="736" y="14"/>
                  </a:cubicBezTo>
                  <a:cubicBezTo>
                    <a:pt x="735" y="14"/>
                    <a:pt x="735" y="14"/>
                    <a:pt x="734" y="14"/>
                  </a:cubicBezTo>
                  <a:cubicBezTo>
                    <a:pt x="734" y="13"/>
                    <a:pt x="734" y="13"/>
                    <a:pt x="734" y="13"/>
                  </a:cubicBezTo>
                  <a:cubicBezTo>
                    <a:pt x="733" y="13"/>
                    <a:pt x="733" y="13"/>
                    <a:pt x="733" y="13"/>
                  </a:cubicBezTo>
                  <a:cubicBezTo>
                    <a:pt x="732" y="13"/>
                    <a:pt x="731" y="12"/>
                    <a:pt x="730" y="11"/>
                  </a:cubicBezTo>
                  <a:cubicBezTo>
                    <a:pt x="730" y="11"/>
                    <a:pt x="729" y="10"/>
                    <a:pt x="728" y="10"/>
                  </a:cubicBezTo>
                  <a:cubicBezTo>
                    <a:pt x="727" y="9"/>
                    <a:pt x="725" y="9"/>
                    <a:pt x="725" y="9"/>
                  </a:cubicBezTo>
                  <a:cubicBezTo>
                    <a:pt x="724" y="8"/>
                    <a:pt x="724" y="8"/>
                    <a:pt x="723" y="8"/>
                  </a:cubicBezTo>
                  <a:cubicBezTo>
                    <a:pt x="722" y="8"/>
                    <a:pt x="722" y="8"/>
                    <a:pt x="721" y="8"/>
                  </a:cubicBezTo>
                  <a:cubicBezTo>
                    <a:pt x="720" y="7"/>
                    <a:pt x="718" y="7"/>
                    <a:pt x="717" y="7"/>
                  </a:cubicBezTo>
                  <a:cubicBezTo>
                    <a:pt x="716" y="8"/>
                    <a:pt x="715" y="7"/>
                    <a:pt x="714" y="7"/>
                  </a:cubicBezTo>
                  <a:cubicBezTo>
                    <a:pt x="714" y="6"/>
                    <a:pt x="712" y="6"/>
                    <a:pt x="712" y="6"/>
                  </a:cubicBezTo>
                  <a:cubicBezTo>
                    <a:pt x="711" y="5"/>
                    <a:pt x="711" y="5"/>
                    <a:pt x="710" y="5"/>
                  </a:cubicBezTo>
                  <a:cubicBezTo>
                    <a:pt x="710" y="5"/>
                    <a:pt x="709" y="5"/>
                    <a:pt x="709" y="4"/>
                  </a:cubicBezTo>
                  <a:cubicBezTo>
                    <a:pt x="708" y="4"/>
                    <a:pt x="708" y="5"/>
                    <a:pt x="707" y="5"/>
                  </a:cubicBezTo>
                  <a:cubicBezTo>
                    <a:pt x="707" y="4"/>
                    <a:pt x="706" y="4"/>
                    <a:pt x="706" y="4"/>
                  </a:cubicBezTo>
                  <a:cubicBezTo>
                    <a:pt x="706" y="4"/>
                    <a:pt x="705" y="4"/>
                    <a:pt x="705" y="4"/>
                  </a:cubicBezTo>
                  <a:cubicBezTo>
                    <a:pt x="705" y="3"/>
                    <a:pt x="704" y="3"/>
                    <a:pt x="704" y="3"/>
                  </a:cubicBezTo>
                  <a:cubicBezTo>
                    <a:pt x="702" y="2"/>
                    <a:pt x="700" y="2"/>
                    <a:pt x="698" y="1"/>
                  </a:cubicBezTo>
                  <a:cubicBezTo>
                    <a:pt x="697" y="1"/>
                    <a:pt x="697" y="1"/>
                    <a:pt x="696" y="1"/>
                  </a:cubicBezTo>
                  <a:cubicBezTo>
                    <a:pt x="695" y="0"/>
                    <a:pt x="695" y="0"/>
                    <a:pt x="695" y="0"/>
                  </a:cubicBezTo>
                  <a:cubicBezTo>
                    <a:pt x="694" y="0"/>
                    <a:pt x="692" y="0"/>
                    <a:pt x="691" y="0"/>
                  </a:cubicBezTo>
                  <a:cubicBezTo>
                    <a:pt x="691" y="1"/>
                    <a:pt x="690" y="1"/>
                    <a:pt x="689" y="2"/>
                  </a:cubicBezTo>
                  <a:cubicBezTo>
                    <a:pt x="688" y="2"/>
                    <a:pt x="688" y="3"/>
                    <a:pt x="687" y="4"/>
                  </a:cubicBezTo>
                  <a:cubicBezTo>
                    <a:pt x="686" y="4"/>
                    <a:pt x="686" y="4"/>
                    <a:pt x="685" y="5"/>
                  </a:cubicBezTo>
                  <a:cubicBezTo>
                    <a:pt x="684" y="5"/>
                    <a:pt x="683" y="6"/>
                    <a:pt x="681" y="6"/>
                  </a:cubicBezTo>
                  <a:cubicBezTo>
                    <a:pt x="681" y="7"/>
                    <a:pt x="680" y="7"/>
                    <a:pt x="679" y="7"/>
                  </a:cubicBezTo>
                  <a:cubicBezTo>
                    <a:pt x="678" y="8"/>
                    <a:pt x="678" y="9"/>
                    <a:pt x="677" y="9"/>
                  </a:cubicBezTo>
                  <a:cubicBezTo>
                    <a:pt x="676" y="9"/>
                    <a:pt x="675" y="10"/>
                    <a:pt x="674" y="10"/>
                  </a:cubicBezTo>
                  <a:cubicBezTo>
                    <a:pt x="673" y="10"/>
                    <a:pt x="671" y="10"/>
                    <a:pt x="670" y="9"/>
                  </a:cubicBezTo>
                  <a:cubicBezTo>
                    <a:pt x="668" y="9"/>
                    <a:pt x="665" y="9"/>
                    <a:pt x="663" y="9"/>
                  </a:cubicBezTo>
                  <a:cubicBezTo>
                    <a:pt x="661" y="9"/>
                    <a:pt x="657" y="9"/>
                    <a:pt x="655" y="9"/>
                  </a:cubicBezTo>
                  <a:cubicBezTo>
                    <a:pt x="653" y="9"/>
                    <a:pt x="651" y="11"/>
                    <a:pt x="649" y="11"/>
                  </a:cubicBezTo>
                  <a:cubicBezTo>
                    <a:pt x="648" y="12"/>
                    <a:pt x="647" y="12"/>
                    <a:pt x="646" y="12"/>
                  </a:cubicBezTo>
                  <a:cubicBezTo>
                    <a:pt x="645" y="13"/>
                    <a:pt x="643" y="13"/>
                    <a:pt x="642" y="13"/>
                  </a:cubicBezTo>
                  <a:cubicBezTo>
                    <a:pt x="639" y="13"/>
                    <a:pt x="635" y="14"/>
                    <a:pt x="632" y="12"/>
                  </a:cubicBezTo>
                  <a:cubicBezTo>
                    <a:pt x="632" y="12"/>
                    <a:pt x="632" y="12"/>
                    <a:pt x="631" y="12"/>
                  </a:cubicBezTo>
                  <a:cubicBezTo>
                    <a:pt x="631" y="11"/>
                    <a:pt x="630" y="12"/>
                    <a:pt x="629" y="12"/>
                  </a:cubicBezTo>
                  <a:cubicBezTo>
                    <a:pt x="628" y="11"/>
                    <a:pt x="627" y="11"/>
                    <a:pt x="626" y="11"/>
                  </a:cubicBezTo>
                  <a:cubicBezTo>
                    <a:pt x="624" y="11"/>
                    <a:pt x="623" y="11"/>
                    <a:pt x="622" y="11"/>
                  </a:cubicBezTo>
                  <a:cubicBezTo>
                    <a:pt x="621" y="11"/>
                    <a:pt x="620" y="11"/>
                    <a:pt x="619" y="12"/>
                  </a:cubicBezTo>
                  <a:cubicBezTo>
                    <a:pt x="616" y="13"/>
                    <a:pt x="613" y="13"/>
                    <a:pt x="610" y="11"/>
                  </a:cubicBezTo>
                  <a:cubicBezTo>
                    <a:pt x="609" y="11"/>
                    <a:pt x="608" y="10"/>
                    <a:pt x="607" y="10"/>
                  </a:cubicBezTo>
                  <a:cubicBezTo>
                    <a:pt x="606" y="9"/>
                    <a:pt x="605" y="9"/>
                    <a:pt x="604" y="9"/>
                  </a:cubicBezTo>
                  <a:cubicBezTo>
                    <a:pt x="603" y="9"/>
                    <a:pt x="603" y="9"/>
                    <a:pt x="603" y="8"/>
                  </a:cubicBezTo>
                  <a:cubicBezTo>
                    <a:pt x="601" y="8"/>
                    <a:pt x="599" y="9"/>
                    <a:pt x="598" y="10"/>
                  </a:cubicBezTo>
                  <a:cubicBezTo>
                    <a:pt x="596" y="11"/>
                    <a:pt x="593" y="11"/>
                    <a:pt x="591" y="11"/>
                  </a:cubicBezTo>
                  <a:cubicBezTo>
                    <a:pt x="590" y="11"/>
                    <a:pt x="589" y="11"/>
                    <a:pt x="588" y="11"/>
                  </a:cubicBezTo>
                  <a:cubicBezTo>
                    <a:pt x="587" y="10"/>
                    <a:pt x="586" y="11"/>
                    <a:pt x="585" y="10"/>
                  </a:cubicBezTo>
                  <a:cubicBezTo>
                    <a:pt x="585" y="10"/>
                    <a:pt x="584" y="9"/>
                    <a:pt x="583" y="9"/>
                  </a:cubicBezTo>
                  <a:cubicBezTo>
                    <a:pt x="582" y="9"/>
                    <a:pt x="581" y="9"/>
                    <a:pt x="580" y="9"/>
                  </a:cubicBezTo>
                  <a:cubicBezTo>
                    <a:pt x="579" y="9"/>
                    <a:pt x="578" y="9"/>
                    <a:pt x="577" y="9"/>
                  </a:cubicBezTo>
                  <a:cubicBezTo>
                    <a:pt x="577" y="9"/>
                    <a:pt x="577" y="9"/>
                    <a:pt x="577" y="9"/>
                  </a:cubicBezTo>
                  <a:cubicBezTo>
                    <a:pt x="576" y="10"/>
                    <a:pt x="575" y="10"/>
                    <a:pt x="575" y="10"/>
                  </a:cubicBezTo>
                  <a:cubicBezTo>
                    <a:pt x="573" y="11"/>
                    <a:pt x="572" y="12"/>
                    <a:pt x="571" y="12"/>
                  </a:cubicBezTo>
                  <a:cubicBezTo>
                    <a:pt x="569" y="13"/>
                    <a:pt x="568" y="13"/>
                    <a:pt x="567" y="14"/>
                  </a:cubicBezTo>
                  <a:cubicBezTo>
                    <a:pt x="566" y="15"/>
                    <a:pt x="565" y="15"/>
                    <a:pt x="565" y="16"/>
                  </a:cubicBezTo>
                  <a:cubicBezTo>
                    <a:pt x="564" y="16"/>
                    <a:pt x="563" y="17"/>
                    <a:pt x="562" y="18"/>
                  </a:cubicBezTo>
                  <a:cubicBezTo>
                    <a:pt x="561" y="19"/>
                    <a:pt x="560" y="20"/>
                    <a:pt x="559" y="20"/>
                  </a:cubicBezTo>
                  <a:cubicBezTo>
                    <a:pt x="558" y="21"/>
                    <a:pt x="557" y="21"/>
                    <a:pt x="555" y="20"/>
                  </a:cubicBezTo>
                  <a:cubicBezTo>
                    <a:pt x="555" y="20"/>
                    <a:pt x="554" y="20"/>
                    <a:pt x="554" y="20"/>
                  </a:cubicBezTo>
                  <a:cubicBezTo>
                    <a:pt x="553" y="20"/>
                    <a:pt x="552" y="20"/>
                    <a:pt x="551" y="20"/>
                  </a:cubicBezTo>
                  <a:cubicBezTo>
                    <a:pt x="549" y="20"/>
                    <a:pt x="548" y="20"/>
                    <a:pt x="547" y="21"/>
                  </a:cubicBezTo>
                  <a:cubicBezTo>
                    <a:pt x="545" y="21"/>
                    <a:pt x="543" y="22"/>
                    <a:pt x="541" y="22"/>
                  </a:cubicBezTo>
                  <a:cubicBezTo>
                    <a:pt x="540" y="22"/>
                    <a:pt x="539" y="22"/>
                    <a:pt x="537" y="22"/>
                  </a:cubicBezTo>
                  <a:cubicBezTo>
                    <a:pt x="536" y="21"/>
                    <a:pt x="536" y="21"/>
                    <a:pt x="535" y="21"/>
                  </a:cubicBezTo>
                  <a:cubicBezTo>
                    <a:pt x="534" y="21"/>
                    <a:pt x="533" y="21"/>
                    <a:pt x="532" y="21"/>
                  </a:cubicBezTo>
                  <a:cubicBezTo>
                    <a:pt x="532" y="21"/>
                    <a:pt x="531" y="21"/>
                    <a:pt x="531" y="21"/>
                  </a:cubicBezTo>
                  <a:cubicBezTo>
                    <a:pt x="530" y="21"/>
                    <a:pt x="529" y="22"/>
                    <a:pt x="528" y="22"/>
                  </a:cubicBezTo>
                  <a:cubicBezTo>
                    <a:pt x="528" y="22"/>
                    <a:pt x="527" y="22"/>
                    <a:pt x="526" y="22"/>
                  </a:cubicBezTo>
                  <a:cubicBezTo>
                    <a:pt x="525" y="22"/>
                    <a:pt x="525" y="22"/>
                    <a:pt x="524" y="22"/>
                  </a:cubicBezTo>
                  <a:cubicBezTo>
                    <a:pt x="522" y="23"/>
                    <a:pt x="520" y="23"/>
                    <a:pt x="518" y="23"/>
                  </a:cubicBezTo>
                  <a:cubicBezTo>
                    <a:pt x="517" y="22"/>
                    <a:pt x="516" y="22"/>
                    <a:pt x="515" y="23"/>
                  </a:cubicBezTo>
                  <a:cubicBezTo>
                    <a:pt x="514" y="24"/>
                    <a:pt x="514" y="24"/>
                    <a:pt x="513" y="25"/>
                  </a:cubicBezTo>
                  <a:cubicBezTo>
                    <a:pt x="513" y="25"/>
                    <a:pt x="512" y="25"/>
                    <a:pt x="512" y="25"/>
                  </a:cubicBezTo>
                  <a:cubicBezTo>
                    <a:pt x="511" y="26"/>
                    <a:pt x="510" y="26"/>
                    <a:pt x="508" y="26"/>
                  </a:cubicBezTo>
                  <a:cubicBezTo>
                    <a:pt x="507" y="27"/>
                    <a:pt x="505" y="28"/>
                    <a:pt x="504" y="29"/>
                  </a:cubicBezTo>
                  <a:cubicBezTo>
                    <a:pt x="504" y="29"/>
                    <a:pt x="503" y="29"/>
                    <a:pt x="503" y="30"/>
                  </a:cubicBezTo>
                  <a:cubicBezTo>
                    <a:pt x="502" y="30"/>
                    <a:pt x="502" y="30"/>
                    <a:pt x="501" y="31"/>
                  </a:cubicBezTo>
                  <a:cubicBezTo>
                    <a:pt x="501" y="32"/>
                    <a:pt x="500" y="32"/>
                    <a:pt x="499" y="33"/>
                  </a:cubicBezTo>
                  <a:cubicBezTo>
                    <a:pt x="499" y="34"/>
                    <a:pt x="499" y="34"/>
                    <a:pt x="498" y="35"/>
                  </a:cubicBezTo>
                  <a:cubicBezTo>
                    <a:pt x="497" y="36"/>
                    <a:pt x="497" y="35"/>
                    <a:pt x="496" y="35"/>
                  </a:cubicBezTo>
                  <a:cubicBezTo>
                    <a:pt x="495" y="36"/>
                    <a:pt x="495" y="36"/>
                    <a:pt x="494" y="36"/>
                  </a:cubicBezTo>
                  <a:cubicBezTo>
                    <a:pt x="493" y="36"/>
                    <a:pt x="492" y="36"/>
                    <a:pt x="491" y="36"/>
                  </a:cubicBezTo>
                  <a:cubicBezTo>
                    <a:pt x="490" y="35"/>
                    <a:pt x="489" y="34"/>
                    <a:pt x="488" y="34"/>
                  </a:cubicBezTo>
                  <a:cubicBezTo>
                    <a:pt x="486" y="34"/>
                    <a:pt x="485" y="33"/>
                    <a:pt x="483" y="32"/>
                  </a:cubicBezTo>
                  <a:cubicBezTo>
                    <a:pt x="481" y="32"/>
                    <a:pt x="480" y="31"/>
                    <a:pt x="478" y="31"/>
                  </a:cubicBezTo>
                  <a:cubicBezTo>
                    <a:pt x="476" y="30"/>
                    <a:pt x="474" y="29"/>
                    <a:pt x="472" y="29"/>
                  </a:cubicBezTo>
                  <a:cubicBezTo>
                    <a:pt x="471" y="29"/>
                    <a:pt x="470" y="29"/>
                    <a:pt x="469" y="29"/>
                  </a:cubicBezTo>
                  <a:cubicBezTo>
                    <a:pt x="468" y="28"/>
                    <a:pt x="466" y="28"/>
                    <a:pt x="465" y="28"/>
                  </a:cubicBezTo>
                  <a:cubicBezTo>
                    <a:pt x="464" y="28"/>
                    <a:pt x="464" y="27"/>
                    <a:pt x="463" y="27"/>
                  </a:cubicBezTo>
                  <a:cubicBezTo>
                    <a:pt x="462" y="27"/>
                    <a:pt x="460" y="27"/>
                    <a:pt x="459" y="27"/>
                  </a:cubicBezTo>
                  <a:cubicBezTo>
                    <a:pt x="458" y="27"/>
                    <a:pt x="458" y="27"/>
                    <a:pt x="457" y="26"/>
                  </a:cubicBezTo>
                  <a:cubicBezTo>
                    <a:pt x="456" y="26"/>
                    <a:pt x="455" y="27"/>
                    <a:pt x="454" y="27"/>
                  </a:cubicBezTo>
                  <a:cubicBezTo>
                    <a:pt x="447" y="27"/>
                    <a:pt x="441" y="27"/>
                    <a:pt x="435" y="27"/>
                  </a:cubicBezTo>
                  <a:cubicBezTo>
                    <a:pt x="434" y="27"/>
                    <a:pt x="434" y="26"/>
                    <a:pt x="433" y="27"/>
                  </a:cubicBezTo>
                  <a:cubicBezTo>
                    <a:pt x="432" y="27"/>
                    <a:pt x="429" y="26"/>
                    <a:pt x="428" y="27"/>
                  </a:cubicBezTo>
                  <a:cubicBezTo>
                    <a:pt x="428" y="27"/>
                    <a:pt x="428" y="27"/>
                    <a:pt x="428" y="27"/>
                  </a:cubicBezTo>
                  <a:cubicBezTo>
                    <a:pt x="427" y="28"/>
                    <a:pt x="427" y="27"/>
                    <a:pt x="427" y="27"/>
                  </a:cubicBezTo>
                  <a:cubicBezTo>
                    <a:pt x="426" y="28"/>
                    <a:pt x="425" y="28"/>
                    <a:pt x="423" y="28"/>
                  </a:cubicBezTo>
                  <a:cubicBezTo>
                    <a:pt x="421" y="28"/>
                    <a:pt x="419" y="28"/>
                    <a:pt x="417" y="28"/>
                  </a:cubicBezTo>
                  <a:cubicBezTo>
                    <a:pt x="416" y="28"/>
                    <a:pt x="415" y="27"/>
                    <a:pt x="415" y="27"/>
                  </a:cubicBezTo>
                  <a:cubicBezTo>
                    <a:pt x="414" y="26"/>
                    <a:pt x="415" y="26"/>
                    <a:pt x="414" y="26"/>
                  </a:cubicBezTo>
                  <a:cubicBezTo>
                    <a:pt x="414" y="25"/>
                    <a:pt x="414" y="25"/>
                    <a:pt x="413" y="25"/>
                  </a:cubicBezTo>
                  <a:cubicBezTo>
                    <a:pt x="412" y="24"/>
                    <a:pt x="411" y="24"/>
                    <a:pt x="410" y="23"/>
                  </a:cubicBezTo>
                  <a:cubicBezTo>
                    <a:pt x="409" y="22"/>
                    <a:pt x="409" y="22"/>
                    <a:pt x="408" y="22"/>
                  </a:cubicBezTo>
                  <a:cubicBezTo>
                    <a:pt x="408" y="22"/>
                    <a:pt x="407" y="21"/>
                    <a:pt x="406" y="21"/>
                  </a:cubicBezTo>
                  <a:cubicBezTo>
                    <a:pt x="405" y="22"/>
                    <a:pt x="404" y="22"/>
                    <a:pt x="403" y="22"/>
                  </a:cubicBezTo>
                  <a:cubicBezTo>
                    <a:pt x="402" y="22"/>
                    <a:pt x="401" y="22"/>
                    <a:pt x="401" y="21"/>
                  </a:cubicBezTo>
                  <a:cubicBezTo>
                    <a:pt x="399" y="21"/>
                    <a:pt x="398" y="20"/>
                    <a:pt x="397" y="20"/>
                  </a:cubicBezTo>
                  <a:cubicBezTo>
                    <a:pt x="396" y="19"/>
                    <a:pt x="395" y="19"/>
                    <a:pt x="394" y="19"/>
                  </a:cubicBezTo>
                  <a:cubicBezTo>
                    <a:pt x="393" y="19"/>
                    <a:pt x="393" y="20"/>
                    <a:pt x="393" y="20"/>
                  </a:cubicBezTo>
                  <a:cubicBezTo>
                    <a:pt x="392" y="20"/>
                    <a:pt x="392" y="20"/>
                    <a:pt x="391" y="20"/>
                  </a:cubicBezTo>
                  <a:cubicBezTo>
                    <a:pt x="390" y="20"/>
                    <a:pt x="389" y="19"/>
                    <a:pt x="389" y="19"/>
                  </a:cubicBezTo>
                  <a:cubicBezTo>
                    <a:pt x="388" y="19"/>
                    <a:pt x="387" y="18"/>
                    <a:pt x="387" y="18"/>
                  </a:cubicBezTo>
                  <a:cubicBezTo>
                    <a:pt x="386" y="18"/>
                    <a:pt x="386" y="18"/>
                    <a:pt x="386" y="17"/>
                  </a:cubicBezTo>
                  <a:cubicBezTo>
                    <a:pt x="385" y="16"/>
                    <a:pt x="384" y="15"/>
                    <a:pt x="383" y="14"/>
                  </a:cubicBezTo>
                  <a:cubicBezTo>
                    <a:pt x="383" y="14"/>
                    <a:pt x="383" y="14"/>
                    <a:pt x="383" y="13"/>
                  </a:cubicBezTo>
                  <a:cubicBezTo>
                    <a:pt x="382" y="13"/>
                    <a:pt x="382" y="13"/>
                    <a:pt x="382" y="12"/>
                  </a:cubicBezTo>
                  <a:cubicBezTo>
                    <a:pt x="381" y="12"/>
                    <a:pt x="381" y="12"/>
                    <a:pt x="381" y="11"/>
                  </a:cubicBezTo>
                  <a:cubicBezTo>
                    <a:pt x="380" y="11"/>
                    <a:pt x="380" y="11"/>
                    <a:pt x="379" y="11"/>
                  </a:cubicBezTo>
                  <a:cubicBezTo>
                    <a:pt x="379" y="10"/>
                    <a:pt x="378" y="10"/>
                    <a:pt x="378" y="9"/>
                  </a:cubicBezTo>
                  <a:cubicBezTo>
                    <a:pt x="377" y="9"/>
                    <a:pt x="376" y="9"/>
                    <a:pt x="376" y="9"/>
                  </a:cubicBezTo>
                  <a:cubicBezTo>
                    <a:pt x="375" y="8"/>
                    <a:pt x="375" y="8"/>
                    <a:pt x="374" y="8"/>
                  </a:cubicBezTo>
                  <a:cubicBezTo>
                    <a:pt x="374" y="7"/>
                    <a:pt x="373" y="8"/>
                    <a:pt x="373" y="7"/>
                  </a:cubicBezTo>
                  <a:cubicBezTo>
                    <a:pt x="372" y="7"/>
                    <a:pt x="371" y="6"/>
                    <a:pt x="369" y="7"/>
                  </a:cubicBezTo>
                  <a:cubicBezTo>
                    <a:pt x="369" y="7"/>
                    <a:pt x="369" y="7"/>
                    <a:pt x="368" y="7"/>
                  </a:cubicBezTo>
                  <a:cubicBezTo>
                    <a:pt x="368" y="8"/>
                    <a:pt x="368" y="8"/>
                    <a:pt x="367" y="8"/>
                  </a:cubicBezTo>
                  <a:cubicBezTo>
                    <a:pt x="367" y="9"/>
                    <a:pt x="366" y="10"/>
                    <a:pt x="365" y="10"/>
                  </a:cubicBezTo>
                  <a:cubicBezTo>
                    <a:pt x="364" y="10"/>
                    <a:pt x="362" y="10"/>
                    <a:pt x="361" y="11"/>
                  </a:cubicBezTo>
                  <a:cubicBezTo>
                    <a:pt x="360" y="11"/>
                    <a:pt x="359" y="12"/>
                    <a:pt x="358" y="12"/>
                  </a:cubicBezTo>
                  <a:cubicBezTo>
                    <a:pt x="357" y="13"/>
                    <a:pt x="357" y="13"/>
                    <a:pt x="356" y="13"/>
                  </a:cubicBezTo>
                  <a:cubicBezTo>
                    <a:pt x="354" y="13"/>
                    <a:pt x="354" y="14"/>
                    <a:pt x="352" y="14"/>
                  </a:cubicBezTo>
                  <a:cubicBezTo>
                    <a:pt x="350" y="15"/>
                    <a:pt x="349" y="17"/>
                    <a:pt x="347" y="18"/>
                  </a:cubicBezTo>
                  <a:cubicBezTo>
                    <a:pt x="347" y="18"/>
                    <a:pt x="346" y="18"/>
                    <a:pt x="346" y="19"/>
                  </a:cubicBezTo>
                  <a:cubicBezTo>
                    <a:pt x="345" y="19"/>
                    <a:pt x="345" y="19"/>
                    <a:pt x="344" y="20"/>
                  </a:cubicBezTo>
                  <a:cubicBezTo>
                    <a:pt x="344" y="20"/>
                    <a:pt x="343" y="20"/>
                    <a:pt x="343" y="20"/>
                  </a:cubicBezTo>
                  <a:cubicBezTo>
                    <a:pt x="342" y="21"/>
                    <a:pt x="341" y="21"/>
                    <a:pt x="340" y="22"/>
                  </a:cubicBezTo>
                  <a:cubicBezTo>
                    <a:pt x="339" y="22"/>
                    <a:pt x="339" y="22"/>
                    <a:pt x="338" y="22"/>
                  </a:cubicBezTo>
                  <a:cubicBezTo>
                    <a:pt x="337" y="23"/>
                    <a:pt x="337" y="23"/>
                    <a:pt x="336" y="24"/>
                  </a:cubicBezTo>
                  <a:cubicBezTo>
                    <a:pt x="335" y="24"/>
                    <a:pt x="334" y="24"/>
                    <a:pt x="333" y="24"/>
                  </a:cubicBezTo>
                  <a:cubicBezTo>
                    <a:pt x="332" y="25"/>
                    <a:pt x="332" y="25"/>
                    <a:pt x="331" y="26"/>
                  </a:cubicBezTo>
                  <a:cubicBezTo>
                    <a:pt x="329" y="26"/>
                    <a:pt x="328" y="26"/>
                    <a:pt x="326" y="27"/>
                  </a:cubicBezTo>
                  <a:cubicBezTo>
                    <a:pt x="326" y="27"/>
                    <a:pt x="326" y="27"/>
                    <a:pt x="325" y="28"/>
                  </a:cubicBezTo>
                  <a:cubicBezTo>
                    <a:pt x="324" y="28"/>
                    <a:pt x="324" y="28"/>
                    <a:pt x="323" y="28"/>
                  </a:cubicBezTo>
                  <a:cubicBezTo>
                    <a:pt x="323" y="28"/>
                    <a:pt x="322" y="29"/>
                    <a:pt x="322" y="29"/>
                  </a:cubicBezTo>
                  <a:cubicBezTo>
                    <a:pt x="322" y="29"/>
                    <a:pt x="321" y="29"/>
                    <a:pt x="321" y="29"/>
                  </a:cubicBezTo>
                  <a:cubicBezTo>
                    <a:pt x="320" y="30"/>
                    <a:pt x="319" y="30"/>
                    <a:pt x="318" y="29"/>
                  </a:cubicBezTo>
                  <a:cubicBezTo>
                    <a:pt x="316" y="29"/>
                    <a:pt x="314" y="29"/>
                    <a:pt x="312" y="29"/>
                  </a:cubicBezTo>
                  <a:cubicBezTo>
                    <a:pt x="310" y="30"/>
                    <a:pt x="308" y="31"/>
                    <a:pt x="307" y="31"/>
                  </a:cubicBezTo>
                  <a:cubicBezTo>
                    <a:pt x="306" y="31"/>
                    <a:pt x="306" y="32"/>
                    <a:pt x="305" y="32"/>
                  </a:cubicBezTo>
                  <a:cubicBezTo>
                    <a:pt x="304" y="31"/>
                    <a:pt x="303" y="32"/>
                    <a:pt x="302" y="32"/>
                  </a:cubicBezTo>
                  <a:cubicBezTo>
                    <a:pt x="299" y="33"/>
                    <a:pt x="296" y="33"/>
                    <a:pt x="293" y="34"/>
                  </a:cubicBezTo>
                  <a:cubicBezTo>
                    <a:pt x="292" y="35"/>
                    <a:pt x="291" y="35"/>
                    <a:pt x="290" y="35"/>
                  </a:cubicBezTo>
                  <a:cubicBezTo>
                    <a:pt x="289" y="36"/>
                    <a:pt x="289" y="36"/>
                    <a:pt x="288" y="36"/>
                  </a:cubicBezTo>
                  <a:cubicBezTo>
                    <a:pt x="288" y="37"/>
                    <a:pt x="287" y="36"/>
                    <a:pt x="287" y="37"/>
                  </a:cubicBezTo>
                  <a:cubicBezTo>
                    <a:pt x="286" y="37"/>
                    <a:pt x="286" y="38"/>
                    <a:pt x="285" y="38"/>
                  </a:cubicBezTo>
                  <a:cubicBezTo>
                    <a:pt x="284" y="39"/>
                    <a:pt x="283" y="39"/>
                    <a:pt x="282" y="40"/>
                  </a:cubicBezTo>
                  <a:cubicBezTo>
                    <a:pt x="281" y="40"/>
                    <a:pt x="280" y="41"/>
                    <a:pt x="279" y="41"/>
                  </a:cubicBezTo>
                  <a:cubicBezTo>
                    <a:pt x="277" y="42"/>
                    <a:pt x="274" y="43"/>
                    <a:pt x="273" y="45"/>
                  </a:cubicBezTo>
                  <a:cubicBezTo>
                    <a:pt x="272" y="45"/>
                    <a:pt x="271" y="45"/>
                    <a:pt x="271" y="45"/>
                  </a:cubicBezTo>
                  <a:cubicBezTo>
                    <a:pt x="270" y="46"/>
                    <a:pt x="270" y="46"/>
                    <a:pt x="269" y="47"/>
                  </a:cubicBezTo>
                  <a:cubicBezTo>
                    <a:pt x="269" y="47"/>
                    <a:pt x="268" y="47"/>
                    <a:pt x="267" y="48"/>
                  </a:cubicBezTo>
                  <a:cubicBezTo>
                    <a:pt x="267" y="48"/>
                    <a:pt x="266" y="49"/>
                    <a:pt x="265" y="49"/>
                  </a:cubicBezTo>
                  <a:cubicBezTo>
                    <a:pt x="263" y="50"/>
                    <a:pt x="261" y="52"/>
                    <a:pt x="258" y="54"/>
                  </a:cubicBezTo>
                  <a:cubicBezTo>
                    <a:pt x="256" y="55"/>
                    <a:pt x="254" y="56"/>
                    <a:pt x="252" y="58"/>
                  </a:cubicBezTo>
                  <a:cubicBezTo>
                    <a:pt x="250" y="59"/>
                    <a:pt x="247" y="60"/>
                    <a:pt x="246" y="58"/>
                  </a:cubicBezTo>
                  <a:cubicBezTo>
                    <a:pt x="245" y="58"/>
                    <a:pt x="245" y="57"/>
                    <a:pt x="244" y="57"/>
                  </a:cubicBezTo>
                  <a:cubicBezTo>
                    <a:pt x="244" y="57"/>
                    <a:pt x="243" y="57"/>
                    <a:pt x="243" y="56"/>
                  </a:cubicBezTo>
                  <a:cubicBezTo>
                    <a:pt x="241" y="56"/>
                    <a:pt x="239" y="57"/>
                    <a:pt x="238" y="57"/>
                  </a:cubicBezTo>
                  <a:cubicBezTo>
                    <a:pt x="235" y="57"/>
                    <a:pt x="232" y="57"/>
                    <a:pt x="229" y="56"/>
                  </a:cubicBezTo>
                  <a:cubicBezTo>
                    <a:pt x="227" y="56"/>
                    <a:pt x="226" y="56"/>
                    <a:pt x="224" y="56"/>
                  </a:cubicBezTo>
                  <a:cubicBezTo>
                    <a:pt x="223" y="56"/>
                    <a:pt x="222" y="56"/>
                    <a:pt x="222" y="56"/>
                  </a:cubicBezTo>
                  <a:cubicBezTo>
                    <a:pt x="221" y="56"/>
                    <a:pt x="220" y="56"/>
                    <a:pt x="219" y="57"/>
                  </a:cubicBezTo>
                  <a:cubicBezTo>
                    <a:pt x="218" y="57"/>
                    <a:pt x="216" y="57"/>
                    <a:pt x="215" y="57"/>
                  </a:cubicBezTo>
                  <a:cubicBezTo>
                    <a:pt x="213" y="57"/>
                    <a:pt x="212" y="57"/>
                    <a:pt x="210" y="57"/>
                  </a:cubicBezTo>
                  <a:cubicBezTo>
                    <a:pt x="210" y="57"/>
                    <a:pt x="209" y="57"/>
                    <a:pt x="208" y="57"/>
                  </a:cubicBezTo>
                  <a:cubicBezTo>
                    <a:pt x="207" y="57"/>
                    <a:pt x="206" y="58"/>
                    <a:pt x="205" y="58"/>
                  </a:cubicBezTo>
                  <a:cubicBezTo>
                    <a:pt x="203" y="57"/>
                    <a:pt x="202" y="58"/>
                    <a:pt x="200" y="58"/>
                  </a:cubicBezTo>
                  <a:cubicBezTo>
                    <a:pt x="198" y="58"/>
                    <a:pt x="197" y="58"/>
                    <a:pt x="196" y="58"/>
                  </a:cubicBezTo>
                  <a:cubicBezTo>
                    <a:pt x="195" y="58"/>
                    <a:pt x="193" y="58"/>
                    <a:pt x="192" y="58"/>
                  </a:cubicBezTo>
                  <a:cubicBezTo>
                    <a:pt x="190" y="58"/>
                    <a:pt x="189" y="59"/>
                    <a:pt x="188" y="59"/>
                  </a:cubicBezTo>
                  <a:cubicBezTo>
                    <a:pt x="187" y="60"/>
                    <a:pt x="186" y="61"/>
                    <a:pt x="186" y="62"/>
                  </a:cubicBezTo>
                  <a:cubicBezTo>
                    <a:pt x="183" y="64"/>
                    <a:pt x="181" y="60"/>
                    <a:pt x="179" y="59"/>
                  </a:cubicBezTo>
                  <a:cubicBezTo>
                    <a:pt x="177" y="57"/>
                    <a:pt x="174" y="56"/>
                    <a:pt x="171" y="56"/>
                  </a:cubicBezTo>
                  <a:cubicBezTo>
                    <a:pt x="169" y="56"/>
                    <a:pt x="168" y="55"/>
                    <a:pt x="167" y="56"/>
                  </a:cubicBezTo>
                  <a:cubicBezTo>
                    <a:pt x="165" y="56"/>
                    <a:pt x="164" y="57"/>
                    <a:pt x="163" y="58"/>
                  </a:cubicBezTo>
                  <a:cubicBezTo>
                    <a:pt x="162" y="58"/>
                    <a:pt x="160" y="59"/>
                    <a:pt x="158" y="59"/>
                  </a:cubicBezTo>
                  <a:cubicBezTo>
                    <a:pt x="157" y="58"/>
                    <a:pt x="156" y="59"/>
                    <a:pt x="154" y="59"/>
                  </a:cubicBezTo>
                  <a:cubicBezTo>
                    <a:pt x="152" y="60"/>
                    <a:pt x="151" y="60"/>
                    <a:pt x="150" y="60"/>
                  </a:cubicBezTo>
                  <a:cubicBezTo>
                    <a:pt x="148" y="59"/>
                    <a:pt x="145" y="60"/>
                    <a:pt x="143" y="60"/>
                  </a:cubicBezTo>
                  <a:cubicBezTo>
                    <a:pt x="141" y="60"/>
                    <a:pt x="139" y="60"/>
                    <a:pt x="137" y="60"/>
                  </a:cubicBezTo>
                  <a:cubicBezTo>
                    <a:pt x="136" y="59"/>
                    <a:pt x="134" y="60"/>
                    <a:pt x="133" y="60"/>
                  </a:cubicBezTo>
                  <a:cubicBezTo>
                    <a:pt x="131" y="60"/>
                    <a:pt x="129" y="61"/>
                    <a:pt x="128" y="61"/>
                  </a:cubicBezTo>
                  <a:cubicBezTo>
                    <a:pt x="126" y="61"/>
                    <a:pt x="125" y="60"/>
                    <a:pt x="123" y="60"/>
                  </a:cubicBezTo>
                  <a:cubicBezTo>
                    <a:pt x="122" y="59"/>
                    <a:pt x="121" y="60"/>
                    <a:pt x="120" y="60"/>
                  </a:cubicBezTo>
                  <a:cubicBezTo>
                    <a:pt x="120" y="59"/>
                    <a:pt x="120" y="59"/>
                    <a:pt x="119" y="59"/>
                  </a:cubicBezTo>
                  <a:cubicBezTo>
                    <a:pt x="118" y="59"/>
                    <a:pt x="116" y="59"/>
                    <a:pt x="115" y="59"/>
                  </a:cubicBezTo>
                  <a:cubicBezTo>
                    <a:pt x="114" y="59"/>
                    <a:pt x="114" y="59"/>
                    <a:pt x="113" y="59"/>
                  </a:cubicBezTo>
                  <a:cubicBezTo>
                    <a:pt x="112" y="60"/>
                    <a:pt x="111" y="59"/>
                    <a:pt x="110" y="60"/>
                  </a:cubicBezTo>
                  <a:cubicBezTo>
                    <a:pt x="110" y="60"/>
                    <a:pt x="109" y="60"/>
                    <a:pt x="108" y="61"/>
                  </a:cubicBezTo>
                  <a:cubicBezTo>
                    <a:pt x="107" y="62"/>
                    <a:pt x="108" y="62"/>
                    <a:pt x="106" y="62"/>
                  </a:cubicBezTo>
                  <a:cubicBezTo>
                    <a:pt x="105" y="62"/>
                    <a:pt x="104" y="62"/>
                    <a:pt x="103" y="63"/>
                  </a:cubicBezTo>
                  <a:cubicBezTo>
                    <a:pt x="100" y="63"/>
                    <a:pt x="96" y="63"/>
                    <a:pt x="92" y="63"/>
                  </a:cubicBezTo>
                  <a:cubicBezTo>
                    <a:pt x="89" y="62"/>
                    <a:pt x="87" y="63"/>
                    <a:pt x="84" y="64"/>
                  </a:cubicBezTo>
                  <a:cubicBezTo>
                    <a:pt x="83" y="65"/>
                    <a:pt x="82" y="65"/>
                    <a:pt x="81" y="65"/>
                  </a:cubicBezTo>
                  <a:cubicBezTo>
                    <a:pt x="79" y="65"/>
                    <a:pt x="78" y="64"/>
                    <a:pt x="76" y="64"/>
                  </a:cubicBezTo>
                  <a:cubicBezTo>
                    <a:pt x="75" y="64"/>
                    <a:pt x="73" y="64"/>
                    <a:pt x="71" y="64"/>
                  </a:cubicBezTo>
                  <a:cubicBezTo>
                    <a:pt x="69" y="64"/>
                    <a:pt x="68" y="65"/>
                    <a:pt x="66" y="65"/>
                  </a:cubicBezTo>
                  <a:cubicBezTo>
                    <a:pt x="65" y="66"/>
                    <a:pt x="63" y="66"/>
                    <a:pt x="62" y="67"/>
                  </a:cubicBezTo>
                  <a:cubicBezTo>
                    <a:pt x="61" y="68"/>
                    <a:pt x="60" y="68"/>
                    <a:pt x="59" y="68"/>
                  </a:cubicBezTo>
                  <a:cubicBezTo>
                    <a:pt x="58" y="67"/>
                    <a:pt x="57" y="68"/>
                    <a:pt x="56" y="67"/>
                  </a:cubicBezTo>
                  <a:cubicBezTo>
                    <a:pt x="56" y="67"/>
                    <a:pt x="55" y="66"/>
                    <a:pt x="55" y="66"/>
                  </a:cubicBezTo>
                  <a:cubicBezTo>
                    <a:pt x="55" y="65"/>
                    <a:pt x="55" y="64"/>
                    <a:pt x="54" y="64"/>
                  </a:cubicBezTo>
                  <a:cubicBezTo>
                    <a:pt x="53" y="63"/>
                    <a:pt x="52" y="62"/>
                    <a:pt x="50" y="62"/>
                  </a:cubicBezTo>
                  <a:cubicBezTo>
                    <a:pt x="49" y="62"/>
                    <a:pt x="48" y="61"/>
                    <a:pt x="47" y="61"/>
                  </a:cubicBezTo>
                  <a:cubicBezTo>
                    <a:pt x="47" y="61"/>
                    <a:pt x="46" y="61"/>
                    <a:pt x="45" y="61"/>
                  </a:cubicBezTo>
                  <a:cubicBezTo>
                    <a:pt x="45" y="61"/>
                    <a:pt x="45" y="61"/>
                    <a:pt x="44" y="60"/>
                  </a:cubicBezTo>
                  <a:cubicBezTo>
                    <a:pt x="43" y="60"/>
                    <a:pt x="42" y="60"/>
                    <a:pt x="41" y="59"/>
                  </a:cubicBezTo>
                  <a:cubicBezTo>
                    <a:pt x="40" y="59"/>
                    <a:pt x="39" y="59"/>
                    <a:pt x="38" y="59"/>
                  </a:cubicBezTo>
                  <a:cubicBezTo>
                    <a:pt x="37" y="60"/>
                    <a:pt x="37" y="60"/>
                    <a:pt x="36" y="61"/>
                  </a:cubicBezTo>
                  <a:cubicBezTo>
                    <a:pt x="36" y="61"/>
                    <a:pt x="35" y="61"/>
                    <a:pt x="34" y="61"/>
                  </a:cubicBezTo>
                  <a:cubicBezTo>
                    <a:pt x="34" y="62"/>
                    <a:pt x="34" y="62"/>
                    <a:pt x="33" y="63"/>
                  </a:cubicBezTo>
                  <a:cubicBezTo>
                    <a:pt x="33" y="63"/>
                    <a:pt x="33" y="63"/>
                    <a:pt x="33" y="64"/>
                  </a:cubicBezTo>
                  <a:cubicBezTo>
                    <a:pt x="32" y="64"/>
                    <a:pt x="32" y="65"/>
                    <a:pt x="32" y="65"/>
                  </a:cubicBezTo>
                  <a:cubicBezTo>
                    <a:pt x="31" y="65"/>
                    <a:pt x="30" y="66"/>
                    <a:pt x="29" y="66"/>
                  </a:cubicBezTo>
                  <a:cubicBezTo>
                    <a:pt x="28" y="66"/>
                    <a:pt x="27" y="66"/>
                    <a:pt x="26" y="67"/>
                  </a:cubicBezTo>
                  <a:cubicBezTo>
                    <a:pt x="25" y="68"/>
                    <a:pt x="25" y="69"/>
                    <a:pt x="24" y="69"/>
                  </a:cubicBezTo>
                  <a:cubicBezTo>
                    <a:pt x="24" y="70"/>
                    <a:pt x="23" y="70"/>
                    <a:pt x="22" y="71"/>
                  </a:cubicBezTo>
                  <a:cubicBezTo>
                    <a:pt x="22" y="71"/>
                    <a:pt x="21" y="71"/>
                    <a:pt x="21" y="72"/>
                  </a:cubicBezTo>
                  <a:cubicBezTo>
                    <a:pt x="20" y="73"/>
                    <a:pt x="19" y="73"/>
                    <a:pt x="17" y="73"/>
                  </a:cubicBezTo>
                  <a:cubicBezTo>
                    <a:pt x="15" y="73"/>
                    <a:pt x="15" y="73"/>
                    <a:pt x="13" y="72"/>
                  </a:cubicBezTo>
                  <a:cubicBezTo>
                    <a:pt x="12" y="71"/>
                    <a:pt x="10" y="72"/>
                    <a:pt x="8" y="72"/>
                  </a:cubicBezTo>
                  <a:cubicBezTo>
                    <a:pt x="6" y="72"/>
                    <a:pt x="2" y="72"/>
                    <a:pt x="0" y="72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800" y="123"/>
                    <a:pt x="800" y="123"/>
                    <a:pt x="800" y="123"/>
                  </a:cubicBezTo>
                  <a:lnTo>
                    <a:pt x="800" y="8"/>
                  </a:lnTo>
                  <a:close/>
                </a:path>
              </a:pathLst>
            </a:custGeom>
            <a:solidFill>
              <a:srgbClr val="C700D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80" name="Freeform 15">
              <a:extLst>
                <a:ext uri="{FF2B5EF4-FFF2-40B4-BE49-F238E27FC236}">
                  <a16:creationId xmlns:a16="http://schemas.microsoft.com/office/drawing/2014/main" id="{90DB991F-A2B7-5BF1-3F07-6DC565C77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03" y="3160477"/>
              <a:ext cx="4850807" cy="999708"/>
            </a:xfrm>
            <a:custGeom>
              <a:avLst/>
              <a:gdLst>
                <a:gd name="T0" fmla="*/ 794 w 800"/>
                <a:gd name="T1" fmla="*/ 14 h 122"/>
                <a:gd name="T2" fmla="*/ 782 w 800"/>
                <a:gd name="T3" fmla="*/ 15 h 122"/>
                <a:gd name="T4" fmla="*/ 772 w 800"/>
                <a:gd name="T5" fmla="*/ 18 h 122"/>
                <a:gd name="T6" fmla="*/ 754 w 800"/>
                <a:gd name="T7" fmla="*/ 21 h 122"/>
                <a:gd name="T8" fmla="*/ 743 w 800"/>
                <a:gd name="T9" fmla="*/ 21 h 122"/>
                <a:gd name="T10" fmla="*/ 726 w 800"/>
                <a:gd name="T11" fmla="*/ 12 h 122"/>
                <a:gd name="T12" fmla="*/ 715 w 800"/>
                <a:gd name="T13" fmla="*/ 8 h 122"/>
                <a:gd name="T14" fmla="*/ 699 w 800"/>
                <a:gd name="T15" fmla="*/ 1 h 122"/>
                <a:gd name="T16" fmla="*/ 687 w 800"/>
                <a:gd name="T17" fmla="*/ 2 h 122"/>
                <a:gd name="T18" fmla="*/ 672 w 800"/>
                <a:gd name="T19" fmla="*/ 11 h 122"/>
                <a:gd name="T20" fmla="*/ 652 w 800"/>
                <a:gd name="T21" fmla="*/ 11 h 122"/>
                <a:gd name="T22" fmla="*/ 641 w 800"/>
                <a:gd name="T23" fmla="*/ 13 h 122"/>
                <a:gd name="T24" fmla="*/ 621 w 800"/>
                <a:gd name="T25" fmla="*/ 13 h 122"/>
                <a:gd name="T26" fmla="*/ 605 w 800"/>
                <a:gd name="T27" fmla="*/ 7 h 122"/>
                <a:gd name="T28" fmla="*/ 596 w 800"/>
                <a:gd name="T29" fmla="*/ 6 h 122"/>
                <a:gd name="T30" fmla="*/ 576 w 800"/>
                <a:gd name="T31" fmla="*/ 10 h 122"/>
                <a:gd name="T32" fmla="*/ 559 w 800"/>
                <a:gd name="T33" fmla="*/ 21 h 122"/>
                <a:gd name="T34" fmla="*/ 536 w 800"/>
                <a:gd name="T35" fmla="*/ 21 h 122"/>
                <a:gd name="T36" fmla="*/ 519 w 800"/>
                <a:gd name="T37" fmla="*/ 23 h 122"/>
                <a:gd name="T38" fmla="*/ 502 w 800"/>
                <a:gd name="T39" fmla="*/ 30 h 122"/>
                <a:gd name="T40" fmla="*/ 491 w 800"/>
                <a:gd name="T41" fmla="*/ 31 h 122"/>
                <a:gd name="T42" fmla="*/ 485 w 800"/>
                <a:gd name="T43" fmla="*/ 28 h 122"/>
                <a:gd name="T44" fmla="*/ 462 w 800"/>
                <a:gd name="T45" fmla="*/ 26 h 122"/>
                <a:gd name="T46" fmla="*/ 423 w 800"/>
                <a:gd name="T47" fmla="*/ 24 h 122"/>
                <a:gd name="T48" fmla="*/ 407 w 800"/>
                <a:gd name="T49" fmla="*/ 22 h 122"/>
                <a:gd name="T50" fmla="*/ 397 w 800"/>
                <a:gd name="T51" fmla="*/ 16 h 122"/>
                <a:gd name="T52" fmla="*/ 381 w 800"/>
                <a:gd name="T53" fmla="*/ 16 h 122"/>
                <a:gd name="T54" fmla="*/ 372 w 800"/>
                <a:gd name="T55" fmla="*/ 10 h 122"/>
                <a:gd name="T56" fmla="*/ 352 w 800"/>
                <a:gd name="T57" fmla="*/ 12 h 122"/>
                <a:gd name="T58" fmla="*/ 340 w 800"/>
                <a:gd name="T59" fmla="*/ 19 h 122"/>
                <a:gd name="T60" fmla="*/ 326 w 800"/>
                <a:gd name="T61" fmla="*/ 24 h 122"/>
                <a:gd name="T62" fmla="*/ 304 w 800"/>
                <a:gd name="T63" fmla="*/ 27 h 122"/>
                <a:gd name="T64" fmla="*/ 289 w 800"/>
                <a:gd name="T65" fmla="*/ 33 h 122"/>
                <a:gd name="T66" fmla="*/ 278 w 800"/>
                <a:gd name="T67" fmla="*/ 40 h 122"/>
                <a:gd name="T68" fmla="*/ 262 w 800"/>
                <a:gd name="T69" fmla="*/ 46 h 122"/>
                <a:gd name="T70" fmla="*/ 249 w 800"/>
                <a:gd name="T71" fmla="*/ 53 h 122"/>
                <a:gd name="T72" fmla="*/ 236 w 800"/>
                <a:gd name="T73" fmla="*/ 49 h 122"/>
                <a:gd name="T74" fmla="*/ 224 w 800"/>
                <a:gd name="T75" fmla="*/ 50 h 122"/>
                <a:gd name="T76" fmla="*/ 204 w 800"/>
                <a:gd name="T77" fmla="*/ 51 h 122"/>
                <a:gd name="T78" fmla="*/ 196 w 800"/>
                <a:gd name="T79" fmla="*/ 51 h 122"/>
                <a:gd name="T80" fmla="*/ 186 w 800"/>
                <a:gd name="T81" fmla="*/ 53 h 122"/>
                <a:gd name="T82" fmla="*/ 167 w 800"/>
                <a:gd name="T83" fmla="*/ 47 h 122"/>
                <a:gd name="T84" fmla="*/ 155 w 800"/>
                <a:gd name="T85" fmla="*/ 50 h 122"/>
                <a:gd name="T86" fmla="*/ 142 w 800"/>
                <a:gd name="T87" fmla="*/ 50 h 122"/>
                <a:gd name="T88" fmla="*/ 130 w 800"/>
                <a:gd name="T89" fmla="*/ 51 h 122"/>
                <a:gd name="T90" fmla="*/ 120 w 800"/>
                <a:gd name="T91" fmla="*/ 51 h 122"/>
                <a:gd name="T92" fmla="*/ 106 w 800"/>
                <a:gd name="T93" fmla="*/ 54 h 122"/>
                <a:gd name="T94" fmla="*/ 84 w 800"/>
                <a:gd name="T95" fmla="*/ 55 h 122"/>
                <a:gd name="T96" fmla="*/ 62 w 800"/>
                <a:gd name="T97" fmla="*/ 59 h 122"/>
                <a:gd name="T98" fmla="*/ 56 w 800"/>
                <a:gd name="T99" fmla="*/ 56 h 122"/>
                <a:gd name="T100" fmla="*/ 42 w 800"/>
                <a:gd name="T101" fmla="*/ 50 h 122"/>
                <a:gd name="T102" fmla="*/ 33 w 800"/>
                <a:gd name="T103" fmla="*/ 54 h 122"/>
                <a:gd name="T104" fmla="*/ 15 w 800"/>
                <a:gd name="T105" fmla="*/ 62 h 122"/>
                <a:gd name="T106" fmla="*/ 3 w 800"/>
                <a:gd name="T107" fmla="*/ 58 h 122"/>
                <a:gd name="T108" fmla="*/ 800 w 800"/>
                <a:gd name="T109" fmla="*/ 1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00" h="122">
                  <a:moveTo>
                    <a:pt x="800" y="17"/>
                  </a:moveTo>
                  <a:cubicBezTo>
                    <a:pt x="799" y="17"/>
                    <a:pt x="799" y="16"/>
                    <a:pt x="798" y="16"/>
                  </a:cubicBezTo>
                  <a:cubicBezTo>
                    <a:pt x="797" y="15"/>
                    <a:pt x="796" y="16"/>
                    <a:pt x="796" y="15"/>
                  </a:cubicBezTo>
                  <a:cubicBezTo>
                    <a:pt x="795" y="15"/>
                    <a:pt x="795" y="14"/>
                    <a:pt x="794" y="14"/>
                  </a:cubicBezTo>
                  <a:cubicBezTo>
                    <a:pt x="794" y="14"/>
                    <a:pt x="793" y="13"/>
                    <a:pt x="792" y="13"/>
                  </a:cubicBezTo>
                  <a:cubicBezTo>
                    <a:pt x="791" y="13"/>
                    <a:pt x="789" y="13"/>
                    <a:pt x="788" y="13"/>
                  </a:cubicBezTo>
                  <a:cubicBezTo>
                    <a:pt x="787" y="13"/>
                    <a:pt x="785" y="15"/>
                    <a:pt x="784" y="15"/>
                  </a:cubicBezTo>
                  <a:cubicBezTo>
                    <a:pt x="783" y="15"/>
                    <a:pt x="783" y="15"/>
                    <a:pt x="782" y="15"/>
                  </a:cubicBezTo>
                  <a:cubicBezTo>
                    <a:pt x="781" y="15"/>
                    <a:pt x="781" y="16"/>
                    <a:pt x="781" y="16"/>
                  </a:cubicBezTo>
                  <a:cubicBezTo>
                    <a:pt x="779" y="17"/>
                    <a:pt x="778" y="17"/>
                    <a:pt x="776" y="17"/>
                  </a:cubicBezTo>
                  <a:cubicBezTo>
                    <a:pt x="776" y="18"/>
                    <a:pt x="775" y="18"/>
                    <a:pt x="775" y="18"/>
                  </a:cubicBezTo>
                  <a:cubicBezTo>
                    <a:pt x="774" y="18"/>
                    <a:pt x="773" y="18"/>
                    <a:pt x="772" y="18"/>
                  </a:cubicBezTo>
                  <a:cubicBezTo>
                    <a:pt x="771" y="18"/>
                    <a:pt x="770" y="19"/>
                    <a:pt x="769" y="19"/>
                  </a:cubicBezTo>
                  <a:cubicBezTo>
                    <a:pt x="767" y="21"/>
                    <a:pt x="763" y="20"/>
                    <a:pt x="760" y="20"/>
                  </a:cubicBezTo>
                  <a:cubicBezTo>
                    <a:pt x="758" y="20"/>
                    <a:pt x="757" y="20"/>
                    <a:pt x="755" y="21"/>
                  </a:cubicBezTo>
                  <a:cubicBezTo>
                    <a:pt x="755" y="21"/>
                    <a:pt x="755" y="21"/>
                    <a:pt x="754" y="21"/>
                  </a:cubicBezTo>
                  <a:cubicBezTo>
                    <a:pt x="753" y="22"/>
                    <a:pt x="753" y="22"/>
                    <a:pt x="752" y="22"/>
                  </a:cubicBezTo>
                  <a:cubicBezTo>
                    <a:pt x="751" y="22"/>
                    <a:pt x="751" y="23"/>
                    <a:pt x="751" y="23"/>
                  </a:cubicBezTo>
                  <a:cubicBezTo>
                    <a:pt x="750" y="23"/>
                    <a:pt x="749" y="23"/>
                    <a:pt x="749" y="23"/>
                  </a:cubicBezTo>
                  <a:cubicBezTo>
                    <a:pt x="746" y="23"/>
                    <a:pt x="745" y="22"/>
                    <a:pt x="743" y="21"/>
                  </a:cubicBezTo>
                  <a:cubicBezTo>
                    <a:pt x="741" y="19"/>
                    <a:pt x="739" y="17"/>
                    <a:pt x="736" y="16"/>
                  </a:cubicBezTo>
                  <a:cubicBezTo>
                    <a:pt x="735" y="15"/>
                    <a:pt x="734" y="15"/>
                    <a:pt x="734" y="15"/>
                  </a:cubicBezTo>
                  <a:cubicBezTo>
                    <a:pt x="733" y="15"/>
                    <a:pt x="733" y="14"/>
                    <a:pt x="732" y="14"/>
                  </a:cubicBezTo>
                  <a:cubicBezTo>
                    <a:pt x="730" y="13"/>
                    <a:pt x="728" y="13"/>
                    <a:pt x="726" y="12"/>
                  </a:cubicBezTo>
                  <a:cubicBezTo>
                    <a:pt x="725" y="12"/>
                    <a:pt x="724" y="11"/>
                    <a:pt x="723" y="10"/>
                  </a:cubicBezTo>
                  <a:cubicBezTo>
                    <a:pt x="722" y="9"/>
                    <a:pt x="721" y="9"/>
                    <a:pt x="719" y="9"/>
                  </a:cubicBezTo>
                  <a:cubicBezTo>
                    <a:pt x="719" y="9"/>
                    <a:pt x="718" y="8"/>
                    <a:pt x="718" y="8"/>
                  </a:cubicBezTo>
                  <a:cubicBezTo>
                    <a:pt x="717" y="8"/>
                    <a:pt x="716" y="8"/>
                    <a:pt x="715" y="8"/>
                  </a:cubicBezTo>
                  <a:cubicBezTo>
                    <a:pt x="713" y="7"/>
                    <a:pt x="711" y="7"/>
                    <a:pt x="710" y="6"/>
                  </a:cubicBezTo>
                  <a:cubicBezTo>
                    <a:pt x="709" y="5"/>
                    <a:pt x="708" y="4"/>
                    <a:pt x="707" y="4"/>
                  </a:cubicBezTo>
                  <a:cubicBezTo>
                    <a:pt x="706" y="3"/>
                    <a:pt x="704" y="3"/>
                    <a:pt x="703" y="3"/>
                  </a:cubicBezTo>
                  <a:cubicBezTo>
                    <a:pt x="702" y="2"/>
                    <a:pt x="701" y="2"/>
                    <a:pt x="699" y="1"/>
                  </a:cubicBezTo>
                  <a:cubicBezTo>
                    <a:pt x="698" y="0"/>
                    <a:pt x="697" y="0"/>
                    <a:pt x="695" y="0"/>
                  </a:cubicBezTo>
                  <a:cubicBezTo>
                    <a:pt x="693" y="0"/>
                    <a:pt x="692" y="0"/>
                    <a:pt x="691" y="1"/>
                  </a:cubicBezTo>
                  <a:cubicBezTo>
                    <a:pt x="690" y="1"/>
                    <a:pt x="689" y="1"/>
                    <a:pt x="689" y="1"/>
                  </a:cubicBezTo>
                  <a:cubicBezTo>
                    <a:pt x="688" y="1"/>
                    <a:pt x="687" y="2"/>
                    <a:pt x="687" y="2"/>
                  </a:cubicBezTo>
                  <a:cubicBezTo>
                    <a:pt x="685" y="3"/>
                    <a:pt x="684" y="3"/>
                    <a:pt x="683" y="3"/>
                  </a:cubicBezTo>
                  <a:cubicBezTo>
                    <a:pt x="682" y="4"/>
                    <a:pt x="682" y="4"/>
                    <a:pt x="681" y="4"/>
                  </a:cubicBezTo>
                  <a:cubicBezTo>
                    <a:pt x="681" y="5"/>
                    <a:pt x="680" y="5"/>
                    <a:pt x="679" y="5"/>
                  </a:cubicBezTo>
                  <a:cubicBezTo>
                    <a:pt x="676" y="7"/>
                    <a:pt x="675" y="9"/>
                    <a:pt x="672" y="11"/>
                  </a:cubicBezTo>
                  <a:cubicBezTo>
                    <a:pt x="671" y="11"/>
                    <a:pt x="669" y="12"/>
                    <a:pt x="668" y="11"/>
                  </a:cubicBezTo>
                  <a:cubicBezTo>
                    <a:pt x="667" y="11"/>
                    <a:pt x="667" y="11"/>
                    <a:pt x="666" y="11"/>
                  </a:cubicBezTo>
                  <a:cubicBezTo>
                    <a:pt x="665" y="11"/>
                    <a:pt x="664" y="11"/>
                    <a:pt x="663" y="11"/>
                  </a:cubicBezTo>
                  <a:cubicBezTo>
                    <a:pt x="660" y="11"/>
                    <a:pt x="656" y="10"/>
                    <a:pt x="652" y="11"/>
                  </a:cubicBezTo>
                  <a:cubicBezTo>
                    <a:pt x="651" y="12"/>
                    <a:pt x="649" y="12"/>
                    <a:pt x="648" y="13"/>
                  </a:cubicBezTo>
                  <a:cubicBezTo>
                    <a:pt x="648" y="13"/>
                    <a:pt x="647" y="13"/>
                    <a:pt x="646" y="13"/>
                  </a:cubicBezTo>
                  <a:cubicBezTo>
                    <a:pt x="645" y="13"/>
                    <a:pt x="644" y="13"/>
                    <a:pt x="644" y="13"/>
                  </a:cubicBezTo>
                  <a:cubicBezTo>
                    <a:pt x="643" y="13"/>
                    <a:pt x="642" y="13"/>
                    <a:pt x="641" y="13"/>
                  </a:cubicBezTo>
                  <a:cubicBezTo>
                    <a:pt x="640" y="13"/>
                    <a:pt x="639" y="14"/>
                    <a:pt x="639" y="14"/>
                  </a:cubicBezTo>
                  <a:cubicBezTo>
                    <a:pt x="637" y="14"/>
                    <a:pt x="634" y="13"/>
                    <a:pt x="632" y="13"/>
                  </a:cubicBezTo>
                  <a:cubicBezTo>
                    <a:pt x="630" y="12"/>
                    <a:pt x="629" y="12"/>
                    <a:pt x="627" y="12"/>
                  </a:cubicBezTo>
                  <a:cubicBezTo>
                    <a:pt x="625" y="12"/>
                    <a:pt x="623" y="13"/>
                    <a:pt x="621" y="13"/>
                  </a:cubicBezTo>
                  <a:cubicBezTo>
                    <a:pt x="619" y="13"/>
                    <a:pt x="618" y="13"/>
                    <a:pt x="616" y="12"/>
                  </a:cubicBezTo>
                  <a:cubicBezTo>
                    <a:pt x="614" y="11"/>
                    <a:pt x="612" y="11"/>
                    <a:pt x="610" y="10"/>
                  </a:cubicBezTo>
                  <a:cubicBezTo>
                    <a:pt x="609" y="10"/>
                    <a:pt x="608" y="9"/>
                    <a:pt x="606" y="8"/>
                  </a:cubicBezTo>
                  <a:cubicBezTo>
                    <a:pt x="605" y="8"/>
                    <a:pt x="605" y="8"/>
                    <a:pt x="605" y="7"/>
                  </a:cubicBezTo>
                  <a:cubicBezTo>
                    <a:pt x="604" y="7"/>
                    <a:pt x="603" y="6"/>
                    <a:pt x="603" y="6"/>
                  </a:cubicBezTo>
                  <a:cubicBezTo>
                    <a:pt x="602" y="6"/>
                    <a:pt x="601" y="6"/>
                    <a:pt x="601" y="6"/>
                  </a:cubicBezTo>
                  <a:cubicBezTo>
                    <a:pt x="600" y="6"/>
                    <a:pt x="600" y="5"/>
                    <a:pt x="599" y="5"/>
                  </a:cubicBezTo>
                  <a:cubicBezTo>
                    <a:pt x="598" y="4"/>
                    <a:pt x="597" y="6"/>
                    <a:pt x="596" y="6"/>
                  </a:cubicBezTo>
                  <a:cubicBezTo>
                    <a:pt x="594" y="6"/>
                    <a:pt x="593" y="7"/>
                    <a:pt x="591" y="7"/>
                  </a:cubicBezTo>
                  <a:cubicBezTo>
                    <a:pt x="589" y="7"/>
                    <a:pt x="587" y="8"/>
                    <a:pt x="584" y="9"/>
                  </a:cubicBezTo>
                  <a:cubicBezTo>
                    <a:pt x="583" y="9"/>
                    <a:pt x="581" y="10"/>
                    <a:pt x="580" y="10"/>
                  </a:cubicBezTo>
                  <a:cubicBezTo>
                    <a:pt x="578" y="10"/>
                    <a:pt x="577" y="10"/>
                    <a:pt x="576" y="10"/>
                  </a:cubicBezTo>
                  <a:cubicBezTo>
                    <a:pt x="575" y="11"/>
                    <a:pt x="573" y="13"/>
                    <a:pt x="572" y="13"/>
                  </a:cubicBezTo>
                  <a:cubicBezTo>
                    <a:pt x="570" y="14"/>
                    <a:pt x="569" y="14"/>
                    <a:pt x="567" y="15"/>
                  </a:cubicBezTo>
                  <a:cubicBezTo>
                    <a:pt x="565" y="16"/>
                    <a:pt x="563" y="16"/>
                    <a:pt x="562" y="18"/>
                  </a:cubicBezTo>
                  <a:cubicBezTo>
                    <a:pt x="561" y="19"/>
                    <a:pt x="560" y="20"/>
                    <a:pt x="559" y="21"/>
                  </a:cubicBezTo>
                  <a:cubicBezTo>
                    <a:pt x="557" y="22"/>
                    <a:pt x="556" y="21"/>
                    <a:pt x="554" y="21"/>
                  </a:cubicBezTo>
                  <a:cubicBezTo>
                    <a:pt x="553" y="20"/>
                    <a:pt x="551" y="20"/>
                    <a:pt x="549" y="20"/>
                  </a:cubicBezTo>
                  <a:cubicBezTo>
                    <a:pt x="547" y="20"/>
                    <a:pt x="546" y="20"/>
                    <a:pt x="544" y="20"/>
                  </a:cubicBezTo>
                  <a:cubicBezTo>
                    <a:pt x="541" y="20"/>
                    <a:pt x="539" y="21"/>
                    <a:pt x="536" y="21"/>
                  </a:cubicBezTo>
                  <a:cubicBezTo>
                    <a:pt x="534" y="21"/>
                    <a:pt x="532" y="21"/>
                    <a:pt x="530" y="21"/>
                  </a:cubicBezTo>
                  <a:cubicBezTo>
                    <a:pt x="528" y="21"/>
                    <a:pt x="525" y="20"/>
                    <a:pt x="523" y="21"/>
                  </a:cubicBezTo>
                  <a:cubicBezTo>
                    <a:pt x="523" y="21"/>
                    <a:pt x="521" y="21"/>
                    <a:pt x="521" y="22"/>
                  </a:cubicBezTo>
                  <a:cubicBezTo>
                    <a:pt x="520" y="22"/>
                    <a:pt x="520" y="23"/>
                    <a:pt x="519" y="23"/>
                  </a:cubicBezTo>
                  <a:cubicBezTo>
                    <a:pt x="518" y="24"/>
                    <a:pt x="515" y="23"/>
                    <a:pt x="513" y="23"/>
                  </a:cubicBezTo>
                  <a:cubicBezTo>
                    <a:pt x="511" y="24"/>
                    <a:pt x="509" y="25"/>
                    <a:pt x="507" y="26"/>
                  </a:cubicBezTo>
                  <a:cubicBezTo>
                    <a:pt x="506" y="26"/>
                    <a:pt x="505" y="28"/>
                    <a:pt x="504" y="29"/>
                  </a:cubicBezTo>
                  <a:cubicBezTo>
                    <a:pt x="503" y="29"/>
                    <a:pt x="502" y="29"/>
                    <a:pt x="502" y="30"/>
                  </a:cubicBezTo>
                  <a:cubicBezTo>
                    <a:pt x="502" y="31"/>
                    <a:pt x="502" y="31"/>
                    <a:pt x="501" y="31"/>
                  </a:cubicBezTo>
                  <a:cubicBezTo>
                    <a:pt x="500" y="33"/>
                    <a:pt x="498" y="33"/>
                    <a:pt x="496" y="33"/>
                  </a:cubicBezTo>
                  <a:cubicBezTo>
                    <a:pt x="495" y="34"/>
                    <a:pt x="494" y="33"/>
                    <a:pt x="493" y="32"/>
                  </a:cubicBezTo>
                  <a:cubicBezTo>
                    <a:pt x="492" y="32"/>
                    <a:pt x="491" y="32"/>
                    <a:pt x="491" y="31"/>
                  </a:cubicBezTo>
                  <a:cubicBezTo>
                    <a:pt x="490" y="31"/>
                    <a:pt x="490" y="31"/>
                    <a:pt x="489" y="31"/>
                  </a:cubicBezTo>
                  <a:cubicBezTo>
                    <a:pt x="489" y="31"/>
                    <a:pt x="489" y="30"/>
                    <a:pt x="489" y="30"/>
                  </a:cubicBezTo>
                  <a:cubicBezTo>
                    <a:pt x="488" y="30"/>
                    <a:pt x="487" y="30"/>
                    <a:pt x="487" y="30"/>
                  </a:cubicBezTo>
                  <a:cubicBezTo>
                    <a:pt x="486" y="30"/>
                    <a:pt x="485" y="29"/>
                    <a:pt x="485" y="28"/>
                  </a:cubicBezTo>
                  <a:cubicBezTo>
                    <a:pt x="483" y="28"/>
                    <a:pt x="481" y="28"/>
                    <a:pt x="480" y="27"/>
                  </a:cubicBezTo>
                  <a:cubicBezTo>
                    <a:pt x="479" y="27"/>
                    <a:pt x="478" y="27"/>
                    <a:pt x="477" y="27"/>
                  </a:cubicBezTo>
                  <a:cubicBezTo>
                    <a:pt x="474" y="26"/>
                    <a:pt x="471" y="27"/>
                    <a:pt x="468" y="27"/>
                  </a:cubicBezTo>
                  <a:cubicBezTo>
                    <a:pt x="466" y="27"/>
                    <a:pt x="464" y="26"/>
                    <a:pt x="462" y="26"/>
                  </a:cubicBezTo>
                  <a:cubicBezTo>
                    <a:pt x="460" y="25"/>
                    <a:pt x="459" y="25"/>
                    <a:pt x="457" y="25"/>
                  </a:cubicBezTo>
                  <a:cubicBezTo>
                    <a:pt x="453" y="25"/>
                    <a:pt x="449" y="25"/>
                    <a:pt x="445" y="25"/>
                  </a:cubicBezTo>
                  <a:cubicBezTo>
                    <a:pt x="440" y="25"/>
                    <a:pt x="435" y="25"/>
                    <a:pt x="430" y="25"/>
                  </a:cubicBezTo>
                  <a:cubicBezTo>
                    <a:pt x="428" y="25"/>
                    <a:pt x="426" y="24"/>
                    <a:pt x="423" y="24"/>
                  </a:cubicBezTo>
                  <a:cubicBezTo>
                    <a:pt x="421" y="24"/>
                    <a:pt x="420" y="23"/>
                    <a:pt x="418" y="22"/>
                  </a:cubicBezTo>
                  <a:cubicBezTo>
                    <a:pt x="416" y="22"/>
                    <a:pt x="414" y="21"/>
                    <a:pt x="412" y="21"/>
                  </a:cubicBezTo>
                  <a:cubicBezTo>
                    <a:pt x="411" y="21"/>
                    <a:pt x="411" y="21"/>
                    <a:pt x="410" y="21"/>
                  </a:cubicBezTo>
                  <a:cubicBezTo>
                    <a:pt x="409" y="21"/>
                    <a:pt x="408" y="21"/>
                    <a:pt x="407" y="22"/>
                  </a:cubicBezTo>
                  <a:cubicBezTo>
                    <a:pt x="406" y="22"/>
                    <a:pt x="406" y="21"/>
                    <a:pt x="405" y="20"/>
                  </a:cubicBezTo>
                  <a:cubicBezTo>
                    <a:pt x="404" y="20"/>
                    <a:pt x="403" y="20"/>
                    <a:pt x="401" y="20"/>
                  </a:cubicBezTo>
                  <a:cubicBezTo>
                    <a:pt x="401" y="20"/>
                    <a:pt x="400" y="20"/>
                    <a:pt x="399" y="20"/>
                  </a:cubicBezTo>
                  <a:cubicBezTo>
                    <a:pt x="398" y="19"/>
                    <a:pt x="398" y="17"/>
                    <a:pt x="397" y="16"/>
                  </a:cubicBezTo>
                  <a:cubicBezTo>
                    <a:pt x="396" y="16"/>
                    <a:pt x="395" y="16"/>
                    <a:pt x="393" y="17"/>
                  </a:cubicBezTo>
                  <a:cubicBezTo>
                    <a:pt x="391" y="17"/>
                    <a:pt x="388" y="17"/>
                    <a:pt x="385" y="17"/>
                  </a:cubicBezTo>
                  <a:cubicBezTo>
                    <a:pt x="384" y="17"/>
                    <a:pt x="383" y="17"/>
                    <a:pt x="382" y="17"/>
                  </a:cubicBezTo>
                  <a:cubicBezTo>
                    <a:pt x="381" y="16"/>
                    <a:pt x="382" y="16"/>
                    <a:pt x="381" y="16"/>
                  </a:cubicBezTo>
                  <a:cubicBezTo>
                    <a:pt x="380" y="15"/>
                    <a:pt x="379" y="14"/>
                    <a:pt x="378" y="13"/>
                  </a:cubicBezTo>
                  <a:cubicBezTo>
                    <a:pt x="377" y="13"/>
                    <a:pt x="376" y="13"/>
                    <a:pt x="375" y="13"/>
                  </a:cubicBezTo>
                  <a:cubicBezTo>
                    <a:pt x="375" y="12"/>
                    <a:pt x="374" y="12"/>
                    <a:pt x="373" y="11"/>
                  </a:cubicBezTo>
                  <a:cubicBezTo>
                    <a:pt x="373" y="11"/>
                    <a:pt x="373" y="11"/>
                    <a:pt x="372" y="10"/>
                  </a:cubicBezTo>
                  <a:cubicBezTo>
                    <a:pt x="369" y="9"/>
                    <a:pt x="366" y="9"/>
                    <a:pt x="363" y="9"/>
                  </a:cubicBezTo>
                  <a:cubicBezTo>
                    <a:pt x="361" y="9"/>
                    <a:pt x="360" y="9"/>
                    <a:pt x="358" y="9"/>
                  </a:cubicBezTo>
                  <a:cubicBezTo>
                    <a:pt x="357" y="10"/>
                    <a:pt x="356" y="9"/>
                    <a:pt x="354" y="10"/>
                  </a:cubicBezTo>
                  <a:cubicBezTo>
                    <a:pt x="353" y="11"/>
                    <a:pt x="353" y="11"/>
                    <a:pt x="352" y="12"/>
                  </a:cubicBezTo>
                  <a:cubicBezTo>
                    <a:pt x="351" y="12"/>
                    <a:pt x="350" y="12"/>
                    <a:pt x="350" y="13"/>
                  </a:cubicBezTo>
                  <a:cubicBezTo>
                    <a:pt x="349" y="13"/>
                    <a:pt x="349" y="14"/>
                    <a:pt x="348" y="15"/>
                  </a:cubicBezTo>
                  <a:cubicBezTo>
                    <a:pt x="347" y="15"/>
                    <a:pt x="345" y="16"/>
                    <a:pt x="343" y="17"/>
                  </a:cubicBezTo>
                  <a:cubicBezTo>
                    <a:pt x="342" y="18"/>
                    <a:pt x="342" y="19"/>
                    <a:pt x="340" y="19"/>
                  </a:cubicBezTo>
                  <a:cubicBezTo>
                    <a:pt x="338" y="21"/>
                    <a:pt x="336" y="21"/>
                    <a:pt x="334" y="22"/>
                  </a:cubicBezTo>
                  <a:cubicBezTo>
                    <a:pt x="332" y="22"/>
                    <a:pt x="331" y="22"/>
                    <a:pt x="330" y="23"/>
                  </a:cubicBezTo>
                  <a:cubicBezTo>
                    <a:pt x="329" y="23"/>
                    <a:pt x="329" y="24"/>
                    <a:pt x="328" y="24"/>
                  </a:cubicBezTo>
                  <a:cubicBezTo>
                    <a:pt x="328" y="24"/>
                    <a:pt x="327" y="24"/>
                    <a:pt x="326" y="24"/>
                  </a:cubicBezTo>
                  <a:cubicBezTo>
                    <a:pt x="325" y="25"/>
                    <a:pt x="324" y="25"/>
                    <a:pt x="323" y="25"/>
                  </a:cubicBezTo>
                  <a:cubicBezTo>
                    <a:pt x="320" y="25"/>
                    <a:pt x="319" y="25"/>
                    <a:pt x="317" y="24"/>
                  </a:cubicBezTo>
                  <a:cubicBezTo>
                    <a:pt x="314" y="23"/>
                    <a:pt x="311" y="24"/>
                    <a:pt x="308" y="25"/>
                  </a:cubicBezTo>
                  <a:cubicBezTo>
                    <a:pt x="307" y="26"/>
                    <a:pt x="305" y="27"/>
                    <a:pt x="304" y="27"/>
                  </a:cubicBezTo>
                  <a:cubicBezTo>
                    <a:pt x="302" y="28"/>
                    <a:pt x="299" y="27"/>
                    <a:pt x="297" y="27"/>
                  </a:cubicBezTo>
                  <a:cubicBezTo>
                    <a:pt x="296" y="28"/>
                    <a:pt x="296" y="29"/>
                    <a:pt x="295" y="29"/>
                  </a:cubicBezTo>
                  <a:cubicBezTo>
                    <a:pt x="294" y="29"/>
                    <a:pt x="293" y="29"/>
                    <a:pt x="292" y="29"/>
                  </a:cubicBezTo>
                  <a:cubicBezTo>
                    <a:pt x="291" y="30"/>
                    <a:pt x="290" y="32"/>
                    <a:pt x="289" y="33"/>
                  </a:cubicBezTo>
                  <a:cubicBezTo>
                    <a:pt x="287" y="34"/>
                    <a:pt x="286" y="34"/>
                    <a:pt x="284" y="35"/>
                  </a:cubicBezTo>
                  <a:cubicBezTo>
                    <a:pt x="283" y="36"/>
                    <a:pt x="283" y="36"/>
                    <a:pt x="282" y="36"/>
                  </a:cubicBezTo>
                  <a:cubicBezTo>
                    <a:pt x="281" y="37"/>
                    <a:pt x="281" y="37"/>
                    <a:pt x="280" y="38"/>
                  </a:cubicBezTo>
                  <a:cubicBezTo>
                    <a:pt x="280" y="38"/>
                    <a:pt x="279" y="39"/>
                    <a:pt x="278" y="40"/>
                  </a:cubicBezTo>
                  <a:cubicBezTo>
                    <a:pt x="277" y="40"/>
                    <a:pt x="276" y="40"/>
                    <a:pt x="275" y="41"/>
                  </a:cubicBezTo>
                  <a:cubicBezTo>
                    <a:pt x="274" y="43"/>
                    <a:pt x="273" y="43"/>
                    <a:pt x="271" y="43"/>
                  </a:cubicBezTo>
                  <a:cubicBezTo>
                    <a:pt x="269" y="44"/>
                    <a:pt x="269" y="44"/>
                    <a:pt x="267" y="45"/>
                  </a:cubicBezTo>
                  <a:cubicBezTo>
                    <a:pt x="266" y="46"/>
                    <a:pt x="264" y="46"/>
                    <a:pt x="262" y="46"/>
                  </a:cubicBezTo>
                  <a:cubicBezTo>
                    <a:pt x="261" y="46"/>
                    <a:pt x="261" y="47"/>
                    <a:pt x="260" y="47"/>
                  </a:cubicBezTo>
                  <a:cubicBezTo>
                    <a:pt x="260" y="47"/>
                    <a:pt x="259" y="47"/>
                    <a:pt x="258" y="48"/>
                  </a:cubicBezTo>
                  <a:cubicBezTo>
                    <a:pt x="257" y="48"/>
                    <a:pt x="256" y="49"/>
                    <a:pt x="255" y="50"/>
                  </a:cubicBezTo>
                  <a:cubicBezTo>
                    <a:pt x="253" y="51"/>
                    <a:pt x="252" y="53"/>
                    <a:pt x="249" y="53"/>
                  </a:cubicBezTo>
                  <a:cubicBezTo>
                    <a:pt x="248" y="54"/>
                    <a:pt x="246" y="54"/>
                    <a:pt x="245" y="53"/>
                  </a:cubicBezTo>
                  <a:cubicBezTo>
                    <a:pt x="245" y="52"/>
                    <a:pt x="245" y="51"/>
                    <a:pt x="245" y="51"/>
                  </a:cubicBezTo>
                  <a:cubicBezTo>
                    <a:pt x="244" y="50"/>
                    <a:pt x="242" y="51"/>
                    <a:pt x="241" y="51"/>
                  </a:cubicBezTo>
                  <a:cubicBezTo>
                    <a:pt x="239" y="51"/>
                    <a:pt x="238" y="50"/>
                    <a:pt x="236" y="49"/>
                  </a:cubicBezTo>
                  <a:cubicBezTo>
                    <a:pt x="235" y="49"/>
                    <a:pt x="233" y="49"/>
                    <a:pt x="231" y="49"/>
                  </a:cubicBezTo>
                  <a:cubicBezTo>
                    <a:pt x="230" y="49"/>
                    <a:pt x="230" y="50"/>
                    <a:pt x="228" y="50"/>
                  </a:cubicBezTo>
                  <a:cubicBezTo>
                    <a:pt x="227" y="50"/>
                    <a:pt x="227" y="50"/>
                    <a:pt x="226" y="50"/>
                  </a:cubicBezTo>
                  <a:cubicBezTo>
                    <a:pt x="226" y="51"/>
                    <a:pt x="225" y="50"/>
                    <a:pt x="224" y="50"/>
                  </a:cubicBezTo>
                  <a:cubicBezTo>
                    <a:pt x="224" y="51"/>
                    <a:pt x="223" y="51"/>
                    <a:pt x="222" y="51"/>
                  </a:cubicBezTo>
                  <a:cubicBezTo>
                    <a:pt x="221" y="51"/>
                    <a:pt x="220" y="51"/>
                    <a:pt x="220" y="51"/>
                  </a:cubicBezTo>
                  <a:cubicBezTo>
                    <a:pt x="218" y="51"/>
                    <a:pt x="216" y="50"/>
                    <a:pt x="214" y="51"/>
                  </a:cubicBezTo>
                  <a:cubicBezTo>
                    <a:pt x="211" y="51"/>
                    <a:pt x="208" y="51"/>
                    <a:pt x="204" y="51"/>
                  </a:cubicBezTo>
                  <a:cubicBezTo>
                    <a:pt x="204" y="51"/>
                    <a:pt x="203" y="50"/>
                    <a:pt x="202" y="50"/>
                  </a:cubicBezTo>
                  <a:cubicBezTo>
                    <a:pt x="201" y="51"/>
                    <a:pt x="200" y="51"/>
                    <a:pt x="199" y="51"/>
                  </a:cubicBezTo>
                  <a:cubicBezTo>
                    <a:pt x="198" y="51"/>
                    <a:pt x="197" y="51"/>
                    <a:pt x="197" y="51"/>
                  </a:cubicBezTo>
                  <a:cubicBezTo>
                    <a:pt x="196" y="51"/>
                    <a:pt x="196" y="51"/>
                    <a:pt x="196" y="51"/>
                  </a:cubicBezTo>
                  <a:cubicBezTo>
                    <a:pt x="195" y="51"/>
                    <a:pt x="195" y="51"/>
                    <a:pt x="194" y="52"/>
                  </a:cubicBezTo>
                  <a:cubicBezTo>
                    <a:pt x="194" y="52"/>
                    <a:pt x="194" y="52"/>
                    <a:pt x="193" y="53"/>
                  </a:cubicBezTo>
                  <a:cubicBezTo>
                    <a:pt x="192" y="53"/>
                    <a:pt x="191" y="52"/>
                    <a:pt x="191" y="53"/>
                  </a:cubicBezTo>
                  <a:cubicBezTo>
                    <a:pt x="189" y="53"/>
                    <a:pt x="187" y="53"/>
                    <a:pt x="186" y="53"/>
                  </a:cubicBezTo>
                  <a:cubicBezTo>
                    <a:pt x="184" y="52"/>
                    <a:pt x="182" y="52"/>
                    <a:pt x="181" y="51"/>
                  </a:cubicBezTo>
                  <a:cubicBezTo>
                    <a:pt x="180" y="51"/>
                    <a:pt x="179" y="50"/>
                    <a:pt x="178" y="50"/>
                  </a:cubicBezTo>
                  <a:cubicBezTo>
                    <a:pt x="177" y="49"/>
                    <a:pt x="177" y="49"/>
                    <a:pt x="176" y="48"/>
                  </a:cubicBezTo>
                  <a:cubicBezTo>
                    <a:pt x="174" y="47"/>
                    <a:pt x="170" y="45"/>
                    <a:pt x="167" y="47"/>
                  </a:cubicBezTo>
                  <a:cubicBezTo>
                    <a:pt x="166" y="47"/>
                    <a:pt x="166" y="47"/>
                    <a:pt x="165" y="48"/>
                  </a:cubicBezTo>
                  <a:cubicBezTo>
                    <a:pt x="165" y="48"/>
                    <a:pt x="164" y="49"/>
                    <a:pt x="164" y="49"/>
                  </a:cubicBezTo>
                  <a:cubicBezTo>
                    <a:pt x="162" y="50"/>
                    <a:pt x="161" y="49"/>
                    <a:pt x="160" y="48"/>
                  </a:cubicBezTo>
                  <a:cubicBezTo>
                    <a:pt x="158" y="48"/>
                    <a:pt x="156" y="49"/>
                    <a:pt x="155" y="50"/>
                  </a:cubicBezTo>
                  <a:cubicBezTo>
                    <a:pt x="153" y="50"/>
                    <a:pt x="150" y="49"/>
                    <a:pt x="149" y="50"/>
                  </a:cubicBezTo>
                  <a:cubicBezTo>
                    <a:pt x="148" y="51"/>
                    <a:pt x="148" y="51"/>
                    <a:pt x="147" y="52"/>
                  </a:cubicBezTo>
                  <a:cubicBezTo>
                    <a:pt x="146" y="52"/>
                    <a:pt x="145" y="52"/>
                    <a:pt x="144" y="51"/>
                  </a:cubicBezTo>
                  <a:cubicBezTo>
                    <a:pt x="143" y="51"/>
                    <a:pt x="143" y="51"/>
                    <a:pt x="142" y="50"/>
                  </a:cubicBezTo>
                  <a:cubicBezTo>
                    <a:pt x="141" y="50"/>
                    <a:pt x="140" y="50"/>
                    <a:pt x="140" y="49"/>
                  </a:cubicBezTo>
                  <a:cubicBezTo>
                    <a:pt x="138" y="48"/>
                    <a:pt x="135" y="49"/>
                    <a:pt x="133" y="50"/>
                  </a:cubicBezTo>
                  <a:cubicBezTo>
                    <a:pt x="132" y="50"/>
                    <a:pt x="133" y="50"/>
                    <a:pt x="132" y="51"/>
                  </a:cubicBezTo>
                  <a:cubicBezTo>
                    <a:pt x="131" y="51"/>
                    <a:pt x="131" y="50"/>
                    <a:pt x="130" y="51"/>
                  </a:cubicBezTo>
                  <a:cubicBezTo>
                    <a:pt x="129" y="51"/>
                    <a:pt x="128" y="51"/>
                    <a:pt x="127" y="50"/>
                  </a:cubicBezTo>
                  <a:cubicBezTo>
                    <a:pt x="126" y="50"/>
                    <a:pt x="126" y="50"/>
                    <a:pt x="125" y="50"/>
                  </a:cubicBezTo>
                  <a:cubicBezTo>
                    <a:pt x="125" y="50"/>
                    <a:pt x="124" y="50"/>
                    <a:pt x="123" y="51"/>
                  </a:cubicBezTo>
                  <a:cubicBezTo>
                    <a:pt x="122" y="51"/>
                    <a:pt x="121" y="51"/>
                    <a:pt x="120" y="51"/>
                  </a:cubicBezTo>
                  <a:cubicBezTo>
                    <a:pt x="117" y="50"/>
                    <a:pt x="114" y="50"/>
                    <a:pt x="112" y="51"/>
                  </a:cubicBezTo>
                  <a:cubicBezTo>
                    <a:pt x="110" y="51"/>
                    <a:pt x="109" y="52"/>
                    <a:pt x="108" y="52"/>
                  </a:cubicBezTo>
                  <a:cubicBezTo>
                    <a:pt x="108" y="53"/>
                    <a:pt x="107" y="53"/>
                    <a:pt x="107" y="53"/>
                  </a:cubicBezTo>
                  <a:cubicBezTo>
                    <a:pt x="106" y="53"/>
                    <a:pt x="106" y="54"/>
                    <a:pt x="106" y="54"/>
                  </a:cubicBezTo>
                  <a:cubicBezTo>
                    <a:pt x="105" y="54"/>
                    <a:pt x="103" y="54"/>
                    <a:pt x="102" y="54"/>
                  </a:cubicBezTo>
                  <a:cubicBezTo>
                    <a:pt x="100" y="54"/>
                    <a:pt x="99" y="54"/>
                    <a:pt x="98" y="54"/>
                  </a:cubicBezTo>
                  <a:cubicBezTo>
                    <a:pt x="96" y="53"/>
                    <a:pt x="94" y="53"/>
                    <a:pt x="91" y="54"/>
                  </a:cubicBezTo>
                  <a:cubicBezTo>
                    <a:pt x="89" y="55"/>
                    <a:pt x="87" y="55"/>
                    <a:pt x="84" y="55"/>
                  </a:cubicBezTo>
                  <a:cubicBezTo>
                    <a:pt x="81" y="55"/>
                    <a:pt x="79" y="55"/>
                    <a:pt x="77" y="56"/>
                  </a:cubicBezTo>
                  <a:cubicBezTo>
                    <a:pt x="75" y="56"/>
                    <a:pt x="74" y="56"/>
                    <a:pt x="73" y="56"/>
                  </a:cubicBezTo>
                  <a:cubicBezTo>
                    <a:pt x="71" y="56"/>
                    <a:pt x="70" y="56"/>
                    <a:pt x="68" y="57"/>
                  </a:cubicBezTo>
                  <a:cubicBezTo>
                    <a:pt x="66" y="57"/>
                    <a:pt x="64" y="58"/>
                    <a:pt x="62" y="59"/>
                  </a:cubicBezTo>
                  <a:cubicBezTo>
                    <a:pt x="61" y="59"/>
                    <a:pt x="60" y="59"/>
                    <a:pt x="60" y="59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8" y="57"/>
                    <a:pt x="58" y="57"/>
                    <a:pt x="57" y="57"/>
                  </a:cubicBezTo>
                  <a:cubicBezTo>
                    <a:pt x="57" y="56"/>
                    <a:pt x="57" y="56"/>
                    <a:pt x="56" y="56"/>
                  </a:cubicBezTo>
                  <a:cubicBezTo>
                    <a:pt x="56" y="56"/>
                    <a:pt x="56" y="55"/>
                    <a:pt x="55" y="55"/>
                  </a:cubicBezTo>
                  <a:cubicBezTo>
                    <a:pt x="53" y="55"/>
                    <a:pt x="52" y="53"/>
                    <a:pt x="50" y="52"/>
                  </a:cubicBezTo>
                  <a:cubicBezTo>
                    <a:pt x="49" y="52"/>
                    <a:pt x="48" y="51"/>
                    <a:pt x="47" y="50"/>
                  </a:cubicBezTo>
                  <a:cubicBezTo>
                    <a:pt x="45" y="49"/>
                    <a:pt x="45" y="49"/>
                    <a:pt x="42" y="50"/>
                  </a:cubicBezTo>
                  <a:cubicBezTo>
                    <a:pt x="41" y="51"/>
                    <a:pt x="40" y="51"/>
                    <a:pt x="39" y="51"/>
                  </a:cubicBezTo>
                  <a:cubicBezTo>
                    <a:pt x="38" y="52"/>
                    <a:pt x="38" y="52"/>
                    <a:pt x="37" y="53"/>
                  </a:cubicBezTo>
                  <a:cubicBezTo>
                    <a:pt x="37" y="53"/>
                    <a:pt x="36" y="52"/>
                    <a:pt x="36" y="52"/>
                  </a:cubicBezTo>
                  <a:cubicBezTo>
                    <a:pt x="34" y="53"/>
                    <a:pt x="34" y="54"/>
                    <a:pt x="33" y="54"/>
                  </a:cubicBezTo>
                  <a:cubicBezTo>
                    <a:pt x="32" y="55"/>
                    <a:pt x="31" y="55"/>
                    <a:pt x="31" y="56"/>
                  </a:cubicBezTo>
                  <a:cubicBezTo>
                    <a:pt x="29" y="56"/>
                    <a:pt x="28" y="56"/>
                    <a:pt x="26" y="57"/>
                  </a:cubicBezTo>
                  <a:cubicBezTo>
                    <a:pt x="25" y="57"/>
                    <a:pt x="23" y="58"/>
                    <a:pt x="22" y="59"/>
                  </a:cubicBezTo>
                  <a:cubicBezTo>
                    <a:pt x="21" y="60"/>
                    <a:pt x="17" y="63"/>
                    <a:pt x="15" y="62"/>
                  </a:cubicBezTo>
                  <a:cubicBezTo>
                    <a:pt x="15" y="61"/>
                    <a:pt x="15" y="60"/>
                    <a:pt x="14" y="59"/>
                  </a:cubicBezTo>
                  <a:cubicBezTo>
                    <a:pt x="13" y="59"/>
                    <a:pt x="11" y="59"/>
                    <a:pt x="10" y="58"/>
                  </a:cubicBezTo>
                  <a:cubicBezTo>
                    <a:pt x="8" y="58"/>
                    <a:pt x="6" y="59"/>
                    <a:pt x="4" y="59"/>
                  </a:cubicBezTo>
                  <a:cubicBezTo>
                    <a:pt x="4" y="58"/>
                    <a:pt x="3" y="58"/>
                    <a:pt x="3" y="58"/>
                  </a:cubicBezTo>
                  <a:cubicBezTo>
                    <a:pt x="2" y="59"/>
                    <a:pt x="1" y="59"/>
                    <a:pt x="0" y="59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800" y="122"/>
                    <a:pt x="800" y="122"/>
                    <a:pt x="800" y="122"/>
                  </a:cubicBezTo>
                  <a:lnTo>
                    <a:pt x="800" y="17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5C7F24AC-AD57-A9E3-7B33-B1E1BCEEF537}"/>
                </a:ext>
              </a:extLst>
            </p:cNvPr>
            <p:cNvGrpSpPr/>
            <p:nvPr/>
          </p:nvGrpSpPr>
          <p:grpSpPr>
            <a:xfrm>
              <a:off x="4305772" y="1842274"/>
              <a:ext cx="4862165" cy="2319955"/>
              <a:chOff x="4305772" y="1842274"/>
              <a:chExt cx="2342273" cy="832582"/>
            </a:xfrm>
          </p:grpSpPr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7D47CED4-1DFC-D688-F213-DD1991CE396F}"/>
                  </a:ext>
                </a:extLst>
              </p:cNvPr>
              <p:cNvGrpSpPr/>
              <p:nvPr/>
            </p:nvGrpSpPr>
            <p:grpSpPr>
              <a:xfrm>
                <a:off x="4305772" y="1842274"/>
                <a:ext cx="2186251" cy="832582"/>
                <a:chOff x="4305772" y="1842274"/>
                <a:chExt cx="2186251" cy="1046163"/>
              </a:xfrm>
            </p:grpSpPr>
            <p:sp>
              <p:nvSpPr>
                <p:cNvPr id="187" name="Line 16">
                  <a:extLst>
                    <a:ext uri="{FF2B5EF4-FFF2-40B4-BE49-F238E27FC236}">
                      <a16:creationId xmlns:a16="http://schemas.microsoft.com/office/drawing/2014/main" id="{D6E47D5F-09A8-3D26-C5F5-959186A204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33110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" name="Line 17">
                  <a:extLst>
                    <a:ext uri="{FF2B5EF4-FFF2-40B4-BE49-F238E27FC236}">
                      <a16:creationId xmlns:a16="http://schemas.microsoft.com/office/drawing/2014/main" id="{B3AEC923-C88A-3204-7370-A7F17E858B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758598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" name="Line 18">
                  <a:extLst>
                    <a:ext uri="{FF2B5EF4-FFF2-40B4-BE49-F238E27FC236}">
                      <a16:creationId xmlns:a16="http://schemas.microsoft.com/office/drawing/2014/main" id="{F2B42C6E-8B6C-8F5D-A12E-7CB6880651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492023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" name="Line 16">
                  <a:extLst>
                    <a:ext uri="{FF2B5EF4-FFF2-40B4-BE49-F238E27FC236}">
                      <a16:creationId xmlns:a16="http://schemas.microsoft.com/office/drawing/2014/main" id="{C3FCE9F9-F6D5-215C-C08F-335B6EB404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305772" y="1842274"/>
                  <a:ext cx="0" cy="1046163"/>
                </a:xfrm>
                <a:prstGeom prst="line">
                  <a:avLst/>
                </a:prstGeom>
                <a:noFill/>
                <a:ln w="9525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p:grp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22BAC7EC-142F-645F-9566-6527FD1D5A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05772" y="2674123"/>
                <a:ext cx="2342273" cy="733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  <a:miter lim="800000"/>
                <a:tailEnd type="none"/>
              </a:ln>
              <a:effectLst/>
            </p:spPr>
          </p:cxn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2BB9AAE3-72B8-CFC5-623B-41602B25FB64}"/>
                </a:ext>
              </a:extLst>
            </p:cNvPr>
            <p:cNvGrpSpPr/>
            <p:nvPr/>
          </p:nvGrpSpPr>
          <p:grpSpPr>
            <a:xfrm>
              <a:off x="4429236" y="4355059"/>
              <a:ext cx="4643317" cy="235626"/>
              <a:chOff x="4429236" y="4355059"/>
              <a:chExt cx="4643317" cy="235626"/>
            </a:xfrm>
          </p:grpSpPr>
          <p:cxnSp>
            <p:nvCxnSpPr>
              <p:cNvPr id="183" name="Straight Arrow Connector 182">
                <a:extLst>
                  <a:ext uri="{FF2B5EF4-FFF2-40B4-BE49-F238E27FC236}">
                    <a16:creationId xmlns:a16="http://schemas.microsoft.com/office/drawing/2014/main" id="{2830F8DB-A641-89AA-6529-04D38ADE1913}"/>
                  </a:ext>
                </a:extLst>
              </p:cNvPr>
              <p:cNvCxnSpPr/>
              <p:nvPr/>
            </p:nvCxnSpPr>
            <p:spPr>
              <a:xfrm>
                <a:off x="4429236" y="4475718"/>
                <a:ext cx="464331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TextBox 26">
                <a:extLst>
                  <a:ext uri="{FF2B5EF4-FFF2-40B4-BE49-F238E27FC236}">
                    <a16:creationId xmlns:a16="http://schemas.microsoft.com/office/drawing/2014/main" id="{46EE89CF-6FE3-E408-BDD9-59B36E1EF034}"/>
                  </a:ext>
                </a:extLst>
              </p:cNvPr>
              <p:cNvSpPr txBox="1"/>
              <p:nvPr/>
            </p:nvSpPr>
            <p:spPr>
              <a:xfrm>
                <a:off x="6393281" y="4355059"/>
                <a:ext cx="715225" cy="23562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100" b="1" noProof="0" dirty="0"/>
                  <a:t>Tiempo</a:t>
                </a:r>
              </a:p>
            </p:txBody>
          </p:sp>
        </p:grp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7D70BF79-8B25-BCA7-CBC1-90B89263CE7D}"/>
              </a:ext>
            </a:extLst>
          </p:cNvPr>
          <p:cNvGrpSpPr/>
          <p:nvPr/>
        </p:nvGrpSpPr>
        <p:grpSpPr>
          <a:xfrm>
            <a:off x="6999791" y="2264487"/>
            <a:ext cx="852495" cy="1104175"/>
            <a:chOff x="8356657" y="1858453"/>
            <a:chExt cx="949960" cy="1745378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6D86A31C-8522-6B74-F7C9-55BCAEF82F98}"/>
                </a:ext>
              </a:extLst>
            </p:cNvPr>
            <p:cNvSpPr/>
            <p:nvPr/>
          </p:nvSpPr>
          <p:spPr>
            <a:xfrm>
              <a:off x="8356657" y="3295857"/>
              <a:ext cx="949960" cy="307974"/>
            </a:xfrm>
            <a:prstGeom prst="rect">
              <a:avLst/>
            </a:prstGeom>
            <a:solidFill>
              <a:srgbClr val="802AB7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YouTube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E9ED5EC-CE50-F9F9-88BF-51CEC0EBEC54}"/>
                </a:ext>
              </a:extLst>
            </p:cNvPr>
            <p:cNvSpPr/>
            <p:nvPr/>
          </p:nvSpPr>
          <p:spPr>
            <a:xfrm>
              <a:off x="8356657" y="3062422"/>
              <a:ext cx="949960" cy="217487"/>
            </a:xfrm>
            <a:prstGeom prst="rect">
              <a:avLst/>
            </a:prstGeom>
            <a:solidFill>
              <a:srgbClr val="0048B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Banner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CDC72BC2-239E-B1B6-31A8-81D735DD26F3}"/>
                </a:ext>
              </a:extLst>
            </p:cNvPr>
            <p:cNvSpPr/>
            <p:nvPr/>
          </p:nvSpPr>
          <p:spPr>
            <a:xfrm>
              <a:off x="8356657" y="2152714"/>
              <a:ext cx="949960" cy="893760"/>
            </a:xfrm>
            <a:prstGeom prst="rect">
              <a:avLst/>
            </a:prstGeom>
            <a:solidFill>
              <a:srgbClr val="0060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Search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A3544688-EECC-89DD-95DA-E593E5F4D722}"/>
                </a:ext>
              </a:extLst>
            </p:cNvPr>
            <p:cNvSpPr/>
            <p:nvPr/>
          </p:nvSpPr>
          <p:spPr>
            <a:xfrm>
              <a:off x="8356657" y="2017705"/>
              <a:ext cx="949960" cy="119061"/>
            </a:xfrm>
            <a:prstGeom prst="rect">
              <a:avLst/>
            </a:prstGeom>
            <a:solidFill>
              <a:srgbClr val="99BF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Facebook</a:t>
              </a: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6051D5E0-6D03-B454-CF61-A5D2D345372A}"/>
                </a:ext>
              </a:extLst>
            </p:cNvPr>
            <p:cNvSpPr/>
            <p:nvPr/>
          </p:nvSpPr>
          <p:spPr>
            <a:xfrm>
              <a:off x="8356657" y="1858453"/>
              <a:ext cx="949960" cy="143304"/>
            </a:xfrm>
            <a:prstGeom prst="rect">
              <a:avLst/>
            </a:prstGeom>
            <a:solidFill>
              <a:srgbClr val="00B6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X</a:t>
              </a:r>
            </a:p>
          </p:txBody>
        </p:sp>
      </p:grp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4AB50F1-4F8D-12F1-282C-EB22F4EE7465}"/>
              </a:ext>
            </a:extLst>
          </p:cNvPr>
          <p:cNvCxnSpPr>
            <a:cxnSpLocks/>
            <a:endCxn id="204" idx="3"/>
          </p:cNvCxnSpPr>
          <p:nvPr/>
        </p:nvCxnSpPr>
        <p:spPr>
          <a:xfrm flipH="1" flipV="1">
            <a:off x="7852286" y="2309816"/>
            <a:ext cx="1385982" cy="498104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3778E38-707C-DCC4-A6F7-440396A924F2}"/>
              </a:ext>
            </a:extLst>
          </p:cNvPr>
          <p:cNvCxnSpPr>
            <a:cxnSpLocks/>
          </p:cNvCxnSpPr>
          <p:nvPr/>
        </p:nvCxnSpPr>
        <p:spPr>
          <a:xfrm flipH="1">
            <a:off x="7981557" y="3053924"/>
            <a:ext cx="1256711" cy="29529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8" name="Chart 207">
            <a:extLst>
              <a:ext uri="{FF2B5EF4-FFF2-40B4-BE49-F238E27FC236}">
                <a16:creationId xmlns:a16="http://schemas.microsoft.com/office/drawing/2014/main" id="{6C8D9979-3688-7898-4CD0-CAE7DF655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032420"/>
              </p:ext>
            </p:extLst>
          </p:nvPr>
        </p:nvGraphicFramePr>
        <p:xfrm>
          <a:off x="8704683" y="1936863"/>
          <a:ext cx="2399065" cy="1871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6" name="Chart 215">
            <a:extLst>
              <a:ext uri="{FF2B5EF4-FFF2-40B4-BE49-F238E27FC236}">
                <a16:creationId xmlns:a16="http://schemas.microsoft.com/office/drawing/2014/main" id="{21DFB0B2-3209-FB09-21BB-1656F7FD78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7439029"/>
              </p:ext>
            </p:extLst>
          </p:nvPr>
        </p:nvGraphicFramePr>
        <p:xfrm>
          <a:off x="405769" y="4228949"/>
          <a:ext cx="2385055" cy="1565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D86B67E-274B-AD57-1DAE-9CD09CD9F765}"/>
              </a:ext>
            </a:extLst>
          </p:cNvPr>
          <p:cNvGrpSpPr/>
          <p:nvPr/>
        </p:nvGrpSpPr>
        <p:grpSpPr>
          <a:xfrm>
            <a:off x="11121735" y="-11673"/>
            <a:ext cx="1070265" cy="1080000"/>
            <a:chOff x="10714383" y="-2207"/>
            <a:chExt cx="1477616" cy="1308717"/>
          </a:xfrm>
          <a:solidFill>
            <a:srgbClr val="FFD559"/>
          </a:solidFill>
        </p:grpSpPr>
        <p:sp>
          <p:nvSpPr>
            <p:cNvPr id="219" name="Diagonal Stripe 218">
              <a:extLst>
                <a:ext uri="{FF2B5EF4-FFF2-40B4-BE49-F238E27FC236}">
                  <a16:creationId xmlns:a16="http://schemas.microsoft.com/office/drawing/2014/main" id="{9B70DF7B-F2FA-3553-2CBC-1EF5F9F93FED}"/>
                </a:ext>
              </a:extLst>
            </p:cNvPr>
            <p:cNvSpPr/>
            <p:nvPr/>
          </p:nvSpPr>
          <p:spPr>
            <a:xfrm flipH="1">
              <a:off x="10714383" y="-2207"/>
              <a:ext cx="1477616" cy="1308717"/>
            </a:xfrm>
            <a:prstGeom prst="diagStripe">
              <a:avLst/>
            </a:prstGeom>
            <a:grpFill/>
            <a:ln>
              <a:solidFill>
                <a:srgbClr val="FFD5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0" name="TextBox 4">
              <a:extLst>
                <a:ext uri="{FF2B5EF4-FFF2-40B4-BE49-F238E27FC236}">
                  <a16:creationId xmlns:a16="http://schemas.microsoft.com/office/drawing/2014/main" id="{8CF0A0FA-E2FB-F412-7D37-E627CFF13CE0}"/>
                </a:ext>
              </a:extLst>
            </p:cNvPr>
            <p:cNvSpPr txBox="1"/>
            <p:nvPr/>
          </p:nvSpPr>
          <p:spPr>
            <a:xfrm rot="2670986">
              <a:off x="11079111" y="357451"/>
              <a:ext cx="1062296" cy="223774"/>
            </a:xfrm>
            <a:prstGeom prst="rect">
              <a:avLst/>
            </a:prstGeom>
            <a:grpFill/>
            <a:ln>
              <a:solidFill>
                <a:srgbClr val="FFD559"/>
              </a:solidFill>
            </a:ln>
          </p:spPr>
          <p:txBody>
            <a:bodyPr wrap="non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rgbClr val="191919"/>
                  </a:solidFill>
                  <a:effectLst/>
                  <a:latin typeface="Arial" panose="020B0604020202020204" pitchFamily="34" charset="0"/>
                </a:rPr>
                <a:t>Illustrative</a:t>
              </a:r>
              <a:endParaRPr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1B11D2D-C226-716A-744D-72D075AE34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6598193"/>
              </p:ext>
            </p:extLst>
          </p:nvPr>
        </p:nvGraphicFramePr>
        <p:xfrm>
          <a:off x="6638341" y="4191688"/>
          <a:ext cx="2686432" cy="1521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D1EB7F-CD5D-E018-BA4D-3B19910CB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461035"/>
              </p:ext>
            </p:extLst>
          </p:nvPr>
        </p:nvGraphicFramePr>
        <p:xfrm>
          <a:off x="6230266" y="5594315"/>
          <a:ext cx="3008000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058">
                  <a:extLst>
                    <a:ext uri="{9D8B030D-6E8A-4147-A177-3AD203B41FA5}">
                      <a16:colId xmlns:a16="http://schemas.microsoft.com/office/drawing/2014/main" val="1097146582"/>
                    </a:ext>
                  </a:extLst>
                </a:gridCol>
                <a:gridCol w="1223471">
                  <a:extLst>
                    <a:ext uri="{9D8B030D-6E8A-4147-A177-3AD203B41FA5}">
                      <a16:colId xmlns:a16="http://schemas.microsoft.com/office/drawing/2014/main" val="3878396138"/>
                    </a:ext>
                  </a:extLst>
                </a:gridCol>
                <a:gridCol w="1223471">
                  <a:extLst>
                    <a:ext uri="{9D8B030D-6E8A-4147-A177-3AD203B41FA5}">
                      <a16:colId xmlns:a16="http://schemas.microsoft.com/office/drawing/2014/main" val="1709781128"/>
                    </a:ext>
                  </a:extLst>
                </a:gridCol>
              </a:tblGrid>
              <a:tr h="210710"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ROI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2.8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857110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8F5662D2-8476-DB21-D152-1968B4EA5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285516"/>
              </p:ext>
            </p:extLst>
          </p:nvPr>
        </p:nvGraphicFramePr>
        <p:xfrm>
          <a:off x="3009056" y="4159205"/>
          <a:ext cx="2801193" cy="1686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CA60DFB-4C74-E938-F717-B6355AFEC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7404" y="4386662"/>
            <a:ext cx="2126455" cy="122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8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5476-A436-E981-338D-AB9EDAC5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Timeline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EA2BC3-5D48-12CC-AAF1-F230BBD0E5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072D7-216C-EE68-C559-DD3F77D1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C2AB2-BF72-C000-EFCF-1BBAF0E106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Average execution time since Kick Off ~ 17 weeks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F0FD51-7AA7-5130-62C9-7C353894F148}"/>
              </a:ext>
            </a:extLst>
          </p:cNvPr>
          <p:cNvCxnSpPr>
            <a:cxnSpLocks/>
          </p:cNvCxnSpPr>
          <p:nvPr/>
        </p:nvCxnSpPr>
        <p:spPr>
          <a:xfrm>
            <a:off x="339243" y="3278035"/>
            <a:ext cx="11487120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C5F8541-93A6-5E3B-FAB2-F8B1CDF979F2}"/>
              </a:ext>
            </a:extLst>
          </p:cNvPr>
          <p:cNvSpPr txBox="1">
            <a:spLocks/>
          </p:cNvSpPr>
          <p:nvPr/>
        </p:nvSpPr>
        <p:spPr>
          <a:xfrm>
            <a:off x="230112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GB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5E57A290-CEEC-C438-A7CC-315655E19EDC}"/>
              </a:ext>
            </a:extLst>
          </p:cNvPr>
          <p:cNvSpPr txBox="1">
            <a:spLocks/>
          </p:cNvSpPr>
          <p:nvPr/>
        </p:nvSpPr>
        <p:spPr>
          <a:xfrm>
            <a:off x="424224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E8FA8D6-A57E-4AEA-4601-463842811E78}"/>
              </a:ext>
            </a:extLst>
          </p:cNvPr>
          <p:cNvSpPr txBox="1">
            <a:spLocks/>
          </p:cNvSpPr>
          <p:nvPr/>
        </p:nvSpPr>
        <p:spPr>
          <a:xfrm>
            <a:off x="619012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7EAFD483-F2C9-3CEF-9339-7E7CE18F33DD}"/>
              </a:ext>
            </a:extLst>
          </p:cNvPr>
          <p:cNvSpPr txBox="1">
            <a:spLocks/>
          </p:cNvSpPr>
          <p:nvPr/>
        </p:nvSpPr>
        <p:spPr>
          <a:xfrm>
            <a:off x="8144409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noProof="0" dirty="0">
              <a:latin typeface="Arial"/>
              <a:cs typeface="Arial"/>
            </a:endParaRP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98F80AF-766D-EF6F-910C-5BBA52C0F5B9}"/>
              </a:ext>
            </a:extLst>
          </p:cNvPr>
          <p:cNvSpPr txBox="1">
            <a:spLocks/>
          </p:cNvSpPr>
          <p:nvPr/>
        </p:nvSpPr>
        <p:spPr>
          <a:xfrm>
            <a:off x="339243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600" b="1" noProof="0" dirty="0">
              <a:latin typeface="Arial"/>
              <a:cs typeface="Arial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129B2B1-A31B-7283-C23F-BC776F72CD37}"/>
              </a:ext>
            </a:extLst>
          </p:cNvPr>
          <p:cNvGrpSpPr/>
          <p:nvPr/>
        </p:nvGrpSpPr>
        <p:grpSpPr>
          <a:xfrm>
            <a:off x="750829" y="2786700"/>
            <a:ext cx="937228" cy="937228"/>
            <a:chOff x="750829" y="3005775"/>
            <a:chExt cx="937228" cy="93722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DAC2398-29C1-A8F4-56B7-03C3CFFEB267}"/>
                </a:ext>
              </a:extLst>
            </p:cNvPr>
            <p:cNvSpPr/>
            <p:nvPr/>
          </p:nvSpPr>
          <p:spPr>
            <a:xfrm>
              <a:off x="750829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82F3F8F-9D20-D3F5-B8A6-741A252CA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3105" y="3208352"/>
              <a:ext cx="552676" cy="57751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463A3DC-8044-41C3-B263-D58B537420C8}"/>
              </a:ext>
            </a:extLst>
          </p:cNvPr>
          <p:cNvGrpSpPr/>
          <p:nvPr/>
        </p:nvGrpSpPr>
        <p:grpSpPr>
          <a:xfrm>
            <a:off x="2684786" y="2786700"/>
            <a:ext cx="937228" cy="937228"/>
            <a:chOff x="2712706" y="3005775"/>
            <a:chExt cx="937228" cy="937228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E003B78-FB13-3508-301A-2F6E57BAE478}"/>
                </a:ext>
              </a:extLst>
            </p:cNvPr>
            <p:cNvSpPr/>
            <p:nvPr/>
          </p:nvSpPr>
          <p:spPr>
            <a:xfrm>
              <a:off x="271270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E3F989E-8951-3E1C-CE0A-2CDC5C033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08737" y="3208353"/>
              <a:ext cx="545166" cy="545166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4293399-5F48-D560-F09A-4808081166FC}"/>
              </a:ext>
            </a:extLst>
          </p:cNvPr>
          <p:cNvGrpSpPr/>
          <p:nvPr/>
        </p:nvGrpSpPr>
        <p:grpSpPr>
          <a:xfrm>
            <a:off x="4618743" y="2786700"/>
            <a:ext cx="937228" cy="937228"/>
            <a:chOff x="4653826" y="3005775"/>
            <a:chExt cx="937228" cy="93722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C78CBF6-F836-E1E6-2BCE-DBAEB6AFABBC}"/>
                </a:ext>
              </a:extLst>
            </p:cNvPr>
            <p:cNvSpPr/>
            <p:nvPr/>
          </p:nvSpPr>
          <p:spPr>
            <a:xfrm>
              <a:off x="465382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936AA124-140E-93A7-CFCF-560E25B3A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67603" y="3223569"/>
              <a:ext cx="509674" cy="509674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B29E5E4-D032-6CCD-F781-D814E2962C22}"/>
              </a:ext>
            </a:extLst>
          </p:cNvPr>
          <p:cNvGrpSpPr/>
          <p:nvPr/>
        </p:nvGrpSpPr>
        <p:grpSpPr>
          <a:xfrm>
            <a:off x="6552700" y="2786700"/>
            <a:ext cx="937228" cy="937228"/>
            <a:chOff x="6601706" y="3005775"/>
            <a:chExt cx="937228" cy="93722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ED1EDDC-7E6A-B1D1-F9A9-D4A94A60A5E9}"/>
                </a:ext>
              </a:extLst>
            </p:cNvPr>
            <p:cNvSpPr/>
            <p:nvPr/>
          </p:nvSpPr>
          <p:spPr>
            <a:xfrm>
              <a:off x="660170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0E016AF0-20EA-4326-B518-A139F75E4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777551" y="3179151"/>
              <a:ext cx="585538" cy="611854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AAD72E6-7624-997B-80D7-AB77BBB89B84}"/>
              </a:ext>
            </a:extLst>
          </p:cNvPr>
          <p:cNvGrpSpPr/>
          <p:nvPr/>
        </p:nvGrpSpPr>
        <p:grpSpPr>
          <a:xfrm>
            <a:off x="8486657" y="2817728"/>
            <a:ext cx="937228" cy="937228"/>
            <a:chOff x="8553556" y="3036803"/>
            <a:chExt cx="937228" cy="93722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1BC4D1A-F60A-CC2B-2D3C-E48CDA522E1A}"/>
                </a:ext>
              </a:extLst>
            </p:cNvPr>
            <p:cNvSpPr/>
            <p:nvPr/>
          </p:nvSpPr>
          <p:spPr>
            <a:xfrm>
              <a:off x="8553556" y="3036803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7BA4D6EF-8A60-CDE6-9926-7F39883DA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788283" y="3248753"/>
              <a:ext cx="472652" cy="47265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0D369D0-1DB5-1F3A-544A-94D29E785138}"/>
              </a:ext>
            </a:extLst>
          </p:cNvPr>
          <p:cNvGrpSpPr/>
          <p:nvPr/>
        </p:nvGrpSpPr>
        <p:grpSpPr>
          <a:xfrm>
            <a:off x="10420612" y="2786700"/>
            <a:ext cx="937228" cy="937228"/>
            <a:chOff x="10420612" y="3005775"/>
            <a:chExt cx="937228" cy="937228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F664BC3-9227-B40E-B7A0-B7991C5AC55D}"/>
                </a:ext>
              </a:extLst>
            </p:cNvPr>
            <p:cNvSpPr/>
            <p:nvPr/>
          </p:nvSpPr>
          <p:spPr>
            <a:xfrm>
              <a:off x="10420612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842CDA09-3916-2F9D-4BA5-91CE0C762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626781" y="3220384"/>
              <a:ext cx="524891" cy="524891"/>
            </a:xfrm>
            <a:prstGeom prst="rect">
              <a:avLst/>
            </a:prstGeom>
          </p:spPr>
        </p:pic>
      </p:grp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78BBA6D8-5321-8691-3195-EB6993CCD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966549"/>
              </p:ext>
            </p:extLst>
          </p:nvPr>
        </p:nvGraphicFramePr>
        <p:xfrm>
          <a:off x="305360" y="1695450"/>
          <a:ext cx="11631204" cy="4303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34">
                  <a:extLst>
                    <a:ext uri="{9D8B030D-6E8A-4147-A177-3AD203B41FA5}">
                      <a16:colId xmlns:a16="http://schemas.microsoft.com/office/drawing/2014/main" val="896242949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274651990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3623323588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919603458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691557273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131069885"/>
                    </a:ext>
                  </a:extLst>
                </a:gridCol>
              </a:tblGrid>
              <a:tr h="381143"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Scope check 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n-US" sz="1050" b="0" noProof="0" dirty="0">
                        <a:solidFill>
                          <a:schemeClr val="bg2"/>
                        </a:solidFill>
                        <a:latin typeface="+mn-lt"/>
                        <a:cs typeface="Arial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Data check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Insights check 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n-US" sz="1050" b="0" noProof="0" dirty="0">
                        <a:solidFill>
                          <a:schemeClr val="bg2"/>
                        </a:solidFill>
                        <a:latin typeface="+mn-lt"/>
                        <a:cs typeface="Arial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+mn-lt"/>
                        <a:cs typeface="Segoe UI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326579"/>
                  </a:ext>
                </a:extLst>
              </a:tr>
              <a:tr h="610852"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1. </a:t>
                      </a:r>
                    </a:p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Model design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2.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Data collection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3.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Data sign off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4.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Modelling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5.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Final report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6.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Segoe UI"/>
                        </a:rPr>
                        <a:t>Simulations </a:t>
                      </a:r>
                      <a:endParaRPr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cs typeface="Segoe UI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138411"/>
                  </a:ext>
                </a:extLst>
              </a:tr>
              <a:tr h="1151130">
                <a:tc>
                  <a:txBody>
                    <a:bodyPr/>
                    <a:lstStyle/>
                    <a:p>
                      <a:endParaRPr lang="en-US" sz="11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890530"/>
                  </a:ext>
                </a:extLst>
              </a:tr>
              <a:tr h="438674">
                <a:tc>
                  <a:txBody>
                    <a:bodyPr/>
                    <a:lstStyle/>
                    <a:p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Kick-off call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  <a:cs typeface="Arial"/>
                        </a:rPr>
                        <a:t>Data collection and validation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  <a:cs typeface="Arial"/>
                        </a:rPr>
                        <a:t>Data sign off for modelling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First presentation of model results </a:t>
                      </a:r>
                      <a:endParaRPr lang="en-US" sz="1100" b="0" noProof="0" dirty="0">
                        <a:solidFill>
                          <a:schemeClr val="tx2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Final report delivery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Simulations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292300"/>
                  </a:ext>
                </a:extLst>
              </a:tr>
              <a:tr h="990076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Scope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Contact mapping </a:t>
                      </a:r>
                      <a:endParaRPr lang="en-US" sz="1000" b="0" noProof="0" dirty="0">
                        <a:cs typeface="Arial"/>
                      </a:endParaRP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/>
                        <a:t>Data descriptives and variables transformations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Descriptives presentation to client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Data sign off from client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Data lockdown for modelling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Base presentation </a:t>
                      </a:r>
                    </a:p>
                    <a:p>
                      <a:pPr marL="171450" indent="-171450" algn="l">
                        <a:spcBef>
                          <a:spcPts val="600"/>
                        </a:spcBef>
                        <a:buFontTx/>
                        <a:buChar char="-"/>
                      </a:pPr>
                      <a:r>
                        <a:rPr lang="en-US" sz="1000" b="0" noProof="0" dirty="0">
                          <a:cs typeface="Arial"/>
                        </a:rPr>
                        <a:t>Contributions 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Preliminary checks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noProof="0" dirty="0"/>
                        <a:t>Final presentation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b="0" noProof="0" dirty="0"/>
                        <a:t>Contributions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b="0" noProof="0" dirty="0"/>
                        <a:t>ROI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b="0" noProof="0" dirty="0"/>
                        <a:t>Saturation curves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/>
                        <a:t>Simulation scenarios for media planning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41408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1" i="0" noProof="0" dirty="0">
                          <a:cs typeface="Arial"/>
                        </a:rPr>
                        <a:t>Week 0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noProof="0" dirty="0"/>
                        <a:t>Week 1-3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1" i="0" noProof="0" dirty="0">
                          <a:cs typeface="Arial"/>
                        </a:rPr>
                        <a:t>Week 4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1" i="0" noProof="0" dirty="0">
                          <a:cs typeface="Arial"/>
                        </a:rPr>
                        <a:t>Week 5-11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 b="1" i="0" noProof="0" dirty="0"/>
                        <a:t>Week 17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noProof="0" dirty="0"/>
                        <a:t>From week 17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0076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  <a:endParaRPr lang="en-U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  <a:endParaRPr lang="en-U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  <a:endParaRPr lang="en-U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8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810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A1795-CA75-7357-FF78-7DCB9D46C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D4717-9CB8-AC9B-5B96-D6B41460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Model technical spec (1/2)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86F7B-C4C9-0BDB-AEFE-37963463AAF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9999" y="1709738"/>
            <a:ext cx="7548588" cy="3999600"/>
          </a:xfrm>
        </p:spPr>
        <p:txBody>
          <a:bodyPr/>
          <a:lstStyle/>
          <a:p>
            <a:r>
              <a:rPr lang="en-US" b="1" noProof="0" dirty="0">
                <a:solidFill>
                  <a:schemeClr val="tx2"/>
                </a:solidFill>
              </a:rPr>
              <a:t>Category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Brand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Period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Frequency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Analysis breaks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Coverage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Sales channel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Dependent variable</a:t>
            </a:r>
            <a:r>
              <a:rPr lang="en-US" noProof="0" dirty="0"/>
              <a:t>: xxx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E25486-9BFA-6F52-1B44-1D25350371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75BF7-661F-614E-102F-FF6445DD5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z="1000" noProof="0" dirty="0">
                <a:solidFill>
                  <a:schemeClr val="tx1"/>
                </a:solidFill>
              </a:rPr>
              <a:t>© Kantar 2024 | </a:t>
            </a:r>
            <a:fld id="{4034BEE3-566C-4068-A777-C3A4762E861B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244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CKSLIDES" val="6.1"/>
  <p:tag name="VERSIONID" val="711"/>
  <p:tag name="EXCLUDEHIDDENSLIDES" val="False"/>
  <p:tag name="NUMBEROFPAGES" val="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heme/theme1.xml><?xml version="1.0" encoding="utf-8"?>
<a:theme xmlns:a="http://schemas.openxmlformats.org/drawingml/2006/main" name="Kantar template master">
  <a:themeElements>
    <a:clrScheme name="Kantar 2025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BC0331D9-4ED1-4E60-A881-2079B90605DC}"/>
    </a:ext>
  </a:extLst>
</a:theme>
</file>

<file path=ppt/theme/theme2.xml><?xml version="1.0" encoding="utf-8"?>
<a:theme xmlns:a="http://schemas.openxmlformats.org/drawingml/2006/main" name="Content slides - no sub heading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555BAB35-7E9D-43DE-9C7D-54AE4C2B3553}"/>
    </a:ext>
  </a:extLst>
</a:theme>
</file>

<file path=ppt/theme/theme3.xml><?xml version="1.0" encoding="utf-8"?>
<a:theme xmlns:a="http://schemas.openxmlformats.org/drawingml/2006/main" name="Technical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8672DD06-9484-468C-AA0D-EB247F7DFFB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041b3ba-1188-45b5-a271-dfb9a9a8da58">
      <Terms xmlns="http://schemas.microsoft.com/office/infopath/2007/PartnerControls"/>
    </lcf76f155ced4ddcb4097134ff3c332f>
    <TaxCatchAll xmlns="35f0cdc8-4de3-4117-a0d7-8fd86872aa5a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B2EB65F0D434998DAF77486C1C599" ma:contentTypeVersion="17" ma:contentTypeDescription="Create a new document." ma:contentTypeScope="" ma:versionID="66a38013d12be4583532761ffd6e26dd">
  <xsd:schema xmlns:xsd="http://www.w3.org/2001/XMLSchema" xmlns:xs="http://www.w3.org/2001/XMLSchema" xmlns:p="http://schemas.microsoft.com/office/2006/metadata/properties" xmlns:ns1="http://schemas.microsoft.com/sharepoint/v3" xmlns:ns2="6041b3ba-1188-45b5-a271-dfb9a9a8da58" xmlns:ns3="35f0cdc8-4de3-4117-a0d7-8fd86872aa5a" targetNamespace="http://schemas.microsoft.com/office/2006/metadata/properties" ma:root="true" ma:fieldsID="68f015ace5ce8fcd03688c3809a80f6c" ns1:_="" ns2:_="" ns3:_="">
    <xsd:import namespace="http://schemas.microsoft.com/sharepoint/v3"/>
    <xsd:import namespace="6041b3ba-1188-45b5-a271-dfb9a9a8da58"/>
    <xsd:import namespace="35f0cdc8-4de3-4117-a0d7-8fd86872aa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41b3ba-1188-45b5-a271-dfb9a9a8da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5d02d2-2acc-434b-b7bb-812ff22cbf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f0cdc8-4de3-4117-a0d7-8fd86872aa5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b57090b0-e3f9-4d26-aa0e-b17d9a152435}" ma:internalName="TaxCatchAll" ma:showField="CatchAllData" ma:web="35f0cdc8-4de3-4117-a0d7-8fd86872aa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193883-9DEF-4394-A746-8B0504B231C0}">
  <ds:schemaRefs>
    <ds:schemaRef ds:uri="http://schemas.microsoft.com/office/2006/documentManagement/types"/>
    <ds:schemaRef ds:uri="http://www.w3.org/XML/1998/namespace"/>
    <ds:schemaRef ds:uri="77798f55-a83f-4680-b3b0-c27aeffd2bb7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b264726-908b-4d2c-b22b-6b55214f6ef7"/>
    <ds:schemaRef ds:uri="http://schemas.microsoft.com/office/2006/metadata/properties"/>
    <ds:schemaRef ds:uri="http://purl.org/dc/elements/1.1/"/>
    <ds:schemaRef ds:uri="6041b3ba-1188-45b5-a271-dfb9a9a8da58"/>
    <ds:schemaRef ds:uri="35f0cdc8-4de3-4117-a0d7-8fd86872aa5a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BC375B81-FBF5-4924-A5E0-F0376D8E7D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A5E318-820C-49F8-BBBD-9F04B70AAA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041b3ba-1188-45b5-a271-dfb9a9a8da58"/>
    <ds:schemaRef ds:uri="35f0cdc8-4de3-4117-a0d7-8fd86872aa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122</TotalTime>
  <Words>612</Words>
  <Application>Microsoft Office PowerPoint</Application>
  <PresentationFormat>Widescreen</PresentationFormat>
  <Paragraphs>171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Kantar template master</vt:lpstr>
      <vt:lpstr>Content slides - no sub heading</vt:lpstr>
      <vt:lpstr>Technical</vt:lpstr>
      <vt:lpstr>Identifying marketing investment efficiencies</vt:lpstr>
      <vt:lpstr>Agenda</vt:lpstr>
      <vt:lpstr>PowerPoint Presentation</vt:lpstr>
      <vt:lpstr>Objective </vt:lpstr>
      <vt:lpstr>At the end, we’ll have the following results: </vt:lpstr>
      <vt:lpstr>Timeline</vt:lpstr>
      <vt:lpstr>Model technical spec (1/2) </vt:lpstr>
      <vt:lpstr>TEST</vt:lpstr>
      <vt:lpstr>TEST</vt:lpstr>
      <vt:lpstr>TEST</vt:lpstr>
      <vt:lpstr>TEST</vt:lpstr>
      <vt:lpstr>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Sub-heading</dc:subject>
  <dc:creator>Fernando Monrroy</dc:creator>
  <cp:keywords>Project reference</cp:keywords>
  <dc:description>Date</dc:description>
  <cp:lastModifiedBy>Fernando Monrroy</cp:lastModifiedBy>
  <cp:revision>1</cp:revision>
  <cp:lastPrinted>2017-03-24T13:40:26Z</cp:lastPrinted>
  <dcterms:created xsi:type="dcterms:W3CDTF">2025-07-21T19:48:34Z</dcterms:created>
  <dcterms:modified xsi:type="dcterms:W3CDTF">2025-09-04T17:51:02Z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0x0101009A5B2EB65F0D434998DAF77486C1C599</vt:lpwstr>
  </property>
  <property fmtid="{D5CDD505-2E9C-101B-9397-08002B2CF9AE}" pid="3" name="MSIP_Label_3741da7a-79c1-417c-b408-16c0bfe99fca_Enabled">
    <vt:lpwstr>true</vt:lpwstr>
  </property>
  <property fmtid="{D5CDD505-2E9C-101B-9397-08002B2CF9AE}" pid="4" name="MSIP_Label_3741da7a-79c1-417c-b408-16c0bfe99fca_SetDate">
    <vt:lpwstr>2023-06-01T08:02:15Z</vt:lpwstr>
  </property>
  <property fmtid="{D5CDD505-2E9C-101B-9397-08002B2CF9AE}" pid="5" name="MSIP_Label_3741da7a-79c1-417c-b408-16c0bfe99fca_Method">
    <vt:lpwstr>Standard</vt:lpwstr>
  </property>
  <property fmtid="{D5CDD505-2E9C-101B-9397-08002B2CF9AE}" pid="6" name="MSIP_Label_3741da7a-79c1-417c-b408-16c0bfe99fca_Name">
    <vt:lpwstr>Internal Only - Amber</vt:lpwstr>
  </property>
  <property fmtid="{D5CDD505-2E9C-101B-9397-08002B2CF9AE}" pid="7" name="MSIP_Label_3741da7a-79c1-417c-b408-16c0bfe99fca_SiteId">
    <vt:lpwstr>1e355c04-e0a4-42ed-8e2d-7351591f0ef1</vt:lpwstr>
  </property>
  <property fmtid="{D5CDD505-2E9C-101B-9397-08002B2CF9AE}" pid="8" name="MSIP_Label_3741da7a-79c1-417c-b408-16c0bfe99fca_ActionId">
    <vt:lpwstr>120dd1a1-0079-431a-af79-6bc5509a19aa</vt:lpwstr>
  </property>
  <property fmtid="{D5CDD505-2E9C-101B-9397-08002B2CF9AE}" pid="9" name="MSIP_Label_3741da7a-79c1-417c-b408-16c0bfe99fca_ContentBits">
    <vt:lpwstr>0</vt:lpwstr>
  </property>
  <property fmtid="{D5CDD505-2E9C-101B-9397-08002B2CF9AE}" pid="10" name="MediaServiceImageTags">
    <vt:lpwstr/>
  </property>
</Properties>
</file>