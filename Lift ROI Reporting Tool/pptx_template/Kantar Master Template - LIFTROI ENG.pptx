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14"/>
  </p:notesMasterIdLst>
  <p:handoutMasterIdLst>
    <p:handoutMasterId r:id="rId15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</p:sldIdLst>
  <p:sldSz cx="12192000" cy="6858000"/>
  <p:notesSz cx="6805613" cy="9939338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1" d="100"/>
          <a:sy n="101" d="100"/>
        </p:scale>
        <p:origin x="132" y="318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264C3089-4FEB-405F-B1A9-333F8243611D}"/>
    <pc:docChg chg="undo custSel delSld modSld">
      <pc:chgData name="Fernando Monrroy" userId="b98b761b-33af-413d-9fff-50a6768f6576" providerId="ADAL" clId="{264C3089-4FEB-405F-B1A9-333F8243611D}" dt="2025-08-12T15:53:23.007" v="2592" actId="20577"/>
      <pc:docMkLst>
        <pc:docMk/>
      </pc:docMkLst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800259367" sldId="2147482058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672440427" sldId="2147482060"/>
        </pc:sldMkLst>
      </pc:sldChg>
      <pc:sldChg chg="modSp mod">
        <pc:chgData name="Fernando Monrroy" userId="b98b761b-33af-413d-9fff-50a6768f6576" providerId="ADAL" clId="{264C3089-4FEB-405F-B1A9-333F8243611D}" dt="2025-08-12T15:53:23.007" v="2592" actId="20577"/>
        <pc:sldMkLst>
          <pc:docMk/>
          <pc:sldMk cId="1507375839" sldId="2147482064"/>
        </pc:sldMkLst>
      </pc:sldChg>
      <pc:sldChg chg="modSp del mod">
        <pc:chgData name="Fernando Monrroy" userId="b98b761b-33af-413d-9fff-50a6768f6576" providerId="ADAL" clId="{264C3089-4FEB-405F-B1A9-333F8243611D}" dt="2025-08-11T16:36:29.356" v="2437" actId="47"/>
        <pc:sldMkLst>
          <pc:docMk/>
          <pc:sldMk cId="2394070033" sldId="2147482112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503798241" sldId="2147482118"/>
        </pc:sldMkLst>
      </pc:sldChg>
      <pc:sldChg chg="addSp delSp 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319406193" sldId="2147482119"/>
        </pc:sldMkLst>
      </pc:sldChg>
      <pc:sldChg chg="addSp delSp modSp mod">
        <pc:chgData name="Fernando Monrroy" userId="b98b761b-33af-413d-9fff-50a6768f6576" providerId="ADAL" clId="{264C3089-4FEB-405F-B1A9-333F8243611D}" dt="2025-08-12T15:01:58.606" v="2591" actId="20577"/>
        <pc:sldMkLst>
          <pc:docMk/>
          <pc:sldMk cId="3932684776" sldId="2147482120"/>
        </pc:sldMkLst>
      </pc:sldChg>
      <pc:sldChg chg="modSp mod">
        <pc:chgData name="Fernando Monrroy" userId="b98b761b-33af-413d-9fff-50a6768f6576" providerId="ADAL" clId="{264C3089-4FEB-405F-B1A9-333F8243611D}" dt="2025-08-11T16:16:57.099" v="2434" actId="20577"/>
        <pc:sldMkLst>
          <pc:docMk/>
          <pc:sldMk cId="3106810788" sldId="2147482121"/>
        </pc:sldMkLst>
      </pc:sldChg>
    </pc:docChg>
  </pc:docChgLst>
  <pc:docChgLst>
    <pc:chgData name="Fernando Monrroy" userId="b98b761b-33af-413d-9fff-50a6768f6576" providerId="ADAL" clId="{4BA41B75-252F-48C7-8B97-CC496C6C69D1}"/>
    <pc:docChg chg="addSld modSld">
      <pc:chgData name="Fernando Monrroy" userId="b98b761b-33af-413d-9fff-50a6768f6576" providerId="ADAL" clId="{4BA41B75-252F-48C7-8B97-CC496C6C69D1}" dt="2025-08-08T20:20:28.901" v="32" actId="20577"/>
      <pc:docMkLst>
        <pc:docMk/>
      </pc:docMkLst>
      <pc:sldChg chg="modSp new mod">
        <pc:chgData name="Fernando Monrroy" userId="b98b761b-33af-413d-9fff-50a6768f6576" providerId="ADAL" clId="{4BA41B75-252F-48C7-8B97-CC496C6C69D1}" dt="2025-08-08T20:20:28.901" v="32" actId="20577"/>
        <pc:sldMkLst>
          <pc:docMk/>
          <pc:sldMk cId="506406976" sldId="256"/>
        </pc:sldMkLst>
      </pc:sldChg>
    </pc:docChg>
  </pc:docChgLst>
  <pc:docChgLst>
    <pc:chgData name="Fernando Monrroy" userId="b98b761b-33af-413d-9fff-50a6768f6576" providerId="ADAL" clId="{77B5AB9F-5DF0-4C42-838B-2235CE168CF0}"/>
    <pc:docChg chg="custSel modSld">
      <pc:chgData name="Fernando Monrroy" userId="b98b761b-33af-413d-9fff-50a6768f6576" providerId="ADAL" clId="{77B5AB9F-5DF0-4C42-838B-2235CE168CF0}" dt="2025-11-10T22:39:30.187" v="0" actId="20577"/>
      <pc:docMkLst>
        <pc:docMk/>
      </pc:docMkLst>
      <pc:sldChg chg="modSp mod">
        <pc:chgData name="Fernando Monrroy" userId="b98b761b-33af-413d-9fff-50a6768f6576" providerId="ADAL" clId="{77B5AB9F-5DF0-4C42-838B-2235CE168CF0}" dt="2025-11-10T22:39:30.187" v="0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77B5AB9F-5DF0-4C42-838B-2235CE168CF0}" dt="2025-11-10T22:39:30.187" v="0" actId="20577"/>
          <ac:spMkLst>
            <pc:docMk/>
            <pc:sldMk cId="1507375839" sldId="2147482064"/>
            <ac:spMk id="3" creationId="{10D17512-4DA8-5316-E3F9-A41B3AB501C2}"/>
          </ac:spMkLst>
        </pc:spChg>
      </pc:sldChg>
    </pc:docChg>
  </pc:docChgLst>
  <pc:docChgLst>
    <pc:chgData name="Fernando Monrroy" userId="b98b761b-33af-413d-9fff-50a6768f6576" providerId="ADAL" clId="{B838F824-AFE3-4109-9EDE-E62B414B9900}"/>
    <pc:docChg chg="undo redo custSel addSld delSld modSld modMainMaster">
      <pc:chgData name="Fernando Monrroy" userId="b98b761b-33af-413d-9fff-50a6768f6576" providerId="ADAL" clId="{B838F824-AFE3-4109-9EDE-E62B414B9900}" dt="2025-08-11T15:44:28.554" v="2181" actId="27614"/>
      <pc:docMkLst>
        <pc:docMk/>
      </pc:docMkLst>
      <pc:sldChg chg="addSp delSp modSp add del">
        <pc:chgData name="Fernando Monrroy" userId="b98b761b-33af-413d-9fff-50a6768f6576" providerId="ADAL" clId="{B838F824-AFE3-4109-9EDE-E62B414B9900}" dt="2025-08-08T20:44:07.241" v="44" actId="47"/>
        <pc:sldMkLst>
          <pc:docMk/>
          <pc:sldMk cId="0" sldId="256"/>
        </pc:sldMkLst>
      </pc:sldChg>
      <pc:sldChg chg="del">
        <pc:chgData name="Fernando Monrroy" userId="b98b761b-33af-413d-9fff-50a6768f6576" providerId="ADAL" clId="{B838F824-AFE3-4109-9EDE-E62B414B9900}" dt="2025-08-08T20:41:46.535" v="0" actId="47"/>
        <pc:sldMkLst>
          <pc:docMk/>
          <pc:sldMk cId="506406976" sldId="256"/>
        </pc:sldMkLst>
      </pc:sldChg>
      <pc:sldChg chg="add del">
        <pc:chgData name="Fernando Monrroy" userId="b98b761b-33af-413d-9fff-50a6768f6576" providerId="ADAL" clId="{B838F824-AFE3-4109-9EDE-E62B414B9900}" dt="2025-08-11T15:03:52.756" v="874" actId="47"/>
        <pc:sldMkLst>
          <pc:docMk/>
          <pc:sldMk cId="311283436" sldId="2147482010"/>
        </pc:sldMkLst>
      </pc:sldChg>
      <pc:sldChg chg="delSp modSp add del mod">
        <pc:chgData name="Fernando Monrroy" userId="b98b761b-33af-413d-9fff-50a6768f6576" providerId="ADAL" clId="{B838F824-AFE3-4109-9EDE-E62B414B9900}" dt="2025-08-11T15:16:23.825" v="1159" actId="47"/>
        <pc:sldMkLst>
          <pc:docMk/>
          <pc:sldMk cId="2645800833" sldId="2147482012"/>
        </pc:sldMkLst>
      </pc:sldChg>
      <pc:sldChg chg="addSp delSp modSp add mod">
        <pc:chgData name="Fernando Monrroy" userId="b98b761b-33af-413d-9fff-50a6768f6576" providerId="ADAL" clId="{B838F824-AFE3-4109-9EDE-E62B414B9900}" dt="2025-08-11T15:44:28.554" v="2181" actId="27614"/>
        <pc:sldMkLst>
          <pc:docMk/>
          <pc:sldMk cId="800259367" sldId="2147482058"/>
        </pc:sldMkLst>
      </pc:sldChg>
      <pc:sldChg chg="modSp add mod">
        <pc:chgData name="Fernando Monrroy" userId="b98b761b-33af-413d-9fff-50a6768f6576" providerId="ADAL" clId="{B838F824-AFE3-4109-9EDE-E62B414B9900}" dt="2025-08-08T20:50:41.319" v="252" actId="20577"/>
        <pc:sldMkLst>
          <pc:docMk/>
          <pc:sldMk cId="672440427" sldId="2147482060"/>
        </pc:sldMkLst>
      </pc:sldChg>
      <pc:sldChg chg="modSp add mod">
        <pc:chgData name="Fernando Monrroy" userId="b98b761b-33af-413d-9fff-50a6768f6576" providerId="ADAL" clId="{B838F824-AFE3-4109-9EDE-E62B414B9900}" dt="2025-08-11T14:51:49.750" v="255" actId="20577"/>
        <pc:sldMkLst>
          <pc:docMk/>
          <pc:sldMk cId="1507375839" sldId="2147482064"/>
        </pc:sldMkLst>
      </pc:sldChg>
      <pc:sldChg chg="add del">
        <pc:chgData name="Fernando Monrroy" userId="b98b761b-33af-413d-9fff-50a6768f6576" providerId="ADAL" clId="{B838F824-AFE3-4109-9EDE-E62B414B9900}" dt="2025-08-11T15:39:29.291" v="1957" actId="47"/>
        <pc:sldMkLst>
          <pc:docMk/>
          <pc:sldMk cId="1814982317" sldId="2147482067"/>
        </pc:sldMkLst>
      </pc:sldChg>
      <pc:sldChg chg="add del">
        <pc:chgData name="Fernando Monrroy" userId="b98b761b-33af-413d-9fff-50a6768f6576" providerId="ADAL" clId="{B838F824-AFE3-4109-9EDE-E62B414B9900}" dt="2025-08-08T20:47:09.846" v="63" actId="47"/>
        <pc:sldMkLst>
          <pc:docMk/>
          <pc:sldMk cId="26550116" sldId="2147482068"/>
        </pc:sldMkLst>
      </pc:sldChg>
      <pc:sldChg chg="modSp add del mod">
        <pc:chgData name="Fernando Monrroy" userId="b98b761b-33af-413d-9fff-50a6768f6576" providerId="ADAL" clId="{B838F824-AFE3-4109-9EDE-E62B414B9900}" dt="2025-08-11T15:39:40.364" v="1959" actId="47"/>
        <pc:sldMkLst>
          <pc:docMk/>
          <pc:sldMk cId="2394070033" sldId="2147482112"/>
        </pc:sldMkLst>
      </pc:sldChg>
      <pc:sldChg chg="add del">
        <pc:chgData name="Fernando Monrroy" userId="b98b761b-33af-413d-9fff-50a6768f6576" providerId="ADAL" clId="{B838F824-AFE3-4109-9EDE-E62B414B9900}" dt="2025-08-08T20:50:53.798" v="253" actId="47"/>
        <pc:sldMkLst>
          <pc:docMk/>
          <pc:sldMk cId="2340340285" sldId="2147482116"/>
        </pc:sldMkLst>
      </pc:sldChg>
      <pc:sldChg chg="new del">
        <pc:chgData name="Fernando Monrroy" userId="b98b761b-33af-413d-9fff-50a6768f6576" providerId="ADAL" clId="{B838F824-AFE3-4109-9EDE-E62B414B9900}" dt="2025-08-08T20:44:08.299" v="45" actId="47"/>
        <pc:sldMkLst>
          <pc:docMk/>
          <pc:sldMk cId="3965369773" sldId="2147482117"/>
        </pc:sldMkLst>
      </pc:sldChg>
      <pc:sldChg chg="addSp delSp modSp new mod">
        <pc:chgData name="Fernando Monrroy" userId="b98b761b-33af-413d-9fff-50a6768f6576" providerId="ADAL" clId="{B838F824-AFE3-4109-9EDE-E62B414B9900}" dt="2025-08-11T15:43:29.310" v="2179"/>
        <pc:sldMkLst>
          <pc:docMk/>
          <pc:sldMk cId="3503798241" sldId="2147482118"/>
        </pc:sldMkLst>
      </pc:sldChg>
      <pc:sldChg chg="addSp delSp modSp new mod">
        <pc:chgData name="Fernando Monrroy" userId="b98b761b-33af-413d-9fff-50a6768f6576" providerId="ADAL" clId="{B838F824-AFE3-4109-9EDE-E62B414B9900}" dt="2025-08-11T15:03:42.089" v="873" actId="1076"/>
        <pc:sldMkLst>
          <pc:docMk/>
          <pc:sldMk cId="3319406193" sldId="2147482119"/>
        </pc:sldMkLst>
      </pc:sldChg>
      <pc:sldChg chg="addSp delSp modSp new mod">
        <pc:chgData name="Fernando Monrroy" userId="b98b761b-33af-413d-9fff-50a6768f6576" providerId="ADAL" clId="{B838F824-AFE3-4109-9EDE-E62B414B9900}" dt="2025-08-11T15:19:14.409" v="1206" actId="20577"/>
        <pc:sldMkLst>
          <pc:docMk/>
          <pc:sldMk cId="3932684776" sldId="2147482120"/>
        </pc:sldMkLst>
      </pc:sldChg>
      <pc:sldChg chg="addSp delSp modSp new mod">
        <pc:chgData name="Fernando Monrroy" userId="b98b761b-33af-413d-9fff-50a6768f6576" providerId="ADAL" clId="{B838F824-AFE3-4109-9EDE-E62B414B9900}" dt="2025-08-11T15:39:19.320" v="1956" actId="2084"/>
        <pc:sldMkLst>
          <pc:docMk/>
          <pc:sldMk cId="3106810788" sldId="2147482121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556096226" sldId="2147482122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283181246" sldId="2147482123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743154195" sldId="2147482124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960406828" sldId="2147482125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147111534" sldId="2147482126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1332135627" sldId="2147482127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3004717342" sldId="2147482128"/>
        </pc:sldMkLst>
      </pc:sldChg>
      <pc:sldMasterChg chg="delSldLayout modSldLayout">
        <pc:chgData name="Fernando Monrroy" userId="b98b761b-33af-413d-9fff-50a6768f6576" providerId="ADAL" clId="{B838F824-AFE3-4109-9EDE-E62B414B9900}" dt="2025-08-11T15:43:29.310" v="2165"/>
        <pc:sldMasterMkLst>
          <pc:docMk/>
          <pc:sldMasterMk cId="3680662798" sldId="2147483648"/>
        </pc:sldMasterMkLst>
        <pc:sldLayoutChg chg="modSp mod">
          <pc:chgData name="Fernando Monrroy" userId="b98b761b-33af-413d-9fff-50a6768f6576" providerId="ADAL" clId="{B838F824-AFE3-4109-9EDE-E62B414B9900}" dt="2025-08-11T15:43:25.215" v="2056"/>
          <pc:sldLayoutMkLst>
            <pc:docMk/>
            <pc:sldMasterMk cId="3680662798" sldId="2147483648"/>
            <pc:sldLayoutMk cId="1060461077" sldId="2147483863"/>
          </pc:sldLayoutMkLst>
        </pc:sldLayoutChg>
        <pc:sldLayoutChg chg="modSp mod">
          <pc:chgData name="Fernando Monrroy" userId="b98b761b-33af-413d-9fff-50a6768f6576" providerId="ADAL" clId="{B838F824-AFE3-4109-9EDE-E62B414B9900}" dt="2025-08-11T15:43:29.310" v="2165"/>
          <pc:sldLayoutMkLst>
            <pc:docMk/>
            <pc:sldMasterMk cId="3680662798" sldId="2147483648"/>
            <pc:sldLayoutMk cId="1092033911" sldId="2147483865"/>
          </pc:sldLayoutMkLst>
        </pc:sldLayoutChg>
        <pc:sldLayoutChg chg="del">
          <pc:chgData name="Fernando Monrroy" userId="b98b761b-33af-413d-9fff-50a6768f6576" providerId="ADAL" clId="{B838F824-AFE3-4109-9EDE-E62B414B9900}" dt="2025-08-11T15:03:52.756" v="874" actId="47"/>
          <pc:sldLayoutMkLst>
            <pc:docMk/>
            <pc:sldMasterMk cId="3680662798" sldId="2147483648"/>
            <pc:sldLayoutMk cId="716937288" sldId="2147483877"/>
          </pc:sldLayoutMkLst>
        </pc:sldLayoutChg>
        <pc:sldLayoutChg chg="del">
          <pc:chgData name="Fernando Monrroy" userId="b98b761b-33af-413d-9fff-50a6768f6576" providerId="ADAL" clId="{B838F824-AFE3-4109-9EDE-E62B414B9900}" dt="2025-08-11T15:16:23.825" v="1159" actId="47"/>
          <pc:sldLayoutMkLst>
            <pc:docMk/>
            <pc:sldMasterMk cId="3680662798" sldId="2147483648"/>
            <pc:sldLayoutMk cId="69010627" sldId="2147483878"/>
          </pc:sldLayoutMkLst>
        </pc:sldLayoutChg>
      </pc:sldMaster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F-40F5-97CC-6A08F5D5E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D-42D4-BE58-3E995447F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D-42D4-BE58-3E995447FC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D-42D4-BE58-3E995447FC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D-42D4-BE58-3E995447FC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10/11/2025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10/11/2025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Fecha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Study name </a:t>
            </a:r>
          </a:p>
          <a:p>
            <a:r>
              <a:rPr lang="en-US" b="1" noProof="0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marketing investment efficiencies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28624"/>
            <a:ext cx="5643926" cy="403200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Project status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cs typeface="Arial"/>
              </a:rPr>
              <a:t>Scope / Objectives </a:t>
            </a:r>
            <a:endParaRPr lang="en-U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Timeline and next steps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n-U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 Category overview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noProof="0" dirty="0"/>
          </a:p>
          <a:p>
            <a:pPr marL="0" lvl="1" indent="0">
              <a:buSzPct val="100000"/>
              <a:buNone/>
            </a:pPr>
            <a:r>
              <a:rPr lang="en-US" noProof="0" dirty="0"/>
              <a:t>3. Brand focus 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Media deep dive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>
                    <a:lumMod val="50000"/>
                  </a:schemeClr>
                </a:solidFill>
              </a:rPr>
              <a:t>Understand the impact of marketing efforts in sales and/or brand equity. </a:t>
            </a:r>
            <a:endParaRPr lang="en-US" sz="1800" noProof="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n-US" noProof="0" dirty="0"/>
              <a:t>For that, we </a:t>
            </a:r>
            <a:r>
              <a:rPr lang="en-US" b="1" noProof="0" dirty="0"/>
              <a:t>decompose sales volume and/or measured brand equity</a:t>
            </a:r>
            <a:r>
              <a:rPr lang="en-US" noProof="0" dirty="0"/>
              <a:t> results, </a:t>
            </a:r>
            <a:r>
              <a:rPr lang="en-US" b="1" noProof="0" dirty="0"/>
              <a:t>isolating the effects of each marketing</a:t>
            </a:r>
            <a:r>
              <a:rPr lang="en-US" noProof="0" dirty="0"/>
              <a:t> </a:t>
            </a:r>
            <a:r>
              <a:rPr lang="en-US" b="1" noProof="0" dirty="0"/>
              <a:t>effort</a:t>
            </a:r>
            <a:r>
              <a:rPr lang="en-US" noProof="0" dirty="0"/>
              <a:t> to understand their individual effects.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Direct impact in</a:t>
              </a: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Sales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n-U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n-U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Model</a:t>
              </a:r>
              <a:endParaRPr lang="en-U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n-US" sz="1200" b="1" noProof="0" dirty="0">
                <a:solidFill>
                  <a:srgbClr val="383838"/>
                </a:solidFill>
              </a:rPr>
              <a:t>Input:</a:t>
            </a:r>
            <a:endParaRPr lang="en-U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n-US" sz="1200" noProof="0" dirty="0">
                <a:solidFill>
                  <a:srgbClr val="383838"/>
                </a:solidFill>
              </a:rPr>
              <a:t>XX years of monthly/weekly data:</a:t>
            </a:r>
            <a:endParaRPr lang="en-U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Brand sales, distribution and average price.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Media investment and media activity results 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Other marketing efforts (owned media activity, innovations, promotions,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Macroeconomic variables </a:t>
            </a: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 the end, we’ll have the following results: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/>
              <a:t>1. Sales decomposition / Equity decomposition 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noProof="0" dirty="0">
                <a:solidFill>
                  <a:schemeClr val="bg1"/>
                </a:solidFill>
                <a:cs typeface="Arial"/>
              </a:rPr>
              <a:t>2. Incremental volume for each individual effort</a:t>
            </a:r>
            <a:endParaRPr lang="en-U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3. ROI </a:t>
            </a:r>
            <a:r>
              <a:rPr lang="en-US" sz="1400" dirty="0">
                <a:solidFill>
                  <a:schemeClr val="bg1"/>
                </a:solidFill>
              </a:rPr>
              <a:t>and saturation curves</a:t>
            </a:r>
            <a:endParaRPr lang="en-U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4. Optimization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Equity</a:t>
              </a: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100" b="1" noProof="0" dirty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215">
            <a:extLst>
              <a:ext uri="{FF2B5EF4-FFF2-40B4-BE49-F238E27FC236}">
                <a16:creationId xmlns:a16="http://schemas.microsoft.com/office/drawing/2014/main" id="{21DFB0B2-3209-FB09-21BB-1656F7FD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39029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079111" y="357451"/>
              <a:ext cx="106229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191919"/>
                  </a:solidFill>
                  <a:effectLst/>
                  <a:latin typeface="Arial" panose="020B0604020202020204" pitchFamily="34" charset="0"/>
                </a:rPr>
                <a:t>Illustrative</a:t>
              </a:r>
              <a:endParaRPr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11D2D-C226-716A-744D-72D075AE3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98193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1EB7F-CD5D-E018-BA4D-3B19910C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61035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F5662D2-8476-DB21-D152-1968B4EA5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85516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A60DFB-4C74-E938-F717-B6355AFEC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Average execution time since Kick Off ~ 17 weeks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6549"/>
              </p:ext>
            </p:extLst>
          </p:nvPr>
        </p:nvGraphicFramePr>
        <p:xfrm>
          <a:off x="305360" y="1695450"/>
          <a:ext cx="11631204" cy="430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Scope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Data check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Insights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sign off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Final report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Simulations </a:t>
                      </a:r>
                      <a:endParaRPr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Kick-off call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collection and validation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sign off for modelling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First presentation of model results </a:t>
                      </a:r>
                      <a:endParaRPr lang="en-U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Final report delivery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Simulations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Scope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Contact mapping 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Data descriptives and variables transformations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Descriptives presentation to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sign off from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lockdown for modelling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Base presentation 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n-US" sz="1000" b="0" noProof="0" dirty="0">
                          <a:cs typeface="Arial"/>
                        </a:rPr>
                        <a:t>Contributions 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Preliminary checks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noProof="0" dirty="0"/>
                        <a:t>Final presentation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Contributions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Saturation curves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Simulation scenarios for media planning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Week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1" i="0" noProof="0" dirty="0"/>
                        <a:t>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From 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technical spec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n-US" b="1" noProof="0" dirty="0">
                <a:solidFill>
                  <a:schemeClr val="tx2"/>
                </a:solidFill>
              </a:rPr>
              <a:t>Category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Brand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Period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Frequency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Analysis breaks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Coverage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Sales channel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Dependent variable</a:t>
            </a:r>
            <a:r>
              <a:rPr lang="en-US" noProof="0" dirty="0"/>
              <a:t>: xxx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z="1000" noProof="0" dirty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19616ac8005d3d2800ae446a42811656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e9b868ba88a598d24ce19d1971cceefe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C19903-96C5-4FA2-B16B-33C74A0BED10}"/>
</file>

<file path=customXml/itemProps2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122</TotalTime>
  <Words>387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Kantar template master</vt:lpstr>
      <vt:lpstr>Content slides - no sub heading</vt:lpstr>
      <vt:lpstr>Technical</vt:lpstr>
      <vt:lpstr>Identifying marketing investment efficiencies</vt:lpstr>
      <vt:lpstr>Agenda</vt:lpstr>
      <vt:lpstr>PowerPoint Presentation</vt:lpstr>
      <vt:lpstr>Objective </vt:lpstr>
      <vt:lpstr>At the end, we’ll have the following results: </vt:lpstr>
      <vt:lpstr>Timeline</vt:lpstr>
      <vt:lpstr>Model technical spec (1/2)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2025-11-10T22:39:39Z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