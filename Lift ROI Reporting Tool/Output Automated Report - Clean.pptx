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31"/>
  </p:notesMasterIdLst>
  <p:handoutMasterIdLst>
    <p:handoutMasterId r:id="rId32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  <p:sldId id="2147482122" r:id="rId14"/>
    <p:sldId id="2147482123" r:id="rId15"/>
    <p:sldId id="2147482124" r:id="rId16"/>
    <p:sldId id="2147482125" r:id="rId17"/>
    <p:sldId id="2147482126" r:id="rId18"/>
    <p:sldId id="2147482127" r:id="rId19"/>
    <p:sldId id="2147482128" r:id="rId20"/>
    <p:sldId id="2147482129" r:id="rId21"/>
    <p:sldId id="2147482142" r:id="rId22"/>
    <p:sldId id="2147482136" r:id="rId23"/>
    <p:sldId id="2147482130" r:id="rId24"/>
    <p:sldId id="2147482131" r:id="rId25"/>
    <p:sldId id="2147482132" r:id="rId26"/>
    <p:sldId id="2147482133" r:id="rId27"/>
    <p:sldId id="2147482134" r:id="rId28"/>
    <p:sldId id="2147482135" r:id="rId29"/>
    <p:sldId id="2147482138" r:id="rId30"/>
  </p:sldIdLst>
  <p:sldSz cx="12192000" cy="6858000"/>
  <p:notesSz cx="6805613" cy="9939338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B24ED-1CE3-4764-9F94-8C9E088731F2}" v="239" dt="2025-09-12T19:46:00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0" d="100"/>
          <a:sy n="100" d="100"/>
        </p:scale>
        <p:origin x="132" y="462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9A2B24ED-1CE3-4764-9F94-8C9E088731F2}"/>
    <pc:docChg chg="undo custSel addSld delSld modSld sldOrd">
      <pc:chgData name="Fernando Monrroy" userId="b98b761b-33af-413d-9fff-50a6768f6576" providerId="ADAL" clId="{9A2B24ED-1CE3-4764-9F94-8C9E088731F2}" dt="2025-09-22T18:08:25.714" v="588" actId="20577"/>
      <pc:docMkLst>
        <pc:docMk/>
      </pc:docMkLst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800259367" sldId="2147482058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800259367" sldId="2147482058"/>
            <ac:spMk id="2" creationId="{686D868E-0B37-A56C-3F0E-978324561015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800259367" sldId="2147482058"/>
            <ac:spMk id="3" creationId="{F0CADAD1-BAB6-7DCD-66CF-73C36FB3517F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800259367" sldId="2147482058"/>
            <ac:spMk id="5" creationId="{BA445C0A-9F2B-A008-235F-FF4D25879955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800259367" sldId="2147482058"/>
            <ac:spMk id="6" creationId="{B0F60D18-FBE4-3731-E055-AD178FF4C307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672440427" sldId="2147482060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672440427" sldId="2147482060"/>
            <ac:spMk id="2" creationId="{014D4717-9CB8-AC9B-5B96-D6B414600555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672440427" sldId="2147482060"/>
            <ac:spMk id="4" creationId="{86086F7B-C4C9-0BDB-AEFE-37963463AAFE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672440427" sldId="2147482060"/>
            <ac:spMk id="5" creationId="{3D075BF7-661F-614E-102F-FF6445DD5564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672440427" sldId="2147482060"/>
            <ac:spMk id="8" creationId="{A9E25486-9BFA-6F52-1B44-1D25350371AC}"/>
          </ac:spMkLst>
        </pc:spChg>
      </pc:sldChg>
      <pc:sldChg chg="modSp mod">
        <pc:chgData name="Fernando Monrroy" userId="b98b761b-33af-413d-9fff-50a6768f6576" providerId="ADAL" clId="{9A2B24ED-1CE3-4764-9F94-8C9E088731F2}" dt="2025-09-22T18:08:25.714" v="588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1507375839" sldId="2147482064"/>
            <ac:spMk id="2" creationId="{535A4F9E-D694-F470-7136-D6E29ACC5B30}"/>
          </ac:spMkLst>
        </pc:spChg>
        <pc:spChg chg="mod">
          <ac:chgData name="Fernando Monrroy" userId="b98b761b-33af-413d-9fff-50a6768f6576" providerId="ADAL" clId="{9A2B24ED-1CE3-4764-9F94-8C9E088731F2}" dt="2025-09-22T18:08:25.714" v="588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3503798241" sldId="2147482118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503798241" sldId="2147482118"/>
            <ac:spMk id="4" creationId="{B74FD53B-3908-A49A-AFCA-B13A7C21D484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503798241" sldId="2147482118"/>
            <ac:spMk id="5" creationId="{0B5D1112-0D16-F8B1-1BC0-C3A70CB84539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503798241" sldId="2147482118"/>
            <ac:spMk id="6" creationId="{BA30FE8B-5E53-5ED7-12EE-7CEEAB5D2524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503798241" sldId="2147482118"/>
            <ac:spMk id="8" creationId="{6B8DB876-366E-12C0-073B-76B1B8832E57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503798241" sldId="2147482118"/>
            <ac:spMk id="15" creationId="{CAE963EC-0165-9AB9-15A6-29BA57CE0B3E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503798241" sldId="2147482118"/>
            <ac:spMk id="16" creationId="{41DFF0AD-BD7E-122C-5472-FC8E9690FC1A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3319406193" sldId="2147482119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2" creationId="{8E5AE5F8-8E77-F8D2-2307-B5FBA3446BF6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3" creationId="{88C38183-5FB4-86F6-DC0E-72D5AFFAC108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4" creationId="{7F7355D0-FAB2-3B4A-8718-225A16D33E3A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6" creationId="{AAADD2E7-8775-8414-CB47-581EE6A29D92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8" creationId="{3DA3081C-EC66-7255-35F4-F851F38FBA39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9" creationId="{59A12D96-60D5-12C0-BF1C-36F6800FAED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10" creationId="{D6A8EAC7-3E09-53B5-58A2-B77FF21CA2C9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25" creationId="{79FD216B-070B-4856-D062-2D13CC8A6DCB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28" creationId="{AF3D8430-30F6-AEE9-2535-CB64508F9BEF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319406193" sldId="2147482119"/>
            <ac:spMk id="30" creationId="{DC4593D8-19DA-AF5F-0913-4585E4B5784A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3932684776" sldId="2147482120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2" creationId="{7F81C025-D177-1BE4-0AE0-314D31FE7C71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4" creationId="{6AE5014D-59FB-3061-8A64-AE66A587D742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165" creationId="{85BC1789-0180-5FF9-F1CF-A82AEA60A0FE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167" creationId="{B7215349-1B07-6AEF-F6D9-32FC66A72D64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171" creationId="{3D134825-6818-8418-8879-3642287521B5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172" creationId="{1A925A77-9C8C-40E5-DBDA-A67D8AF36C6B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174" creationId="{3CAAC72E-BB22-ECC7-177E-79AFD0C78729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176" creationId="{92136B72-94FB-4E53-9422-7E1439E4365B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177" creationId="{02ABBF59-FDAA-5798-4706-C22CF989D998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932684776" sldId="2147482120"/>
            <ac:spMk id="219" creationId="{9B70DF7B-F2FA-3553-2CBC-1EF5F9F93FED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3106810788" sldId="2147482121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2" creationId="{00095476-A436-E981-338D-AB9EDAC5F4AB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5" creationId="{740C2AB2-BF72-C000-EFCF-1BBAF0E10698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10" creationId="{5E57A290-CEEC-C438-A7CC-315655E19EDC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11" creationId="{CE8FA8D6-A57E-4AEA-4601-463842811E78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14" creationId="{3DAC2398-29C1-A8F4-56B7-03C3CFFEB267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15" creationId="{998F80AF-766D-EF6F-910C-5BBA52C0F5B9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19" creationId="{0E003B78-FB13-3508-301A-2F6E57BAE478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20" creationId="{DC78CBF6-F836-E1E6-2BCE-DBAEB6AFABBC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21" creationId="{2ED1EDDC-7E6A-B1D1-F9A9-D4A94A60A5E9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3106810788" sldId="2147482121"/>
            <ac:spMk id="23" creationId="{0F664BC3-9227-B40E-B7A0-B7991C5AC55D}"/>
          </ac:spMkLst>
        </pc:spChg>
      </pc:sldChg>
      <pc:sldChg chg="modSp mod">
        <pc:chgData name="Fernando Monrroy" userId="b98b761b-33af-413d-9fff-50a6768f6576" providerId="ADAL" clId="{9A2B24ED-1CE3-4764-9F94-8C9E088731F2}" dt="2025-09-12T19:22:54.884" v="491"/>
        <pc:sldMkLst>
          <pc:docMk/>
          <pc:sldMk cId="0" sldId="2147482122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2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2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12T19:22:54.884" v="491"/>
          <ac:graphicFrameMkLst>
            <pc:docMk/>
            <pc:sldMk cId="0" sldId="2147482122"/>
            <ac:graphicFrameMk id="4" creationId="{00000000-0000-0000-0000-000000000000}"/>
          </ac:graphicFrameMkLst>
        </pc:graphicFrame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23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3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3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04T23:41:56.584" v="14" actId="207"/>
          <ac:graphicFrameMkLst>
            <pc:docMk/>
            <pc:sldMk cId="0" sldId="2147482123"/>
            <ac:graphicFrameMk id="4" creationId="{00000000-0000-0000-0000-000000000000}"/>
          </ac:graphicFrameMkLst>
        </pc:graphicFrame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24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4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4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04T23:42:06.650" v="16" actId="207"/>
          <ac:graphicFrameMkLst>
            <pc:docMk/>
            <pc:sldMk cId="0" sldId="2147482124"/>
            <ac:graphicFrameMk id="4" creationId="{00000000-0000-0000-0000-000000000000}"/>
          </ac:graphicFrameMkLst>
        </pc:graphicFrame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25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5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5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04T23:43:28.967" v="31"/>
          <ac:graphicFrameMkLst>
            <pc:docMk/>
            <pc:sldMk cId="0" sldId="2147482125"/>
            <ac:graphicFrameMk id="4" creationId="{00000000-0000-0000-0000-000000000000}"/>
          </ac:graphicFrameMkLst>
        </pc:graphicFrameChg>
        <pc:graphicFrameChg chg="ord">
          <ac:chgData name="Fernando Monrroy" userId="b98b761b-33af-413d-9fff-50a6768f6576" providerId="ADAL" clId="{9A2B24ED-1CE3-4764-9F94-8C9E088731F2}" dt="2025-09-04T23:42:29.364" v="19" actId="167"/>
          <ac:graphicFrameMkLst>
            <pc:docMk/>
            <pc:sldMk cId="0" sldId="2147482125"/>
            <ac:graphicFrameMk id="5" creationId="{00000000-0000-0000-0000-000000000000}"/>
          </ac:graphicFrameMkLst>
        </pc:graphicFrame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26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6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6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04T23:43:51.222" v="34" actId="207"/>
          <ac:graphicFrameMkLst>
            <pc:docMk/>
            <pc:sldMk cId="0" sldId="2147482126"/>
            <ac:graphicFrameMk id="4" creationId="{00000000-0000-0000-0000-000000000000}"/>
          </ac:graphicFrameMkLst>
        </pc:graphicFrameChg>
        <pc:graphicFrameChg chg="mod">
          <ac:chgData name="Fernando Monrroy" userId="b98b761b-33af-413d-9fff-50a6768f6576" providerId="ADAL" clId="{9A2B24ED-1CE3-4764-9F94-8C9E088731F2}" dt="2025-09-04T23:43:55.206" v="36" actId="207"/>
          <ac:graphicFrameMkLst>
            <pc:docMk/>
            <pc:sldMk cId="0" sldId="2147482126"/>
            <ac:graphicFrameMk id="5" creationId="{00000000-0000-0000-0000-000000000000}"/>
          </ac:graphicFrameMkLst>
        </pc:graphicFrameChg>
      </pc:sldChg>
      <pc:sldChg chg="addSp delSp modSp mod">
        <pc:chgData name="Fernando Monrroy" userId="b98b761b-33af-413d-9fff-50a6768f6576" providerId="ADAL" clId="{9A2B24ED-1CE3-4764-9F94-8C9E088731F2}" dt="2025-09-12T19:46:00.206" v="582"/>
        <pc:sldMkLst>
          <pc:docMk/>
          <pc:sldMk cId="0" sldId="2147482127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7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7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12T19:44:17.824" v="520"/>
          <ac:graphicFrameMkLst>
            <pc:docMk/>
            <pc:sldMk cId="0" sldId="2147482127"/>
            <ac:graphicFrameMk id="4" creationId="{00000000-0000-0000-0000-000000000000}"/>
          </ac:graphicFrameMkLst>
        </pc:graphicFrameChg>
        <pc:graphicFrameChg chg="mod">
          <ac:chgData name="Fernando Monrroy" userId="b98b761b-33af-413d-9fff-50a6768f6576" providerId="ADAL" clId="{9A2B24ED-1CE3-4764-9F94-8C9E088731F2}" dt="2025-09-12T19:46:00.206" v="582"/>
          <ac:graphicFrameMkLst>
            <pc:docMk/>
            <pc:sldMk cId="0" sldId="2147482127"/>
            <ac:graphicFrameMk id="5" creationId="{00000000-0000-0000-0000-000000000000}"/>
          </ac:graphicFrameMkLst>
        </pc:graphicFrameChg>
        <pc:graphicFrameChg chg="mod">
          <ac:chgData name="Fernando Monrroy" userId="b98b761b-33af-413d-9fff-50a6768f6576" providerId="ADAL" clId="{9A2B24ED-1CE3-4764-9F94-8C9E088731F2}" dt="2025-09-12T19:45:21.131" v="581"/>
          <ac:graphicFrameMkLst>
            <pc:docMk/>
            <pc:sldMk cId="0" sldId="2147482127"/>
            <ac:graphicFrameMk id="6" creationId="{00000000-0000-0000-0000-000000000000}"/>
          </ac:graphicFrameMkLst>
        </pc:graphicFrameChg>
        <pc:graphicFrameChg chg="mod">
          <ac:chgData name="Fernando Monrroy" userId="b98b761b-33af-413d-9fff-50a6768f6576" providerId="ADAL" clId="{9A2B24ED-1CE3-4764-9F94-8C9E088731F2}" dt="2025-09-12T19:45:17.557" v="580"/>
          <ac:graphicFrameMkLst>
            <pc:docMk/>
            <pc:sldMk cId="0" sldId="2147482127"/>
            <ac:graphicFrameMk id="7" creationId="{00000000-0000-0000-0000-000000000000}"/>
          </ac:graphicFrameMkLst>
        </pc:graphicFrameChg>
      </pc:sldChg>
      <pc:sldChg chg="addSp delSp modSp mod">
        <pc:chgData name="Fernando Monrroy" userId="b98b761b-33af-413d-9fff-50a6768f6576" providerId="ADAL" clId="{9A2B24ED-1CE3-4764-9F94-8C9E088731F2}" dt="2025-09-19T17:53:06.334" v="587" actId="21"/>
        <pc:sldMkLst>
          <pc:docMk/>
          <pc:sldMk cId="0" sldId="2147482128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8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8"/>
            <ac:spMk id="3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8"/>
            <ac:spMk id="5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8"/>
            <ac:spMk id="7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04T23:47:02.325" v="81" actId="207"/>
          <ac:graphicFrameMkLst>
            <pc:docMk/>
            <pc:sldMk cId="0" sldId="2147482128"/>
            <ac:graphicFrameMk id="6" creationId="{00000000-0000-0000-0000-000000000000}"/>
          </ac:graphicFrameMkLst>
        </pc:graphicFrameChg>
      </pc:sldChg>
      <pc:sldChg chg="modSp mod or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29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9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29"/>
            <ac:spMk id="3" creationId="{00000000-0000-0000-0000-000000000000}"/>
          </ac:spMkLst>
        </pc:spChg>
        <pc:graphicFrameChg chg="mod modGraphic">
          <ac:chgData name="Fernando Monrroy" userId="b98b761b-33af-413d-9fff-50a6768f6576" providerId="ADAL" clId="{9A2B24ED-1CE3-4764-9F94-8C9E088731F2}" dt="2025-09-05T15:50:16.156" v="218" actId="790"/>
          <ac:graphicFrameMkLst>
            <pc:docMk/>
            <pc:sldMk cId="0" sldId="2147482129"/>
            <ac:graphicFrameMk id="4" creationId="{00000000-0000-0000-0000-000000000000}"/>
          </ac:graphicFrameMkLst>
        </pc:graphicFrameChg>
      </pc:sldChg>
      <pc:sldChg chg="modSp mod">
        <pc:chgData name="Fernando Monrroy" userId="b98b761b-33af-413d-9fff-50a6768f6576" providerId="ADAL" clId="{9A2B24ED-1CE3-4764-9F94-8C9E088731F2}" dt="2025-09-08T19:40:13.804" v="222" actId="27918"/>
        <pc:sldMkLst>
          <pc:docMk/>
          <pc:sldMk cId="0" sldId="2147482130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0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0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08T19:40:01.669" v="221"/>
          <ac:graphicFrameMkLst>
            <pc:docMk/>
            <pc:sldMk cId="0" sldId="2147482130"/>
            <ac:graphicFrameMk id="4" creationId="{00000000-0000-0000-0000-000000000000}"/>
          </ac:graphicFrameMkLst>
        </pc:graphicFrame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31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1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1"/>
            <ac:spMk id="3" creationId="{00000000-0000-0000-0000-000000000000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32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2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2"/>
            <ac:spMk id="3" creationId="{00000000-0000-0000-0000-000000000000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33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3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3"/>
            <ac:spMk id="3" creationId="{00000000-0000-0000-0000-000000000000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34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4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4"/>
            <ac:spMk id="3" creationId="{00000000-0000-0000-0000-000000000000}"/>
          </ac:spMkLst>
        </pc:spChg>
      </pc:sldChg>
      <pc:sldChg chg="modSp mo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35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5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5"/>
            <ac:spMk id="3" creationId="{00000000-0000-0000-0000-000000000000}"/>
          </ac:spMkLst>
        </pc:spChg>
        <pc:graphicFrameChg chg="mod modGraphic">
          <ac:chgData name="Fernando Monrroy" userId="b98b761b-33af-413d-9fff-50a6768f6576" providerId="ADAL" clId="{9A2B24ED-1CE3-4764-9F94-8C9E088731F2}" dt="2025-09-05T15:50:16.156" v="218" actId="790"/>
          <ac:graphicFrameMkLst>
            <pc:docMk/>
            <pc:sldMk cId="0" sldId="2147482135"/>
            <ac:graphicFrameMk id="4" creationId="{00000000-0000-0000-0000-000000000000}"/>
          </ac:graphicFrameMkLst>
        </pc:graphicFrameChg>
      </pc:sldChg>
      <pc:sldChg chg="modSp mod ord">
        <pc:chgData name="Fernando Monrroy" userId="b98b761b-33af-413d-9fff-50a6768f6576" providerId="ADAL" clId="{9A2B24ED-1CE3-4764-9F94-8C9E088731F2}" dt="2025-09-05T15:50:16.156" v="218" actId="790"/>
        <pc:sldMkLst>
          <pc:docMk/>
          <pc:sldMk cId="0" sldId="2147482136"/>
        </pc:sldMkLst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6"/>
            <ac:spMk id="2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05T15:50:16.156" v="218" actId="790"/>
          <ac:spMkLst>
            <pc:docMk/>
            <pc:sldMk cId="0" sldId="2147482136"/>
            <ac:spMk id="3" creationId="{00000000-0000-0000-0000-000000000000}"/>
          </ac:spMkLst>
        </pc:spChg>
        <pc:graphicFrameChg chg="mod">
          <ac:chgData name="Fernando Monrroy" userId="b98b761b-33af-413d-9fff-50a6768f6576" providerId="ADAL" clId="{9A2B24ED-1CE3-4764-9F94-8C9E088731F2}" dt="2025-09-04T23:51:34.231" v="96" actId="2085"/>
          <ac:graphicFrameMkLst>
            <pc:docMk/>
            <pc:sldMk cId="0" sldId="2147482136"/>
            <ac:graphicFrameMk id="4" creationId="{00000000-0000-0000-0000-000000000000}"/>
          </ac:graphicFrameMkLst>
        </pc:graphicFrameChg>
      </pc:sldChg>
      <pc:sldChg chg="add del mod">
        <pc:chgData name="Fernando Monrroy" userId="b98b761b-33af-413d-9fff-50a6768f6576" providerId="ADAL" clId="{9A2B24ED-1CE3-4764-9F94-8C9E088731F2}" dt="2025-09-12T17:24:47.342" v="465" actId="47"/>
        <pc:sldMkLst>
          <pc:docMk/>
          <pc:sldMk cId="0" sldId="2147482137"/>
        </pc:sldMkLst>
      </pc:sldChg>
      <pc:sldChg chg="addSp modSp add mod ord">
        <pc:chgData name="Fernando Monrroy" userId="b98b761b-33af-413d-9fff-50a6768f6576" providerId="ADAL" clId="{9A2B24ED-1CE3-4764-9F94-8C9E088731F2}" dt="2025-09-12T17:43:53.305" v="490" actId="27918"/>
        <pc:sldMkLst>
          <pc:docMk/>
          <pc:sldMk cId="0" sldId="2147482138"/>
        </pc:sldMkLst>
        <pc:spChg chg="mod">
          <ac:chgData name="Fernando Monrroy" userId="b98b761b-33af-413d-9fff-50a6768f6576" providerId="ADAL" clId="{9A2B24ED-1CE3-4764-9F94-8C9E088731F2}" dt="2025-09-12T17:43:50.173" v="488" actId="121"/>
          <ac:spMkLst>
            <pc:docMk/>
            <pc:sldMk cId="0" sldId="2147482138"/>
            <ac:spMk id="7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12T17:43:50.173" v="488" actId="121"/>
          <ac:spMkLst>
            <pc:docMk/>
            <pc:sldMk cId="0" sldId="2147482138"/>
            <ac:spMk id="9" creationId="{00000000-0000-0000-0000-000000000000}"/>
          </ac:spMkLst>
        </pc:spChg>
        <pc:spChg chg="mod">
          <ac:chgData name="Fernando Monrroy" userId="b98b761b-33af-413d-9fff-50a6768f6576" providerId="ADAL" clId="{9A2B24ED-1CE3-4764-9F94-8C9E088731F2}" dt="2025-09-12T17:43:50.173" v="488" actId="121"/>
          <ac:spMkLst>
            <pc:docMk/>
            <pc:sldMk cId="0" sldId="2147482138"/>
            <ac:spMk id="11" creationId="{00000000-0000-0000-0000-000000000000}"/>
          </ac:spMkLst>
        </pc:spChg>
        <pc:graphicFrameChg chg="mod modGraphic">
          <ac:chgData name="Fernando Monrroy" userId="b98b761b-33af-413d-9fff-50a6768f6576" providerId="ADAL" clId="{9A2B24ED-1CE3-4764-9F94-8C9E088731F2}" dt="2025-09-12T16:27:28.858" v="258" actId="14100"/>
          <ac:graphicFrameMkLst>
            <pc:docMk/>
            <pc:sldMk cId="0" sldId="2147482138"/>
            <ac:graphicFrameMk id="5" creationId="{00000000-0000-0000-0000-000000000000}"/>
          </ac:graphicFrameMkLst>
        </pc:graphicFrameChg>
        <pc:graphicFrameChg chg="mod">
          <ac:chgData name="Fernando Monrroy" userId="b98b761b-33af-413d-9fff-50a6768f6576" providerId="ADAL" clId="{9A2B24ED-1CE3-4764-9F94-8C9E088731F2}" dt="2025-09-12T17:43:15.631" v="482"/>
          <ac:graphicFrameMkLst>
            <pc:docMk/>
            <pc:sldMk cId="0" sldId="2147482138"/>
            <ac:graphicFrameMk id="6" creationId="{00000000-0000-0000-0000-000000000000}"/>
          </ac:graphicFrameMkLst>
        </pc:graphicFrameChg>
        <pc:graphicFrameChg chg="mod">
          <ac:chgData name="Fernando Monrroy" userId="b98b761b-33af-413d-9fff-50a6768f6576" providerId="ADAL" clId="{9A2B24ED-1CE3-4764-9F94-8C9E088731F2}" dt="2025-09-10T19:26:24.406" v="248"/>
          <ac:graphicFrameMkLst>
            <pc:docMk/>
            <pc:sldMk cId="0" sldId="2147482138"/>
            <ac:graphicFrameMk id="8" creationId="{00000000-0000-0000-0000-000000000000}"/>
          </ac:graphicFrameMkLst>
        </pc:graphicFrameChg>
        <pc:graphicFrameChg chg="mod">
          <ac:chgData name="Fernando Monrroy" userId="b98b761b-33af-413d-9fff-50a6768f6576" providerId="ADAL" clId="{9A2B24ED-1CE3-4764-9F94-8C9E088731F2}" dt="2025-09-10T19:26:36.475" v="251"/>
          <ac:graphicFrameMkLst>
            <pc:docMk/>
            <pc:sldMk cId="0" sldId="2147482138"/>
            <ac:graphicFrameMk id="10" creationId="{00000000-0000-0000-0000-000000000000}"/>
          </ac:graphicFrameMkLst>
        </pc:graphicFrameChg>
        <pc:cxnChg chg="add mod">
          <ac:chgData name="Fernando Monrroy" userId="b98b761b-33af-413d-9fff-50a6768f6576" providerId="ADAL" clId="{9A2B24ED-1CE3-4764-9F94-8C9E088731F2}" dt="2025-09-12T16:28:54.084" v="276" actId="693"/>
          <ac:cxnSpMkLst>
            <pc:docMk/>
            <pc:sldMk cId="0" sldId="2147482138"/>
            <ac:cxnSpMk id="13" creationId="{BB5F1998-EE30-7712-06EF-2AC2E731925B}"/>
          </ac:cxnSpMkLst>
        </pc:cxnChg>
        <pc:cxnChg chg="add mod">
          <ac:chgData name="Fernando Monrroy" userId="b98b761b-33af-413d-9fff-50a6768f6576" providerId="ADAL" clId="{9A2B24ED-1CE3-4764-9F94-8C9E088731F2}" dt="2025-09-12T16:28:54.084" v="276" actId="693"/>
          <ac:cxnSpMkLst>
            <pc:docMk/>
            <pc:sldMk cId="0" sldId="2147482138"/>
            <ac:cxnSpMk id="14" creationId="{AC9EC85B-A236-70CB-BF91-BFD892BEBF53}"/>
          </ac:cxnSpMkLst>
        </pc:cxnChg>
        <pc:cxnChg chg="add mod">
          <ac:chgData name="Fernando Monrroy" userId="b98b761b-33af-413d-9fff-50a6768f6576" providerId="ADAL" clId="{9A2B24ED-1CE3-4764-9F94-8C9E088731F2}" dt="2025-09-12T16:28:54.084" v="276" actId="693"/>
          <ac:cxnSpMkLst>
            <pc:docMk/>
            <pc:sldMk cId="0" sldId="2147482138"/>
            <ac:cxnSpMk id="15" creationId="{BBC0FF97-7871-974E-0F80-332BFD0EDEAD}"/>
          </ac:cxnSpMkLst>
        </pc:cxnChg>
        <pc:cxnChg chg="add mod">
          <ac:chgData name="Fernando Monrroy" userId="b98b761b-33af-413d-9fff-50a6768f6576" providerId="ADAL" clId="{9A2B24ED-1CE3-4764-9F94-8C9E088731F2}" dt="2025-09-12T16:28:54.084" v="276" actId="693"/>
          <ac:cxnSpMkLst>
            <pc:docMk/>
            <pc:sldMk cId="0" sldId="2147482138"/>
            <ac:cxnSpMk id="16" creationId="{BA98D81A-E0F6-21FD-0F05-C029DE64F0E9}"/>
          </ac:cxnSpMkLst>
        </pc:cxnChg>
      </pc:sldChg>
      <pc:sldChg chg="add del">
        <pc:chgData name="Fernando Monrroy" userId="b98b761b-33af-413d-9fff-50a6768f6576" providerId="ADAL" clId="{9A2B24ED-1CE3-4764-9F94-8C9E088731F2}" dt="2025-09-12T17:24:47.342" v="465" actId="47"/>
        <pc:sldMkLst>
          <pc:docMk/>
          <pc:sldMk cId="0" sldId="2147482139"/>
        </pc:sldMkLst>
      </pc:sldChg>
      <pc:sldChg chg="add del">
        <pc:chgData name="Fernando Monrroy" userId="b98b761b-33af-413d-9fff-50a6768f6576" providerId="ADAL" clId="{9A2B24ED-1CE3-4764-9F94-8C9E088731F2}" dt="2025-09-12T17:24:47.342" v="465" actId="47"/>
        <pc:sldMkLst>
          <pc:docMk/>
          <pc:sldMk cId="0" sldId="2147482140"/>
        </pc:sldMkLst>
      </pc:sldChg>
      <pc:sldChg chg="add del">
        <pc:chgData name="Fernando Monrroy" userId="b98b761b-33af-413d-9fff-50a6768f6576" providerId="ADAL" clId="{9A2B24ED-1CE3-4764-9F94-8C9E088731F2}" dt="2025-09-12T17:24:47.342" v="465" actId="47"/>
        <pc:sldMkLst>
          <pc:docMk/>
          <pc:sldMk cId="0" sldId="2147482141"/>
        </pc:sldMkLst>
      </pc:sldChg>
      <pc:sldChg chg="addSp modSp add mod">
        <pc:chgData name="Fernando Monrroy" userId="b98b761b-33af-413d-9fff-50a6768f6576" providerId="ADAL" clId="{9A2B24ED-1CE3-4764-9F94-8C9E088731F2}" dt="2025-09-12T17:25:41.921" v="477" actId="1036"/>
        <pc:sldMkLst>
          <pc:docMk/>
          <pc:sldMk cId="0" sldId="2147482142"/>
        </pc:sldMkLst>
        <pc:spChg chg="add mod ord">
          <ac:chgData name="Fernando Monrroy" userId="b98b761b-33af-413d-9fff-50a6768f6576" providerId="ADAL" clId="{9A2B24ED-1CE3-4764-9F94-8C9E088731F2}" dt="2025-09-12T17:25:38.077" v="473" actId="14100"/>
          <ac:spMkLst>
            <pc:docMk/>
            <pc:sldMk cId="0" sldId="2147482142"/>
            <ac:spMk id="6" creationId="{4429138E-9C74-AE26-63AD-6B57290D37EC}"/>
          </ac:spMkLst>
        </pc:spChg>
        <pc:graphicFrameChg chg="mod">
          <ac:chgData name="Fernando Monrroy" userId="b98b761b-33af-413d-9fff-50a6768f6576" providerId="ADAL" clId="{9A2B24ED-1CE3-4764-9F94-8C9E088731F2}" dt="2025-09-12T17:20:13.456" v="287" actId="2085"/>
          <ac:graphicFrameMkLst>
            <pc:docMk/>
            <pc:sldMk cId="0" sldId="2147482142"/>
            <ac:graphicFrameMk id="4" creationId="{00000000-0000-0000-0000-000000000000}"/>
          </ac:graphicFrameMkLst>
        </pc:graphicFrameChg>
        <pc:graphicFrameChg chg="add mod modGraphic">
          <ac:chgData name="Fernando Monrroy" userId="b98b761b-33af-413d-9fff-50a6768f6576" providerId="ADAL" clId="{9A2B24ED-1CE3-4764-9F94-8C9E088731F2}" dt="2025-09-12T17:25:41.921" v="477" actId="1036"/>
          <ac:graphicFrameMkLst>
            <pc:docMk/>
            <pc:sldMk cId="0" sldId="2147482142"/>
            <ac:graphicFrameMk id="5" creationId="{E9905513-107B-9F47-3FBC-9802CFEBD0A6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F-40F5-97CC-6A08F5D5E5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D-42D4-BE58-3E995447F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D-42D4-BE58-3E995447FC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BD-42D4-BE58-3E995447FC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BD-42D4-BE58-3E995447FC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87.7%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44A-4EF3-8926-26C4D5F4458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94.0%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44A-4EF3-8926-26C4D5F4458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88.2%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44A-4EF3-8926-26C4D5F445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29452.634512758203</c:v>
                </c:pt>
                <c:pt idx="1">
                  <c:v>29748.318116962429</c:v>
                </c:pt>
                <c:pt idx="2">
                  <c:v>29564.122541359648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44A-4EF3-8926-26C4D5F445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Competition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44A-4EF3-8926-26C4D5F4458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44A-4EF3-8926-26C4D5F4458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44A-4EF3-8926-26C4D5F445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-475.04322420817118</c:v>
                </c:pt>
                <c:pt idx="1">
                  <c:v>1550.3191903249337</c:v>
                </c:pt>
                <c:pt idx="2">
                  <c:v>604.52841468379484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44A-4EF3-8926-26C4D5F445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Discounts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44A-4EF3-8926-26C4D5F4458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12.9%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44A-4EF3-8926-26C4D5F4458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44A-4EF3-8926-26C4D5F4458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3531.783122968257</c:v>
                </c:pt>
                <c:pt idx="1">
                  <c:v>4071.3611400104924</c:v>
                </c:pt>
                <c:pt idx="2">
                  <c:v>1080.5228255051343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44A-4EF3-8926-26C4D5F4458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944A-4EF3-8926-26C4D5F4458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44A-4EF3-8926-26C4D5F4458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12.0%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944A-4EF3-8926-26C4D5F4458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3370.9158686525466</c:v>
                </c:pt>
                <c:pt idx="1">
                  <c:v>1964.036775815443</c:v>
                </c:pt>
                <c:pt idx="2">
                  <c:v>4031.0993640518163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44A-4EF3-8926-26C4D5F4458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External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44A-4EF3-8926-26C4D5F4458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-8.5%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944A-4EF3-8926-26C4D5F4458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-10.7%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944A-4EF3-8926-26C4D5F445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97.31847818618337</c:v>
                </c:pt>
                <c:pt idx="1">
                  <c:v>-2705.9204171201186</c:v>
                </c:pt>
                <c:pt idx="2">
                  <c:v>-3586.6630445736741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44A-4EF3-8926-26C4D5F4458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rgbClr val="FEDB00"/>
            </a:solidFill>
            <a:ln w="19050">
              <a:solidFill>
                <a:srgbClr val="FEDB00"/>
              </a:solidFill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44A-4EF3-8926-26C4D5F4458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10.2%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944A-4EF3-8926-26C4D5F4458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14.0%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944A-4EF3-8926-26C4D5F4458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Sheet1!$G$2:$G$4</c:f>
              <c:numCache>
                <c:formatCode>#,##0</c:formatCode>
                <c:ptCount val="3"/>
                <c:pt idx="0">
                  <c:v>1.5384667465367932E-6</c:v>
                </c:pt>
                <c:pt idx="1">
                  <c:v>3227.6887976078688</c:v>
                </c:pt>
                <c:pt idx="2">
                  <c:v>4700.9555634417738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944A-4EF3-8926-26C4D5F4458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FF5000"/>
            </a:solidFill>
            <a:ln w="19050">
              <a:solidFill>
                <a:srgbClr val="FF50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-7.2%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944A-4EF3-8926-26C4D5F4458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-19.6%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944A-4EF3-8926-26C4D5F4458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-8.6%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944A-4EF3-8926-26C4D5F445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Sheet1!$H$2:$H$4</c:f>
              <c:numCache>
                <c:formatCode>#,##0</c:formatCode>
                <c:ptCount val="3"/>
                <c:pt idx="0">
                  <c:v>-2409.3376490032847</c:v>
                </c:pt>
                <c:pt idx="1">
                  <c:v>-6205.798021868437</c:v>
                </c:pt>
                <c:pt idx="2">
                  <c:v>-2869.5674712896448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944A-4EF3-8926-26C4D5F445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59.3%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EE4-4E23-8B3A-5419CBEDF6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61.4%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EE4-4E23-8B3A-5419CBEDF6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EE4-4E23-8B3A-5419CBEDF6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9.1168047353368676E-7</c:v>
                </c:pt>
                <c:pt idx="1">
                  <c:v>1981.3774709949389</c:v>
                </c:pt>
                <c:pt idx="2">
                  <c:v>2934.4799857919397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E4-4E23-8B3A-5419CBEDF6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23.1%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EE4-4E23-8B3A-5419CBEDF6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EE4-4E23-8B3A-5419CBEDF6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32.8%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EE4-4E23-8B3A-5419CBEDF6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3.5579263554623669E-7</c:v>
                </c:pt>
                <c:pt idx="1">
                  <c:v>888.59393228041438</c:v>
                </c:pt>
                <c:pt idx="2">
                  <c:v>1541.0993628500967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EE4-4E23-8B3A-5419CBEDF6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EE4-4E23-8B3A-5419CBEDF6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EE4-4E23-8B3A-5419CBEDF6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EE4-4E23-8B3A-5419CBEDF62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CEE4-4E23-8B3A-5419CBEDF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26.9%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785-4280-9F6F-3B910F75EF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785-4280-9F6F-3B910F75EF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785-4280-9F6F-3B910F75EF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4.1377384210075308E-7</c:v>
                </c:pt>
                <c:pt idx="1">
                  <c:v>801.47445144127107</c:v>
                </c:pt>
                <c:pt idx="2">
                  <c:v>252.76922405659792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85-4280-9F6F-3B910F75EF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Digital YT+Meta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785-4280-9F6F-3B910F75EF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36.6%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785-4280-9F6F-3B910F75EF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57.0%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785-4280-9F6F-3B910F75EF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4.9790663143293373E-7</c:v>
                </c:pt>
                <c:pt idx="1">
                  <c:v>1179.9030195536679</c:v>
                </c:pt>
                <c:pt idx="2">
                  <c:v>2681.7107617353417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785-4280-9F6F-3B910F75EF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785-4280-9F6F-3B910F75EF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785-4280-9F6F-3B910F75EF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785-4280-9F6F-3B910F75EF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5.5575131898152271E-8</c:v>
                </c:pt>
                <c:pt idx="1">
                  <c:v>230.13180120410101</c:v>
                </c:pt>
                <c:pt idx="2">
                  <c:v>972.20156381467962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785-4280-9F6F-3B910F75EF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Media OOH Screen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19.5%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9785-4280-9F6F-3B910F75EF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20.4%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785-4280-9F6F-3B910F75EF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12.1%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9785-4280-9F6F-3B910F75EF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3.0021750364808441E-7</c:v>
                </c:pt>
                <c:pt idx="1">
                  <c:v>658.46213107631343</c:v>
                </c:pt>
                <c:pt idx="2">
                  <c:v>568.89779903541717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785-4280-9F6F-3B910F75EF1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Media Search Google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9785-4280-9F6F-3B910F75EF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9785-4280-9F6F-3B910F75EF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9785-4280-9F6F-3B910F75EF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785-4280-9F6F-3B910F75EF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</c:v>
                </c:pt>
              </c:strCache>
            </c:strRef>
          </c:tx>
          <c:spPr>
            <a:ln w="19050">
              <a:solidFill>
                <a:srgbClr val="333333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3378.921714126579</c:v>
                </c:pt>
                <c:pt idx="1">
                  <c:v>2934.4872912763549</c:v>
                </c:pt>
                <c:pt idx="2">
                  <c:v>2703.1042810969439</c:v>
                </c:pt>
                <c:pt idx="3">
                  <c:v>2294.861752645108</c:v>
                </c:pt>
                <c:pt idx="4">
                  <c:v>2313.7008017765111</c:v>
                </c:pt>
                <c:pt idx="5">
                  <c:v>2423.8704784376828</c:v>
                </c:pt>
                <c:pt idx="6">
                  <c:v>2418.56788308355</c:v>
                </c:pt>
                <c:pt idx="7">
                  <c:v>2525.0551683181311</c:v>
                </c:pt>
                <c:pt idx="8">
                  <c:v>3213.8702559227759</c:v>
                </c:pt>
                <c:pt idx="9">
                  <c:v>3627.6462000223319</c:v>
                </c:pt>
                <c:pt idx="10">
                  <c:v>2817.2819208656128</c:v>
                </c:pt>
                <c:pt idx="11">
                  <c:v>2916.90336332062</c:v>
                </c:pt>
                <c:pt idx="12">
                  <c:v>3687.1324564429892</c:v>
                </c:pt>
                <c:pt idx="13">
                  <c:v>2840.6742247361522</c:v>
                </c:pt>
                <c:pt idx="14">
                  <c:v>2329.6367900344449</c:v>
                </c:pt>
                <c:pt idx="15">
                  <c:v>2089.3192782937149</c:v>
                </c:pt>
                <c:pt idx="16">
                  <c:v>1906.4379504383439</c:v>
                </c:pt>
                <c:pt idx="17">
                  <c:v>1650.422130630614</c:v>
                </c:pt>
                <c:pt idx="18">
                  <c:v>2241.3366191076711</c:v>
                </c:pt>
                <c:pt idx="19">
                  <c:v>2073.492409991572</c:v>
                </c:pt>
                <c:pt idx="20">
                  <c:v>2448.3893707859661</c:v>
                </c:pt>
                <c:pt idx="21">
                  <c:v>3982.6264454942411</c:v>
                </c:pt>
                <c:pt idx="22">
                  <c:v>3438.0702998871898</c:v>
                </c:pt>
                <c:pt idx="23">
                  <c:v>2962.4676058897098</c:v>
                </c:pt>
                <c:pt idx="24">
                  <c:v>3411.409404323198</c:v>
                </c:pt>
                <c:pt idx="25">
                  <c:v>2510.1160222356348</c:v>
                </c:pt>
                <c:pt idx="26">
                  <c:v>2182.520398653272</c:v>
                </c:pt>
                <c:pt idx="27">
                  <c:v>2521.7387176205948</c:v>
                </c:pt>
                <c:pt idx="28">
                  <c:v>1847.7684534398761</c:v>
                </c:pt>
                <c:pt idx="29">
                  <c:v>1747.639966099938</c:v>
                </c:pt>
                <c:pt idx="30">
                  <c:v>2507.1481919381108</c:v>
                </c:pt>
                <c:pt idx="31">
                  <c:v>2564.6946961691742</c:v>
                </c:pt>
                <c:pt idx="32">
                  <c:v>3044.1363822225412</c:v>
                </c:pt>
                <c:pt idx="33">
                  <c:v>4020.441405606633</c:v>
                </c:pt>
                <c:pt idx="34">
                  <c:v>3572.3241690337791</c:v>
                </c:pt>
                <c:pt idx="35">
                  <c:v>3595.0603858361028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CB-409C-9760-F03EE25D7A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0714333555195548E-2"/>
          <c:y val="8.5812356979405036E-2"/>
          <c:w val="0.94285757143196014"/>
          <c:h val="0.7807017543859649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8.08172712396542E-8</c:v>
                </c:pt>
                <c:pt idx="1">
                  <c:v>7.9710139753453904E-8</c:v>
                </c:pt>
                <c:pt idx="2">
                  <c:v>7.8692326975690203E-8</c:v>
                </c:pt>
                <c:pt idx="3">
                  <c:v>7.7496189563164908E-8</c:v>
                </c:pt>
                <c:pt idx="4">
                  <c:v>7.6944187661282904E-8</c:v>
                </c:pt>
                <c:pt idx="5">
                  <c:v>7.6182137432659805E-8</c:v>
                </c:pt>
                <c:pt idx="6">
                  <c:v>7.5212906301293699E-8</c:v>
                </c:pt>
                <c:pt idx="7">
                  <c:v>7.4577827103917392E-8</c:v>
                </c:pt>
                <c:pt idx="8">
                  <c:v>7.3887407299937701E-8</c:v>
                </c:pt>
                <c:pt idx="9">
                  <c:v>7.32596987422393E-8</c:v>
                </c:pt>
                <c:pt idx="10">
                  <c:v>7.2719753495239699E-8</c:v>
                </c:pt>
                <c:pt idx="11">
                  <c:v>7.21806279651532E-8</c:v>
                </c:pt>
                <c:pt idx="12">
                  <c:v>7.1663605709386992E-8</c:v>
                </c:pt>
                <c:pt idx="13">
                  <c:v>7.0988544042450791E-8</c:v>
                </c:pt>
                <c:pt idx="14">
                  <c:v>7.0596215944253501E-8</c:v>
                </c:pt>
                <c:pt idx="15">
                  <c:v>7.0447466382121502E-8</c:v>
                </c:pt>
                <c:pt idx="16">
                  <c:v>6.9914575746699189E-8</c:v>
                </c:pt>
                <c:pt idx="17">
                  <c:v>6.9447146775361599E-8</c:v>
                </c:pt>
                <c:pt idx="18">
                  <c:v>6.93609448619888E-8</c:v>
                </c:pt>
                <c:pt idx="19">
                  <c:v>6.8826336465980801E-8</c:v>
                </c:pt>
                <c:pt idx="20">
                  <c:v>6.8208218803373793E-8</c:v>
                </c:pt>
                <c:pt idx="21">
                  <c:v>649.67531442957898</c:v>
                </c:pt>
                <c:pt idx="22">
                  <c:v>667.83653649548592</c:v>
                </c:pt>
                <c:pt idx="23">
                  <c:v>663.86561944042103</c:v>
                </c:pt>
                <c:pt idx="24">
                  <c:v>609.34673678824697</c:v>
                </c:pt>
                <c:pt idx="25">
                  <c:v>379.55472725768516</c:v>
                </c:pt>
                <c:pt idx="26">
                  <c:v>192.88026142784827</c:v>
                </c:pt>
                <c:pt idx="27">
                  <c:v>36.543293101780463</c:v>
                </c:pt>
                <c:pt idx="28">
                  <c:v>2.0851922591138021</c:v>
                </c:pt>
                <c:pt idx="29">
                  <c:v>5.9535921164741518E-2</c:v>
                </c:pt>
                <c:pt idx="30">
                  <c:v>1.7367421629716252E-3</c:v>
                </c:pt>
                <c:pt idx="31">
                  <c:v>212.74300397666897</c:v>
                </c:pt>
                <c:pt idx="32">
                  <c:v>375.13119070312115</c:v>
                </c:pt>
                <c:pt idx="33">
                  <c:v>375.12122713426442</c:v>
                </c:pt>
                <c:pt idx="34">
                  <c:v>375.54080362066924</c:v>
                </c:pt>
                <c:pt idx="35">
                  <c:v>375.47227685921331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9F-47DA-8D97-750E17365D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Sheet1!$C$2:$C$37</c:f>
              <c:numCache>
                <c:formatCode>#,##0</c:formatCode>
                <c:ptCount val="36"/>
                <c:pt idx="0">
                  <c:v>2.4533501160184051E-8</c:v>
                </c:pt>
                <c:pt idx="1">
                  <c:v>2.6206067763583431E-8</c:v>
                </c:pt>
                <c:pt idx="2">
                  <c:v>2.7051737077486291E-8</c:v>
                </c:pt>
                <c:pt idx="3">
                  <c:v>2.940789252832254E-8</c:v>
                </c:pt>
                <c:pt idx="4">
                  <c:v>2.7925492065509401E-8</c:v>
                </c:pt>
                <c:pt idx="5">
                  <c:v>2.8039386539716091E-8</c:v>
                </c:pt>
                <c:pt idx="6">
                  <c:v>3.1310052575346902E-8</c:v>
                </c:pt>
                <c:pt idx="7">
                  <c:v>3.1670933652118121E-8</c:v>
                </c:pt>
                <c:pt idx="8">
                  <c:v>3.2328202732096778E-8</c:v>
                </c:pt>
                <c:pt idx="9">
                  <c:v>3.2837134661134502E-8</c:v>
                </c:pt>
                <c:pt idx="10">
                  <c:v>3.2693958255180959E-8</c:v>
                </c:pt>
                <c:pt idx="11">
                  <c:v>3.1788276535557606E-8</c:v>
                </c:pt>
                <c:pt idx="12">
                  <c:v>3.1239721093975917E-8</c:v>
                </c:pt>
                <c:pt idx="13">
                  <c:v>3.0569791036667962E-8</c:v>
                </c:pt>
                <c:pt idx="14">
                  <c:v>3.0833826733496711E-8</c:v>
                </c:pt>
                <c:pt idx="15">
                  <c:v>3.188211222540142E-8</c:v>
                </c:pt>
                <c:pt idx="16">
                  <c:v>3.1017557074262371E-8</c:v>
                </c:pt>
                <c:pt idx="17">
                  <c:v>3.0785038581989819E-8</c:v>
                </c:pt>
                <c:pt idx="18">
                  <c:v>3.1394896471405901E-8</c:v>
                </c:pt>
                <c:pt idx="19">
                  <c:v>3.1310891560119082E-8</c:v>
                </c:pt>
                <c:pt idx="20">
                  <c:v>3.1056700670177135E-8</c:v>
                </c:pt>
                <c:pt idx="21">
                  <c:v>297.96647330060978</c:v>
                </c:pt>
                <c:pt idx="22">
                  <c:v>293.08489503951614</c:v>
                </c:pt>
                <c:pt idx="23">
                  <c:v>297.54256366019803</c:v>
                </c:pt>
                <c:pt idx="24">
                  <c:v>307.09899134650152</c:v>
                </c:pt>
                <c:pt idx="25">
                  <c:v>298.62778758339402</c:v>
                </c:pt>
                <c:pt idx="26">
                  <c:v>239.659176173275</c:v>
                </c:pt>
                <c:pt idx="27">
                  <c:v>149.03785599576611</c:v>
                </c:pt>
                <c:pt idx="28">
                  <c:v>69.406686332545604</c:v>
                </c:pt>
                <c:pt idx="29">
                  <c:v>18.753159424266535</c:v>
                </c:pt>
                <c:pt idx="30">
                  <c:v>2.2878811160582178</c:v>
                </c:pt>
                <c:pt idx="31">
                  <c:v>0.14247488871850475</c:v>
                </c:pt>
                <c:pt idx="32">
                  <c:v>77.838101029288879</c:v>
                </c:pt>
                <c:pt idx="33">
                  <c:v>122.29204855201598</c:v>
                </c:pt>
                <c:pt idx="34">
                  <c:v>126.61589496777978</c:v>
                </c:pt>
                <c:pt idx="35">
                  <c:v>129.33930544048678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9F-47DA-8D97-750E17365D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Sheet1!$D$2:$D$37</c:f>
              <c:numCache>
                <c:formatCode>#,##0</c:formatCode>
                <c:ptCount val="36"/>
                <c:pt idx="0">
                  <c:v>2.4060811361772499E-8</c:v>
                </c:pt>
                <c:pt idx="1">
                  <c:v>2.36856737434794E-8</c:v>
                </c:pt>
                <c:pt idx="2">
                  <c:v>2.3657323366789001E-8</c:v>
                </c:pt>
                <c:pt idx="3">
                  <c:v>2.3005333804191E-8</c:v>
                </c:pt>
                <c:pt idx="4">
                  <c:v>2.3638541308906801E-8</c:v>
                </c:pt>
                <c:pt idx="5">
                  <c:v>2.3647194714937301E-8</c:v>
                </c:pt>
                <c:pt idx="6">
                  <c:v>2.2296514990478101E-8</c:v>
                </c:pt>
                <c:pt idx="7">
                  <c:v>2.1978654621303799E-8</c:v>
                </c:pt>
                <c:pt idx="8">
                  <c:v>2.1548682655085399E-8</c:v>
                </c:pt>
                <c:pt idx="9">
                  <c:v>2.1176056663799199E-8</c:v>
                </c:pt>
                <c:pt idx="10">
                  <c:v>2.1027382542598202E-8</c:v>
                </c:pt>
                <c:pt idx="11">
                  <c:v>2.1271467683529399E-8</c:v>
                </c:pt>
                <c:pt idx="12">
                  <c:v>2.1297926193206402E-8</c:v>
                </c:pt>
                <c:pt idx="13">
                  <c:v>2.1528569691942699E-8</c:v>
                </c:pt>
                <c:pt idx="14">
                  <c:v>2.0953867689635701E-8</c:v>
                </c:pt>
                <c:pt idx="15">
                  <c:v>1.9661458477461299E-8</c:v>
                </c:pt>
                <c:pt idx="16">
                  <c:v>1.9688279762770699E-8</c:v>
                </c:pt>
                <c:pt idx="17">
                  <c:v>1.9298008225624399E-8</c:v>
                </c:pt>
                <c:pt idx="18">
                  <c:v>1.8066884288510101E-8</c:v>
                </c:pt>
                <c:pt idx="19">
                  <c:v>1.7682826303260001E-8</c:v>
                </c:pt>
                <c:pt idx="20">
                  <c:v>1.7443190530789799E-8</c:v>
                </c:pt>
                <c:pt idx="21">
                  <c:v>30.6544768856003</c:v>
                </c:pt>
                <c:pt idx="22">
                  <c:v>174.83294440917601</c:v>
                </c:pt>
                <c:pt idx="23">
                  <c:v>152.22997286211699</c:v>
                </c:pt>
                <c:pt idx="24">
                  <c:v>25.145589633063999</c:v>
                </c:pt>
                <c:pt idx="25">
                  <c:v>0.21286900655129801</c:v>
                </c:pt>
                <c:pt idx="26">
                  <c:v>6.6468973558466901E-4</c:v>
                </c:pt>
                <c:pt idx="27">
                  <c:v>7.0487086294815101E-6</c:v>
                </c:pt>
                <c:pt idx="28">
                  <c:v>4.2544307313385302E-7</c:v>
                </c:pt>
                <c:pt idx="29">
                  <c:v>8.6703063046607296E-8</c:v>
                </c:pt>
                <c:pt idx="30">
                  <c:v>3.6148983428288498E-8</c:v>
                </c:pt>
                <c:pt idx="31">
                  <c:v>2.38804353829178E-8</c:v>
                </c:pt>
                <c:pt idx="32">
                  <c:v>73.117875237566594</c:v>
                </c:pt>
                <c:pt idx="33">
                  <c:v>77.457519627112504</c:v>
                </c:pt>
                <c:pt idx="34">
                  <c:v>48.559182793547699</c:v>
                </c:pt>
                <c:pt idx="35">
                  <c:v>0.88250619127672603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9F-47DA-8D97-750E17365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chemeClr val="bg1"/>
                </a:solidFill>
              </a:defRPr>
            </a:pPr>
            <a:endParaRPr lang="en-US"/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4500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chemeClr val="bg1"/>
                </a:solidFill>
              </a:defRPr>
            </a:pPr>
            <a:endParaRPr lang="en-US"/>
          </a:p>
        </c:txPr>
        <c:crossAx val="-2101159928"/>
        <c:crosses val="autoZero"/>
        <c:crossBetween val="midCat"/>
      </c:valAx>
    </c:plotArea>
    <c:legend>
      <c:legendPos val="t"/>
      <c:overlay val="1"/>
    </c:legend>
    <c:plotVisOnly val="1"/>
    <c:dispBlanksAs val="zero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54.4%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731-428E-A39F-18CEBB39BFD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87.5%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731-428E-A39F-18CEBB39BF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FY'23</c:v>
                </c:pt>
                <c:pt idx="1">
                  <c:v>FY'24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118526606</c:v>
                </c:pt>
                <c:pt idx="1">
                  <c:v>274396616.33398443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31-428E-A39F-18CEBB39BF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42.3%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731-428E-A39F-18CEBB39BFD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10.3%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731-428E-A39F-18CEBB39BF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FY'23</c:v>
                </c:pt>
                <c:pt idx="1">
                  <c:v>FY'24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92210074.194617033</c:v>
                </c:pt>
                <c:pt idx="1">
                  <c:v>32173913.04347821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731-428E-A39F-18CEBB39BF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731-428E-A39F-18CEBB39BFD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731-428E-A39F-18CEBB39BF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FY'23</c:v>
                </c:pt>
                <c:pt idx="1">
                  <c:v>FY'24</c:v>
                </c:pt>
              </c:strCache>
            </c:strRef>
          </c:cat>
          <c:val>
            <c:numRef>
              <c:f>Sheet1!$D$2:$D$3</c:f>
              <c:numCache>
                <c:formatCode>#,##0</c:formatCode>
                <c:ptCount val="2"/>
                <c:pt idx="0">
                  <c:v>7012253</c:v>
                </c:pt>
                <c:pt idx="1">
                  <c:v>6869130.9873046903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31-428E-A39F-18CEBB39B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DD7-44D8-ADDC-1090628035B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61.4%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DD7-44D8-ADDC-1090628035B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DD7-44D8-ADDC-1090628035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9.1168047353368676E-7</c:v>
                </c:pt>
                <c:pt idx="1">
                  <c:v>1981.3774709949389</c:v>
                </c:pt>
                <c:pt idx="2">
                  <c:v>2934.4799857919397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D7-44D8-ADDC-1090628035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DD7-44D8-ADDC-1090628035B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DD7-44D8-ADDC-1090628035B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32.8%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DD7-44D8-ADDC-1090628035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3.5579263554623669E-7</c:v>
                </c:pt>
                <c:pt idx="1">
                  <c:v>888.59393228041438</c:v>
                </c:pt>
                <c:pt idx="2">
                  <c:v>1541.0993628500967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DD7-44D8-ADDC-1090628035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DD7-44D8-ADDC-1090628035B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DD7-44D8-ADDC-1090628035B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ADD7-44D8-ADDC-1090628035B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DD7-44D8-ADDC-1090628035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s-ES" dirty="0"/>
              <a:t>Share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spend</a:t>
            </a:r>
            <a:r>
              <a:rPr lang="es-ES" baseline="0" dirty="0"/>
              <a:t> </a:t>
            </a:r>
            <a:endParaRPr lang="es-ES" dirty="0"/>
          </a:p>
        </c:rich>
      </c:tx>
      <c:layout>
        <c:manualLayout>
          <c:xMode val="edge"/>
          <c:yMode val="edge"/>
          <c:x val="1.3049962714392297E-3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9182248821246338"/>
          <c:y val="3.2969325547191682E-2"/>
          <c:w val="0.45690980112385282"/>
          <c:h val="0.88026282004081879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13.1</c:v>
                </c:pt>
                <c:pt idx="1">
                  <c:v>35.6</c:v>
                </c:pt>
                <c:pt idx="2">
                  <c:v>14</c:v>
                </c:pt>
                <c:pt idx="3">
                  <c:v>32.4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D-4CD4-8B3F-0EEAE11A2B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78.400000000000006</c:v>
                </c:pt>
                <c:pt idx="2">
                  <c:v>17.7</c:v>
                </c:pt>
                <c:pt idx="3">
                  <c:v>0</c:v>
                </c:pt>
                <c:pt idx="4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9D-4CD4-8B3F-0EEAE11A2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s-ES" dirty="0"/>
              <a:t>Share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contribution</a:t>
            </a:r>
            <a:endParaRPr lang="es-ES" dirty="0"/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8250108627361177"/>
          <c:y val="4.2651919654207983E-2"/>
          <c:w val="0.46623120306270444"/>
          <c:h val="0.92238749046529378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18.8</c:v>
                </c:pt>
                <c:pt idx="1">
                  <c:v>38.700000000000003</c:v>
                </c:pt>
                <c:pt idx="2">
                  <c:v>13.6</c:v>
                </c:pt>
                <c:pt idx="3">
                  <c:v>22.1</c:v>
                </c:pt>
                <c:pt idx="4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D5-4621-BDE9-18FD546D3B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72.400000000000006</c:v>
                </c:pt>
                <c:pt idx="2">
                  <c:v>19.2</c:v>
                </c:pt>
                <c:pt idx="3">
                  <c:v>0</c:v>
                </c:pt>
                <c:pt idx="4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D5-4621-BDE9-18FD546D3B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</c:numRef>
          </c:val>
          <c:extLst>
            <c:ext xmlns:c16="http://schemas.microsoft.com/office/drawing/2014/chart" uri="{C3380CC4-5D6E-409C-BE32-E72D297353CC}">
              <c16:uniqueId val="{00000002-C5D5-4621-BDE9-18FD546D3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s-ES" dirty="0"/>
              <a:t>IDX </a:t>
            </a:r>
            <a:r>
              <a:rPr lang="es-ES" dirty="0" err="1"/>
              <a:t>spend</a:t>
            </a:r>
            <a:r>
              <a:rPr lang="es-ES" dirty="0"/>
              <a:t> /</a:t>
            </a:r>
            <a:r>
              <a:rPr lang="es-ES" baseline="0" dirty="0"/>
              <a:t> </a:t>
            </a:r>
            <a:r>
              <a:rPr lang="es-ES" baseline="0" dirty="0" err="1"/>
              <a:t>contribution</a:t>
            </a:r>
            <a:endParaRPr lang="es-ES" dirty="0"/>
          </a:p>
        </c:rich>
      </c:tx>
      <c:layout>
        <c:manualLayout>
          <c:xMode val="edge"/>
          <c:yMode val="edge"/>
          <c:x val="4.1711438754719315E-3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9182248821246338"/>
          <c:y val="4.5830155097889652E-2"/>
          <c:w val="0.45690980112385282"/>
          <c:h val="0.91920925502161199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144.23034749397721</c:v>
                </c:pt>
                <c:pt idx="1">
                  <c:v>108.7101708845201</c:v>
                </c:pt>
                <c:pt idx="2">
                  <c:v>96.832185745149161</c:v>
                </c:pt>
                <c:pt idx="3">
                  <c:v>68.289288762409171</c:v>
                </c:pt>
                <c:pt idx="4">
                  <c:v>136.89612676945561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D-481B-916A-2116CECB13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92.328423417852918</c:v>
                </c:pt>
                <c:pt idx="2">
                  <c:v>108.339516128322</c:v>
                </c:pt>
                <c:pt idx="3">
                  <c:v>0</c:v>
                </c:pt>
                <c:pt idx="4">
                  <c:v>215.58884712030959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ED-481B-916A-2116CECB13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</c:numRef>
          </c:val>
          <c:extLst>
            <c:ext xmlns:c16="http://schemas.microsoft.com/office/drawing/2014/chart" uri="{C3380CC4-5D6E-409C-BE32-E72D297353CC}">
              <c16:uniqueId val="{00000002-15ED-481B-916A-2116CECB13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s-ES" dirty="0"/>
              <a:t>ROI</a:t>
            </a:r>
          </a:p>
        </c:rich>
      </c:tx>
      <c:layout>
        <c:manualLayout>
          <c:xMode val="edge"/>
          <c:yMode val="edge"/>
          <c:x val="7.8299776286353782E-3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9182248821246338"/>
          <c:y val="4.9008390541571328E-2"/>
          <c:w val="0.45690980112385282"/>
          <c:h val="0.91603101957793043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5.27</c:v>
                </c:pt>
                <c:pt idx="1">
                  <c:v>3.97</c:v>
                </c:pt>
                <c:pt idx="2">
                  <c:v>3.54</c:v>
                </c:pt>
                <c:pt idx="3">
                  <c:v>2.4900000000000002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EB-4F6F-8A8C-213315436A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#,##0.00</c:formatCode>
                <c:ptCount val="5"/>
                <c:pt idx="0">
                  <c:v>0</c:v>
                </c:pt>
                <c:pt idx="1">
                  <c:v>1.21</c:v>
                </c:pt>
                <c:pt idx="2">
                  <c:v>1.42</c:v>
                </c:pt>
                <c:pt idx="3">
                  <c:v>0</c:v>
                </c:pt>
                <c:pt idx="4">
                  <c:v>2.82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EB-4F6F-8A8C-213315436A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</c:numRef>
          </c:val>
          <c:extLst>
            <c:ext xmlns:c16="http://schemas.microsoft.com/office/drawing/2014/chart" uri="{C3380CC4-5D6E-409C-BE32-E72D297353CC}">
              <c16:uniqueId val="{00000002-53EB-4F6F-8A8C-213315436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b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5.2662043605003124</c:v>
                </c:pt>
                <c:pt idx="1">
                  <c:v>3.9692754395305037</c:v>
                </c:pt>
                <c:pt idx="2">
                  <c:v>3.5355810179211757</c:v>
                </c:pt>
                <c:pt idx="3">
                  <c:v>2.4934097192761842</c:v>
                </c:pt>
                <c:pt idx="4">
                  <c:v>4.9984139416915365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BF-4266-B0F1-6061076EE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0</c:v>
                </c:pt>
                <c:pt idx="1">
                  <c:v>1.2090627596683525</c:v>
                </c:pt>
                <c:pt idx="2">
                  <c:v>1.4187318433720215</c:v>
                </c:pt>
                <c:pt idx="3">
                  <c:v>0</c:v>
                </c:pt>
                <c:pt idx="4">
                  <c:v>2.8231874519650688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6A-4F37-BA8D-CDB59FEB7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FY'24</c:v>
                </c:pt>
              </c:strCache>
            </c:strRef>
          </c:tx>
          <c:spPr>
            <a:solidFill>
              <a:srgbClr val="333333"/>
            </a:solidFill>
            <a:ln w="1905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4-8618-432B-BC9A-B06B9BE561B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5-8618-432B-BC9A-B06B9BE561B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6-8618-432B-BC9A-B06B9BE561B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8618-432B-BC9A-B06B9BE561B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7-8618-432B-BC9A-B06B9BE561B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2-8618-432B-BC9A-B06B9BE561B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8618-432B-BC9A-B06B9BE561B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0-8618-432B-BC9A-B06B9BE561BE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Base</c:v>
                </c:pt>
                <c:pt idx="1">
                  <c:v>Competition</c:v>
                </c:pt>
                <c:pt idx="2">
                  <c:v>Discounts</c:v>
                </c:pt>
                <c:pt idx="3">
                  <c:v>Distribution</c:v>
                </c:pt>
                <c:pt idx="4">
                  <c:v>External</c:v>
                </c:pt>
                <c:pt idx="5">
                  <c:v>Media</c:v>
                </c:pt>
                <c:pt idx="6">
                  <c:v>Price</c:v>
                </c:pt>
                <c:pt idx="7">
                  <c:v>Total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2.1815173435209213E-2</c:v>
                </c:pt>
                <c:pt idx="1">
                  <c:v>-2.9731071365194449E-2</c:v>
                </c:pt>
                <c:pt idx="2">
                  <c:v>-9.2205044744026923E-2</c:v>
                </c:pt>
                <c:pt idx="3">
                  <c:v>7.0301369704765845E-2</c:v>
                </c:pt>
                <c:pt idx="4">
                  <c:v>-2.7652166302346338E-2</c:v>
                </c:pt>
                <c:pt idx="5">
                  <c:v>5.2726372547665594E-2</c:v>
                </c:pt>
                <c:pt idx="6">
                  <c:v>0.1037921741043033</c:v>
                </c:pt>
                <c:pt idx="7">
                  <c:v>9.9046807380376078E-2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CF-4643-8A16-809CBAC02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0%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0060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295-4816-B57C-D4E973DDEBBC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295-4816-B57C-D4E973DDEBBC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295-4816-B57C-D4E973DDEBBC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295-4816-B57C-D4E973DDEBBC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295-4816-B57C-D4E973DDEBB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s-ES" sz="900"/>
                      <a:t>23' Camp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295-4816-B57C-D4E973DDEBB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s-ES" sz="900"/>
                      <a:t>23' Camp Media Digital YT+Meta</a:t>
                    </a:r>
                  </a:p>
                </c:rich>
              </c:tx>
              <c:dLblPos val="l"/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295-4816-B57C-D4E973DDEBB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/>
                      <a:t>23' Camp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295-4816-B57C-D4E973DDEBB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/>
                      <a:t>23' Camp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295-4816-B57C-D4E973DDEBB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/>
                      <a:t>23' Camp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295-4816-B57C-D4E973DDEBB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sz="900"/>
                      <a:t>24' Camp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295-4816-B57C-D4E973DDEBB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s-ES" sz="900"/>
                      <a:t>24' Camp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295-4816-B57C-D4E973DDEBB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/>
                      <a:t>24' Camp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295-4816-B57C-D4E973DDEBB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sz="900"/>
                      <a:t>24' Camp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295-4816-B57C-D4E973DDEBB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/>
                      <a:t>24' Camp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295-4816-B57C-D4E973DDEBB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1054.2436750272218</c:v>
                </c:pt>
                <c:pt idx="1">
                  <c:v>2147.6052788362672</c:v>
                </c:pt>
                <c:pt idx="2">
                  <c:v>746.10652475556105</c:v>
                </c:pt>
                <c:pt idx="3">
                  <c:v>1227.35894521657</c:v>
                </c:pt>
                <c:pt idx="4">
                  <c:v>383.07652508324793</c:v>
                </c:pt>
                <c:pt idx="5">
                  <c:v>1.948230800253198E-7</c:v>
                </c:pt>
                <c:pt idx="6">
                  <c:v>1714.0085020991141</c:v>
                </c:pt>
                <c:pt idx="7">
                  <c:v>456.22684020561354</c:v>
                </c:pt>
                <c:pt idx="8">
                  <c:v>9.8467267638507341E-4</c:v>
                </c:pt>
                <c:pt idx="9">
                  <c:v>200.01708387338394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5.2662043605003124</c:v>
                </c:pt>
                <c:pt idx="1">
                  <c:v>3.9692754395305037</c:v>
                </c:pt>
                <c:pt idx="2">
                  <c:v>3.5355810179211757</c:v>
                </c:pt>
                <c:pt idx="3">
                  <c:v>2.4934097192761842</c:v>
                </c:pt>
                <c:pt idx="4">
                  <c:v>4.9984139416915365</c:v>
                </c:pt>
                <c:pt idx="5">
                  <c:v>0</c:v>
                </c:pt>
                <c:pt idx="6">
                  <c:v>1.2090627596683525</c:v>
                </c:pt>
                <c:pt idx="7">
                  <c:v>1.4187318433720215</c:v>
                </c:pt>
                <c:pt idx="8">
                  <c:v>0</c:v>
                </c:pt>
                <c:pt idx="9">
                  <c:v>2.8231874519650688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18374818</c:v>
                </c:pt>
                <c:pt idx="1">
                  <c:v>50075894</c:v>
                </c:pt>
                <c:pt idx="2">
                  <c:v>19699999.571428571</c:v>
                </c:pt>
                <c:pt idx="3">
                  <c:v>45574922.761904821</c:v>
                </c:pt>
                <c:pt idx="4">
                  <c:v>7012253</c:v>
                </c:pt>
                <c:pt idx="5">
                  <c:v>0</c:v>
                </c:pt>
                <c:pt idx="6">
                  <c:v>137198308.16699219</c:v>
                </c:pt>
                <c:pt idx="7">
                  <c:v>30999999.999999948</c:v>
                </c:pt>
                <c:pt idx="8">
                  <c:v>0</c:v>
                </c:pt>
                <c:pt idx="9">
                  <c:v>6869130.9873046903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A-F295-4816-B57C-D4E973DDEB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2254.9855427683392"/>
          <c:min val="-107.38026373724915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3560"/>
        <c:crossesAt val="2.6582985856206265"/>
        <c:crossBetween val="midCat"/>
      </c:valAx>
      <c:valAx>
        <c:axId val="-2115723560"/>
        <c:scaling>
          <c:orientation val="minMax"/>
          <c:max val="5.5295145785253279"/>
          <c:min val="-0.26331021802501564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0072"/>
        <c:crossesAt val="601.16668248058727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1360.0000003839621</c:v>
                </c:pt>
                <c:pt idx="2">
                  <c:v>2720.0000007679241</c:v>
                </c:pt>
                <c:pt idx="3">
                  <c:v>4080.000001151885</c:v>
                </c:pt>
                <c:pt idx="4">
                  <c:v>5440.0000015358473</c:v>
                </c:pt>
                <c:pt idx="5">
                  <c:v>6800.0000019198096</c:v>
                </c:pt>
                <c:pt idx="6">
                  <c:v>8160.000002303771</c:v>
                </c:pt>
                <c:pt idx="7">
                  <c:v>9520.0000026877333</c:v>
                </c:pt>
                <c:pt idx="8">
                  <c:v>10880.000003071689</c:v>
                </c:pt>
                <c:pt idx="9">
                  <c:v>12240.00000345566</c:v>
                </c:pt>
                <c:pt idx="10">
                  <c:v>13600.000003839619</c:v>
                </c:pt>
                <c:pt idx="11">
                  <c:v>14960.000004223581</c:v>
                </c:pt>
                <c:pt idx="12">
                  <c:v>16320.00000460754</c:v>
                </c:pt>
                <c:pt idx="13">
                  <c:v>17680.0000049915</c:v>
                </c:pt>
                <c:pt idx="14">
                  <c:v>19040.00000537547</c:v>
                </c:pt>
                <c:pt idx="15">
                  <c:v>20400.00000575943</c:v>
                </c:pt>
                <c:pt idx="16">
                  <c:v>21760.000006143389</c:v>
                </c:pt>
                <c:pt idx="17">
                  <c:v>23120.000006527349</c:v>
                </c:pt>
                <c:pt idx="18">
                  <c:v>24480.000006911308</c:v>
                </c:pt>
                <c:pt idx="19">
                  <c:v>25840.000007295279</c:v>
                </c:pt>
                <c:pt idx="20">
                  <c:v>27200.000007679238</c:v>
                </c:pt>
                <c:pt idx="21">
                  <c:v>28560.000008063202</c:v>
                </c:pt>
                <c:pt idx="22">
                  <c:v>29920.000008447161</c:v>
                </c:pt>
                <c:pt idx="23">
                  <c:v>31280.000008831121</c:v>
                </c:pt>
                <c:pt idx="24">
                  <c:v>32640.00000921508</c:v>
                </c:pt>
                <c:pt idx="25">
                  <c:v>34000.000009599047</c:v>
                </c:pt>
                <c:pt idx="26">
                  <c:v>35360.000009983007</c:v>
                </c:pt>
                <c:pt idx="27">
                  <c:v>36720.000010366974</c:v>
                </c:pt>
                <c:pt idx="28">
                  <c:v>38080.000010750933</c:v>
                </c:pt>
                <c:pt idx="29">
                  <c:v>39440.000011134893</c:v>
                </c:pt>
                <c:pt idx="30">
                  <c:v>40800.00001151886</c:v>
                </c:pt>
                <c:pt idx="31">
                  <c:v>42160.000011902819</c:v>
                </c:pt>
                <c:pt idx="32">
                  <c:v>43520.000012286779</c:v>
                </c:pt>
                <c:pt idx="33">
                  <c:v>44880.000012670753</c:v>
                </c:pt>
                <c:pt idx="34">
                  <c:v>46240.000013054712</c:v>
                </c:pt>
                <c:pt idx="35">
                  <c:v>47600.000013438657</c:v>
                </c:pt>
                <c:pt idx="36">
                  <c:v>48960.000013822617</c:v>
                </c:pt>
                <c:pt idx="37">
                  <c:v>50320.000014206591</c:v>
                </c:pt>
                <c:pt idx="38">
                  <c:v>51680.000014590551</c:v>
                </c:pt>
                <c:pt idx="39">
                  <c:v>53040.00001497451</c:v>
                </c:pt>
                <c:pt idx="40">
                  <c:v>54400.000015358477</c:v>
                </c:pt>
                <c:pt idx="41">
                  <c:v>55760.000015742437</c:v>
                </c:pt>
                <c:pt idx="42">
                  <c:v>57120.000016126403</c:v>
                </c:pt>
                <c:pt idx="43">
                  <c:v>58480.000016510363</c:v>
                </c:pt>
                <c:pt idx="44">
                  <c:v>59840.000016894322</c:v>
                </c:pt>
                <c:pt idx="45">
                  <c:v>61200.000017278282</c:v>
                </c:pt>
                <c:pt idx="46">
                  <c:v>62560.000017662249</c:v>
                </c:pt>
                <c:pt idx="47">
                  <c:v>63920.000018046208</c:v>
                </c:pt>
                <c:pt idx="48">
                  <c:v>65280.000018430168</c:v>
                </c:pt>
                <c:pt idx="49">
                  <c:v>66640.000018814128</c:v>
                </c:pt>
                <c:pt idx="50">
                  <c:v>68000.000019198094</c:v>
                </c:pt>
                <c:pt idx="51">
                  <c:v>69360.000019582061</c:v>
                </c:pt>
                <c:pt idx="52">
                  <c:v>70720.000019966013</c:v>
                </c:pt>
                <c:pt idx="53">
                  <c:v>72080.00002034998</c:v>
                </c:pt>
                <c:pt idx="54">
                  <c:v>73440.000020733947</c:v>
                </c:pt>
                <c:pt idx="55">
                  <c:v>74800.000021117899</c:v>
                </c:pt>
                <c:pt idx="56">
                  <c:v>76160.000021501866</c:v>
                </c:pt>
                <c:pt idx="57">
                  <c:v>77520.000021885833</c:v>
                </c:pt>
                <c:pt idx="58">
                  <c:v>78880.000022269785</c:v>
                </c:pt>
                <c:pt idx="59">
                  <c:v>80240.000022653752</c:v>
                </c:pt>
                <c:pt idx="60">
                  <c:v>81600.000023037719</c:v>
                </c:pt>
                <c:pt idx="61">
                  <c:v>82960.000023421671</c:v>
                </c:pt>
                <c:pt idx="62">
                  <c:v>84320.000023805638</c:v>
                </c:pt>
                <c:pt idx="63">
                  <c:v>85680.000024189605</c:v>
                </c:pt>
                <c:pt idx="64">
                  <c:v>87040.000024573557</c:v>
                </c:pt>
                <c:pt idx="65">
                  <c:v>88400.000024957524</c:v>
                </c:pt>
                <c:pt idx="66">
                  <c:v>89760.000025341491</c:v>
                </c:pt>
                <c:pt idx="67">
                  <c:v>91120.000025725443</c:v>
                </c:pt>
                <c:pt idx="68">
                  <c:v>92480.00002610941</c:v>
                </c:pt>
                <c:pt idx="69">
                  <c:v>93840.000026493377</c:v>
                </c:pt>
                <c:pt idx="70">
                  <c:v>95200.000026877329</c:v>
                </c:pt>
                <c:pt idx="71">
                  <c:v>96560.000027261296</c:v>
                </c:pt>
                <c:pt idx="72">
                  <c:v>97920.000027645248</c:v>
                </c:pt>
                <c:pt idx="73">
                  <c:v>99280.000028029215</c:v>
                </c:pt>
                <c:pt idx="74">
                  <c:v>100640.0000284132</c:v>
                </c:pt>
                <c:pt idx="75">
                  <c:v>102000.00002879711</c:v>
                </c:pt>
                <c:pt idx="76">
                  <c:v>103360.0000291811</c:v>
                </c:pt>
                <c:pt idx="77">
                  <c:v>104720.0000295651</c:v>
                </c:pt>
                <c:pt idx="78">
                  <c:v>106080.00002994901</c:v>
                </c:pt>
                <c:pt idx="79">
                  <c:v>107440.000030333</c:v>
                </c:pt>
                <c:pt idx="80">
                  <c:v>108800.000030717</c:v>
                </c:pt>
                <c:pt idx="81">
                  <c:v>110160.00003110091</c:v>
                </c:pt>
                <c:pt idx="82">
                  <c:v>111520.0000314849</c:v>
                </c:pt>
                <c:pt idx="83">
                  <c:v>112880.0000318688</c:v>
                </c:pt>
                <c:pt idx="84">
                  <c:v>114240.00003225281</c:v>
                </c:pt>
                <c:pt idx="85">
                  <c:v>115600.0000326368</c:v>
                </c:pt>
                <c:pt idx="86">
                  <c:v>116960.0000330207</c:v>
                </c:pt>
                <c:pt idx="87">
                  <c:v>118320.00003340471</c:v>
                </c:pt>
                <c:pt idx="88">
                  <c:v>119680.0000337886</c:v>
                </c:pt>
                <c:pt idx="89">
                  <c:v>121040.0000341726</c:v>
                </c:pt>
                <c:pt idx="90">
                  <c:v>122400.00003455659</c:v>
                </c:pt>
                <c:pt idx="91">
                  <c:v>123760.0000349405</c:v>
                </c:pt>
                <c:pt idx="92">
                  <c:v>125120.0000353245</c:v>
                </c:pt>
                <c:pt idx="93">
                  <c:v>126480.00003570849</c:v>
                </c:pt>
                <c:pt idx="94">
                  <c:v>127840.0000360924</c:v>
                </c:pt>
                <c:pt idx="95">
                  <c:v>129200.0000364764</c:v>
                </c:pt>
                <c:pt idx="96">
                  <c:v>130560.00003686031</c:v>
                </c:pt>
                <c:pt idx="97">
                  <c:v>131920.00003724429</c:v>
                </c:pt>
                <c:pt idx="98">
                  <c:v>133280.00003762831</c:v>
                </c:pt>
                <c:pt idx="99">
                  <c:v>134640.00003801219</c:v>
                </c:pt>
                <c:pt idx="100">
                  <c:v>136000.00003839619</c:v>
                </c:pt>
                <c:pt idx="101">
                  <c:v>137360.00003878021</c:v>
                </c:pt>
                <c:pt idx="102">
                  <c:v>138720.00003916409</c:v>
                </c:pt>
                <c:pt idx="103">
                  <c:v>140080.00003954809</c:v>
                </c:pt>
                <c:pt idx="104">
                  <c:v>141440.000039932</c:v>
                </c:pt>
                <c:pt idx="105">
                  <c:v>142800.00004031599</c:v>
                </c:pt>
                <c:pt idx="106">
                  <c:v>144160.00004069999</c:v>
                </c:pt>
                <c:pt idx="107">
                  <c:v>145520.0000410839</c:v>
                </c:pt>
                <c:pt idx="108">
                  <c:v>146880.00004146789</c:v>
                </c:pt>
                <c:pt idx="109">
                  <c:v>148240.0000418518</c:v>
                </c:pt>
                <c:pt idx="110">
                  <c:v>149600.0000422358</c:v>
                </c:pt>
                <c:pt idx="111">
                  <c:v>150960.00004261979</c:v>
                </c:pt>
                <c:pt idx="112">
                  <c:v>152320.0000430037</c:v>
                </c:pt>
                <c:pt idx="113">
                  <c:v>153680.0000433877</c:v>
                </c:pt>
                <c:pt idx="114">
                  <c:v>155040.0000437717</c:v>
                </c:pt>
                <c:pt idx="115">
                  <c:v>156400.0000441556</c:v>
                </c:pt>
                <c:pt idx="116">
                  <c:v>157760.0000445396</c:v>
                </c:pt>
                <c:pt idx="117">
                  <c:v>159120.00004492351</c:v>
                </c:pt>
                <c:pt idx="118">
                  <c:v>160480.0000453075</c:v>
                </c:pt>
                <c:pt idx="119">
                  <c:v>161840.0000456915</c:v>
                </c:pt>
                <c:pt idx="120">
                  <c:v>163200.00004607541</c:v>
                </c:pt>
                <c:pt idx="121">
                  <c:v>164560.0000464594</c:v>
                </c:pt>
                <c:pt idx="122">
                  <c:v>165920.00004684331</c:v>
                </c:pt>
                <c:pt idx="123">
                  <c:v>167280.00004722731</c:v>
                </c:pt>
                <c:pt idx="124">
                  <c:v>168640.00004761131</c:v>
                </c:pt>
                <c:pt idx="125">
                  <c:v>170000.00004799521</c:v>
                </c:pt>
                <c:pt idx="126">
                  <c:v>171360.00004837921</c:v>
                </c:pt>
                <c:pt idx="127">
                  <c:v>172720.00004876309</c:v>
                </c:pt>
                <c:pt idx="128">
                  <c:v>174080.00004914709</c:v>
                </c:pt>
                <c:pt idx="129">
                  <c:v>175440.00004953111</c:v>
                </c:pt>
                <c:pt idx="130">
                  <c:v>176800.00004991499</c:v>
                </c:pt>
                <c:pt idx="131">
                  <c:v>178160.00005029899</c:v>
                </c:pt>
                <c:pt idx="132">
                  <c:v>179520.00005068301</c:v>
                </c:pt>
                <c:pt idx="133">
                  <c:v>180880.00005106689</c:v>
                </c:pt>
                <c:pt idx="134">
                  <c:v>182240.00005145089</c:v>
                </c:pt>
                <c:pt idx="135">
                  <c:v>183600.00005183491</c:v>
                </c:pt>
                <c:pt idx="136">
                  <c:v>184960.00005221879</c:v>
                </c:pt>
                <c:pt idx="137">
                  <c:v>186320.00005260279</c:v>
                </c:pt>
                <c:pt idx="138">
                  <c:v>187680.00005298681</c:v>
                </c:pt>
                <c:pt idx="139">
                  <c:v>189040.00005337069</c:v>
                </c:pt>
                <c:pt idx="140">
                  <c:v>190400.00005375469</c:v>
                </c:pt>
                <c:pt idx="141">
                  <c:v>191760.0000541386</c:v>
                </c:pt>
                <c:pt idx="142">
                  <c:v>193120.00005452259</c:v>
                </c:pt>
                <c:pt idx="143">
                  <c:v>194480.00005490659</c:v>
                </c:pt>
                <c:pt idx="144">
                  <c:v>195840.0000552905</c:v>
                </c:pt>
                <c:pt idx="145">
                  <c:v>197200.00005567449</c:v>
                </c:pt>
                <c:pt idx="146">
                  <c:v>198560.0000560584</c:v>
                </c:pt>
                <c:pt idx="147">
                  <c:v>199920.0000564424</c:v>
                </c:pt>
                <c:pt idx="148">
                  <c:v>201280.00005682639</c:v>
                </c:pt>
                <c:pt idx="149">
                  <c:v>202640.0000572103</c:v>
                </c:pt>
                <c:pt idx="150">
                  <c:v>204000.0000575943</c:v>
                </c:pt>
                <c:pt idx="151">
                  <c:v>205360.00005797821</c:v>
                </c:pt>
                <c:pt idx="152">
                  <c:v>206720.0000583622</c:v>
                </c:pt>
                <c:pt idx="153">
                  <c:v>208080.0000587462</c:v>
                </c:pt>
                <c:pt idx="154">
                  <c:v>209440.00005913011</c:v>
                </c:pt>
                <c:pt idx="155">
                  <c:v>210800.0000595141</c:v>
                </c:pt>
                <c:pt idx="156">
                  <c:v>212160.00005989801</c:v>
                </c:pt>
                <c:pt idx="157">
                  <c:v>213520.00006028201</c:v>
                </c:pt>
                <c:pt idx="158">
                  <c:v>214880.000060666</c:v>
                </c:pt>
                <c:pt idx="159">
                  <c:v>216240.00006104991</c:v>
                </c:pt>
                <c:pt idx="160">
                  <c:v>217600.00006143391</c:v>
                </c:pt>
                <c:pt idx="161">
                  <c:v>218960.0000618179</c:v>
                </c:pt>
                <c:pt idx="162">
                  <c:v>220320.00006220181</c:v>
                </c:pt>
                <c:pt idx="163">
                  <c:v>221680.00006258581</c:v>
                </c:pt>
                <c:pt idx="164">
                  <c:v>223040.00006296969</c:v>
                </c:pt>
                <c:pt idx="165">
                  <c:v>224400.00006335371</c:v>
                </c:pt>
                <c:pt idx="166">
                  <c:v>225760.00006373771</c:v>
                </c:pt>
                <c:pt idx="167">
                  <c:v>227120.00006412159</c:v>
                </c:pt>
                <c:pt idx="168">
                  <c:v>228480.00006450561</c:v>
                </c:pt>
                <c:pt idx="169">
                  <c:v>229840.00006488961</c:v>
                </c:pt>
                <c:pt idx="170">
                  <c:v>231200.00006527349</c:v>
                </c:pt>
                <c:pt idx="171">
                  <c:v>232560.00006565751</c:v>
                </c:pt>
                <c:pt idx="172">
                  <c:v>233920.00006604151</c:v>
                </c:pt>
                <c:pt idx="173">
                  <c:v>235280.00006642539</c:v>
                </c:pt>
                <c:pt idx="174">
                  <c:v>236640.00006680941</c:v>
                </c:pt>
                <c:pt idx="175">
                  <c:v>238000.00006719329</c:v>
                </c:pt>
                <c:pt idx="176">
                  <c:v>239360.00006757729</c:v>
                </c:pt>
                <c:pt idx="177">
                  <c:v>240720.00006796129</c:v>
                </c:pt>
                <c:pt idx="178">
                  <c:v>242080.00006834519</c:v>
                </c:pt>
                <c:pt idx="179">
                  <c:v>243440.00006872919</c:v>
                </c:pt>
                <c:pt idx="180">
                  <c:v>244800.0000691131</c:v>
                </c:pt>
                <c:pt idx="181">
                  <c:v>246160.00006949709</c:v>
                </c:pt>
                <c:pt idx="182">
                  <c:v>247520.00006988109</c:v>
                </c:pt>
                <c:pt idx="183">
                  <c:v>248880.000070265</c:v>
                </c:pt>
                <c:pt idx="184">
                  <c:v>250240.000070649</c:v>
                </c:pt>
                <c:pt idx="185">
                  <c:v>251600.00007103299</c:v>
                </c:pt>
                <c:pt idx="186">
                  <c:v>252960.0000714169</c:v>
                </c:pt>
                <c:pt idx="187">
                  <c:v>254320.0000718009</c:v>
                </c:pt>
                <c:pt idx="188">
                  <c:v>255680.0000721848</c:v>
                </c:pt>
                <c:pt idx="189">
                  <c:v>257040.0000725688</c:v>
                </c:pt>
                <c:pt idx="190">
                  <c:v>258400.0000729528</c:v>
                </c:pt>
                <c:pt idx="191">
                  <c:v>259760.00007333671</c:v>
                </c:pt>
                <c:pt idx="192">
                  <c:v>261120.0000737207</c:v>
                </c:pt>
                <c:pt idx="193">
                  <c:v>262480.00007410458</c:v>
                </c:pt>
                <c:pt idx="194">
                  <c:v>263840.00007448858</c:v>
                </c:pt>
                <c:pt idx="195">
                  <c:v>265200.00007487257</c:v>
                </c:pt>
                <c:pt idx="196">
                  <c:v>266560.00007525651</c:v>
                </c:pt>
                <c:pt idx="197">
                  <c:v>267920.00007564051</c:v>
                </c:pt>
                <c:pt idx="198">
                  <c:v>269280.00007602439</c:v>
                </c:pt>
                <c:pt idx="199">
                  <c:v>270640.00007640838</c:v>
                </c:pt>
                <c:pt idx="200">
                  <c:v>272000.00007679238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2.44174903686902E-5</c:v>
                </c:pt>
                <c:pt idx="2">
                  <c:v>2.8704284240320041E-4</c:v>
                </c:pt>
                <c:pt idx="3">
                  <c:v>1.213386289116717E-3</c:v>
                </c:pt>
                <c:pt idx="4">
                  <c:v>3.3743326457775472E-3</c:v>
                </c:pt>
                <c:pt idx="5">
                  <c:v>7.4597391661023566E-3</c:v>
                </c:pt>
                <c:pt idx="6">
                  <c:v>1.4263440476668551E-2</c:v>
                </c:pt>
                <c:pt idx="7">
                  <c:v>2.4673016109828472E-2</c:v>
                </c:pt>
                <c:pt idx="8">
                  <c:v>3.9662115391704451E-2</c:v>
                </c:pt>
                <c:pt idx="9">
                  <c:v>6.0284325209599768E-2</c:v>
                </c:pt>
                <c:pt idx="10">
                  <c:v>8.766802929610068E-2</c:v>
                </c:pt>
                <c:pt idx="11">
                  <c:v>0.1230119247118617</c:v>
                </c:pt>
                <c:pt idx="12">
                  <c:v>0.16758097591997539</c:v>
                </c:pt>
                <c:pt idx="13">
                  <c:v>0.22270265292528821</c:v>
                </c:pt>
                <c:pt idx="14">
                  <c:v>0.28976334062838849</c:v>
                </c:pt>
                <c:pt idx="15">
                  <c:v>0.37020483297873868</c:v>
                </c:pt>
                <c:pt idx="16">
                  <c:v>0.4655208435201178</c:v>
                </c:pt>
                <c:pt idx="17">
                  <c:v>0.57725347673566707</c:v>
                </c:pt>
                <c:pt idx="18">
                  <c:v>0.70698961411276862</c:v>
                </c:pt>
                <c:pt idx="19">
                  <c:v>0.85635717621966101</c:v>
                </c:pt>
                <c:pt idx="20">
                  <c:v>1.027021228054775</c:v>
                </c:pt>
                <c:pt idx="21">
                  <c:v>1.2206798999818631</c:v>
                </c:pt>
                <c:pt idx="22">
                  <c:v>1.439060101028494</c:v>
                </c:pt>
                <c:pt idx="23">
                  <c:v>1.6839130054288469</c:v>
                </c:pt>
                <c:pt idx="24">
                  <c:v>1.95700929719544</c:v>
                </c:pt>
                <c:pt idx="25">
                  <c:v>2.260134161320507</c:v>
                </c:pt>
                <c:pt idx="26">
                  <c:v>2.5950820140173199</c:v>
                </c:pt>
                <c:pt idx="27">
                  <c:v>2.9636509682690262</c:v>
                </c:pt>
                <c:pt idx="28">
                  <c:v>3.3676370348934448</c:v>
                </c:pt>
                <c:pt idx="29">
                  <c:v>3.8088280633761462</c:v>
                </c:pt>
                <c:pt idx="30">
                  <c:v>4.2889974308765257</c:v>
                </c:pt>
                <c:pt idx="31">
                  <c:v>4.8098974920684059</c:v>
                </c:pt>
                <c:pt idx="32">
                  <c:v>5.3732528068176153</c:v>
                </c:pt>
                <c:pt idx="33">
                  <c:v>5.9807531671032432</c:v>
                </c:pt>
                <c:pt idx="34">
                  <c:v>6.6340464490147992</c:v>
                </c:pt>
                <c:pt idx="35">
                  <c:v>7.3347313200656501</c:v>
                </c:pt>
                <c:pt idx="36">
                  <c:v>8.084349836400289</c:v>
                </c:pt>
                <c:pt idx="37">
                  <c:v>8.884379968679589</c:v>
                </c:pt>
                <c:pt idx="38">
                  <c:v>9.7362280994431085</c:v>
                </c:pt>
                <c:pt idx="39">
                  <c:v>10.641221538500091</c:v>
                </c:pt>
                <c:pt idx="40">
                  <c:v>11.600601106318731</c:v>
                </c:pt>
                <c:pt idx="41">
                  <c:v>12.615513838397989</c:v>
                </c:pt>
                <c:pt idx="42">
                  <c:v>13.68700586613198</c:v>
                </c:pt>
                <c:pt idx="43">
                  <c:v>14.81601553166144</c:v>
                </c:pt>
                <c:pt idx="44">
                  <c:v>16.003366795559661</c:v>
                </c:pt>
                <c:pt idx="45">
                  <c:v>17.249762996878111</c:v>
                </c:pt>
                <c:pt idx="46">
                  <c:v>18.555781025013129</c:v>
                </c:pt>
                <c:pt idx="47">
                  <c:v>19.921865962008649</c:v>
                </c:pt>
                <c:pt idx="48">
                  <c:v>21.348326252253429</c:v>
                </c:pt>
                <c:pt idx="49">
                  <c:v>22.8353294540305</c:v>
                </c:pt>
                <c:pt idx="50">
                  <c:v>24.382898624044451</c:v>
                </c:pt>
                <c:pt idx="51">
                  <c:v>25.990909381885711</c:v>
                </c:pt>
                <c:pt idx="52">
                  <c:v>27.659087696424471</c:v>
                </c:pt>
                <c:pt idx="53">
                  <c:v>29.387008430406478</c:v>
                </c:pt>
                <c:pt idx="54">
                  <c:v>31.174094673102619</c:v>
                </c:pt>
                <c:pt idx="55">
                  <c:v>33.019617883836887</c:v>
                </c:pt>
                <c:pt idx="56">
                  <c:v>34.922698861658382</c:v>
                </c:pt>
                <c:pt idx="57">
                  <c:v>36.882309548461294</c:v>
                </c:pt>
                <c:pt idx="58">
                  <c:v>38.897275664585003</c:v>
                </c:pt>
                <c:pt idx="59">
                  <c:v>40.966280167510078</c:v>
                </c:pt>
                <c:pt idx="60">
                  <c:v>43.087867515798173</c:v>
                </c:pt>
                <c:pt idx="61">
                  <c:v>45.260448712076027</c:v>
                </c:pt>
                <c:pt idx="62">
                  <c:v>47.48230709076406</c:v>
                </c:pt>
                <c:pt idx="63">
                  <c:v>49.751604808524519</c:v>
                </c:pt>
                <c:pt idx="64">
                  <c:v>52.06638998819767</c:v>
                </c:pt>
                <c:pt idx="65">
                  <c:v>54.424604460422863</c:v>
                </c:pt>
                <c:pt idx="66">
                  <c:v>56.824092041291991</c:v>
                </c:pt>
                <c:pt idx="67">
                  <c:v>59.262607279393869</c:v>
                </c:pt>
                <c:pt idx="68">
                  <c:v>61.737824601486068</c:v>
                </c:pt>
                <c:pt idx="69">
                  <c:v>64.247347782914417</c:v>
                </c:pt>
                <c:pt idx="70">
                  <c:v>66.788719666746971</c:v>
                </c:pt>
                <c:pt idx="71">
                  <c:v>69.359432054469536</c:v>
                </c:pt>
                <c:pt idx="72">
                  <c:v>71.956935690978568</c:v>
                </c:pt>
                <c:pt idx="73">
                  <c:v>74.578650267477457</c:v>
                </c:pt>
                <c:pt idx="74">
                  <c:v>77.221974367705016</c:v>
                </c:pt>
                <c:pt idx="75">
                  <c:v>79.884295285625242</c:v>
                </c:pt>
                <c:pt idx="76">
                  <c:v>82.562998646228351</c:v>
                </c:pt>
                <c:pt idx="77">
                  <c:v>85.255477765327157</c:v>
                </c:pt>
                <c:pt idx="78">
                  <c:v>87.959142689119318</c:v>
                </c:pt>
                <c:pt idx="79">
                  <c:v>90.67142885965653</c:v>
                </c:pt>
                <c:pt idx="80">
                  <c:v>93.389805358207141</c:v>
                </c:pt>
                <c:pt idx="81">
                  <c:v>96.111782684587212</c:v>
                </c:pt>
                <c:pt idx="82">
                  <c:v>98.834920036876113</c:v>
                </c:pt>
                <c:pt idx="83">
                  <c:v>101.5568320623366</c:v>
                </c:pt>
                <c:pt idx="84">
                  <c:v>104.2751950567491</c:v>
                </c:pt>
                <c:pt idx="85">
                  <c:v>106.98775259567959</c:v>
                </c:pt>
                <c:pt idx="86">
                  <c:v>109.6923205872978</c:v>
                </c:pt>
                <c:pt idx="87">
                  <c:v>112.38679174221539</c:v>
                </c:pt>
                <c:pt idx="88">
                  <c:v>115.069139461303</c:v>
                </c:pt>
                <c:pt idx="89">
                  <c:v>117.73742114759899</c:v>
                </c:pt>
                <c:pt idx="90">
                  <c:v>120.3897809530939</c:v>
                </c:pt>
                <c:pt idx="91">
                  <c:v>123.0244519754247</c:v>
                </c:pt>
                <c:pt idx="92">
                  <c:v>125.63975792327049</c:v>
                </c:pt>
                <c:pt idx="93">
                  <c:v>128.234114272482</c:v>
                </c:pt>
                <c:pt idx="94">
                  <c:v>130.8060289377658</c:v>
                </c:pt>
                <c:pt idx="95">
                  <c:v>133.35410248699461</c:v>
                </c:pt>
                <c:pt idx="96">
                  <c:v>135.8770279270372</c:v>
                </c:pt>
                <c:pt idx="97">
                  <c:v>138.37359009131131</c:v>
                </c:pt>
                <c:pt idx="98">
                  <c:v>140.84266466020031</c:v>
                </c:pt>
                <c:pt idx="99">
                  <c:v>143.28321684597319</c:v>
                </c:pt>
                <c:pt idx="100">
                  <c:v>145.6942997739695</c:v>
                </c:pt>
                <c:pt idx="101">
                  <c:v>148.07505259164569</c:v>
                </c:pt>
                <c:pt idx="102">
                  <c:v>150.42469833655571</c:v>
                </c:pt>
                <c:pt idx="103">
                  <c:v>152.74254159359609</c:v>
                </c:pt>
                <c:pt idx="104">
                  <c:v>155.02796597086871</c:v>
                </c:pt>
                <c:pt idx="105">
                  <c:v>157.28043142232869</c:v>
                </c:pt>
                <c:pt idx="106">
                  <c:v>159.4994714440727</c:v>
                </c:pt>
                <c:pt idx="107">
                  <c:v>161.68469016966711</c:v>
                </c:pt>
                <c:pt idx="108">
                  <c:v>163.83575938836739</c:v>
                </c:pt>
                <c:pt idx="109">
                  <c:v>165.95241550848749</c:v>
                </c:pt>
                <c:pt idx="110">
                  <c:v>168.03445648651879</c:v>
                </c:pt>
                <c:pt idx="111">
                  <c:v>170.08173874093899</c:v>
                </c:pt>
                <c:pt idx="112">
                  <c:v>172.09417406800429</c:v>
                </c:pt>
                <c:pt idx="113">
                  <c:v>174.07172657516239</c:v>
                </c:pt>
                <c:pt idx="114">
                  <c:v>176.01440964613619</c:v>
                </c:pt>
                <c:pt idx="115">
                  <c:v>177.9222829501856</c:v>
                </c:pt>
                <c:pt idx="116">
                  <c:v>179.79544950654599</c:v>
                </c:pt>
                <c:pt idx="117">
                  <c:v>181.63405281363569</c:v>
                </c:pt>
                <c:pt idx="118">
                  <c:v>183.4382740512755</c:v>
                </c:pt>
                <c:pt idx="119">
                  <c:v>185.2083293628944</c:v>
                </c:pt>
                <c:pt idx="120">
                  <c:v>186.94446722351481</c:v>
                </c:pt>
                <c:pt idx="121">
                  <c:v>188.64696589820949</c:v>
                </c:pt>
                <c:pt idx="122">
                  <c:v>190.31613099471181</c:v>
                </c:pt>
                <c:pt idx="123">
                  <c:v>191.95229311292229</c:v>
                </c:pt>
                <c:pt idx="124">
                  <c:v>193.55580559322169</c:v>
                </c:pt>
                <c:pt idx="125">
                  <c:v>195.12704236471549</c:v>
                </c:pt>
                <c:pt idx="126">
                  <c:v>196.66639589386779</c:v>
                </c:pt>
                <c:pt idx="127">
                  <c:v>198.1742752333364</c:v>
                </c:pt>
                <c:pt idx="128">
                  <c:v>199.6511041703196</c:v>
                </c:pt>
                <c:pt idx="129">
                  <c:v>201.09731947319909</c:v>
                </c:pt>
                <c:pt idx="130">
                  <c:v>202.51336923489009</c:v>
                </c:pt>
                <c:pt idx="131">
                  <c:v>203.89971131092429</c:v>
                </c:pt>
                <c:pt idx="132">
                  <c:v>205.2568118500046</c:v>
                </c:pt>
                <c:pt idx="133">
                  <c:v>206.58514391450501</c:v>
                </c:pt>
                <c:pt idx="134">
                  <c:v>207.88518618819521</c:v>
                </c:pt>
                <c:pt idx="135">
                  <c:v>209.15742176829059</c:v>
                </c:pt>
                <c:pt idx="136">
                  <c:v>210.40233703880619</c:v>
                </c:pt>
                <c:pt idx="137">
                  <c:v>211.62042062209969</c:v>
                </c:pt>
                <c:pt idx="138">
                  <c:v>212.81216240541701</c:v>
                </c:pt>
                <c:pt idx="139">
                  <c:v>213.97805263923121</c:v>
                </c:pt>
                <c:pt idx="140">
                  <c:v>215.11858110413081</c:v>
                </c:pt>
                <c:pt idx="141">
                  <c:v>216.23423634304999</c:v>
                </c:pt>
                <c:pt idx="142">
                  <c:v>217.325504955627</c:v>
                </c:pt>
                <c:pt idx="143">
                  <c:v>218.39287095155001</c:v>
                </c:pt>
                <c:pt idx="144">
                  <c:v>219.4368151597817</c:v>
                </c:pt>
                <c:pt idx="145">
                  <c:v>220.4578146906322</c:v>
                </c:pt>
                <c:pt idx="146">
                  <c:v>221.4563424477295</c:v>
                </c:pt>
                <c:pt idx="147">
                  <c:v>222.43286668700651</c:v>
                </c:pt>
                <c:pt idx="148">
                  <c:v>223.38785061993309</c:v>
                </c:pt>
                <c:pt idx="149">
                  <c:v>224.3217520582983</c:v>
                </c:pt>
                <c:pt idx="150">
                  <c:v>225.23502309796311</c:v>
                </c:pt>
                <c:pt idx="151">
                  <c:v>226.12810983909409</c:v>
                </c:pt>
                <c:pt idx="152">
                  <c:v>227.00145214049559</c:v>
                </c:pt>
                <c:pt idx="153">
                  <c:v>227.8554834057617</c:v>
                </c:pt>
                <c:pt idx="154">
                  <c:v>228.69063039907289</c:v>
                </c:pt>
                <c:pt idx="155">
                  <c:v>229.50731308856339</c:v>
                </c:pt>
                <c:pt idx="156">
                  <c:v>230.30594451528839</c:v>
                </c:pt>
                <c:pt idx="157">
                  <c:v>231.08693068591751</c:v>
                </c:pt>
                <c:pt idx="158">
                  <c:v>231.85067048738659</c:v>
                </c:pt>
                <c:pt idx="159">
                  <c:v>232.59755562181761</c:v>
                </c:pt>
                <c:pt idx="160">
                  <c:v>233.32797056013499</c:v>
                </c:pt>
                <c:pt idx="161">
                  <c:v>234.04229251286719</c:v>
                </c:pt>
                <c:pt idx="162">
                  <c:v>234.7408914167344</c:v>
                </c:pt>
                <c:pt idx="163">
                  <c:v>235.42412993568951</c:v>
                </c:pt>
                <c:pt idx="164">
                  <c:v>236.09236347516821</c:v>
                </c:pt>
                <c:pt idx="165">
                  <c:v>236.74594020837799</c:v>
                </c:pt>
                <c:pt idx="166">
                  <c:v>237.38520111352889</c:v>
                </c:pt>
                <c:pt idx="167">
                  <c:v>238.0104800209815</c:v>
                </c:pt>
                <c:pt idx="168">
                  <c:v>238.62210366935071</c:v>
                </c:pt>
                <c:pt idx="169">
                  <c:v>239.22039176967399</c:v>
                </c:pt>
                <c:pt idx="170">
                  <c:v>239.80565707680219</c:v>
                </c:pt>
                <c:pt idx="171">
                  <c:v>240.37820546724481</c:v>
                </c:pt>
                <c:pt idx="172">
                  <c:v>240.93833602273509</c:v>
                </c:pt>
                <c:pt idx="173">
                  <c:v>241.48634111885579</c:v>
                </c:pt>
                <c:pt idx="174">
                  <c:v>242.02250651808791</c:v>
                </c:pt>
                <c:pt idx="175">
                  <c:v>242.54711146672051</c:v>
                </c:pt>
                <c:pt idx="176">
                  <c:v>243.0604287950726</c:v>
                </c:pt>
                <c:pt idx="177">
                  <c:v>243.56272502054449</c:v>
                </c:pt>
                <c:pt idx="178">
                  <c:v>244.05426045303631</c:v>
                </c:pt>
                <c:pt idx="179">
                  <c:v>244.53528930231721</c:v>
                </c:pt>
                <c:pt idx="180">
                  <c:v>245.00605978695731</c:v>
                </c:pt>
                <c:pt idx="181">
                  <c:v>245.4668142444709</c:v>
                </c:pt>
                <c:pt idx="182">
                  <c:v>245.9177892423408</c:v>
                </c:pt>
                <c:pt idx="183">
                  <c:v>246.359215689633</c:v>
                </c:pt>
                <c:pt idx="184">
                  <c:v>246.79131894892231</c:v>
                </c:pt>
                <c:pt idx="185">
                  <c:v>247.21431894828919</c:v>
                </c:pt>
                <c:pt idx="186">
                  <c:v>247.62843029315599</c:v>
                </c:pt>
                <c:pt idx="187">
                  <c:v>248.03386237776351</c:v>
                </c:pt>
                <c:pt idx="188">
                  <c:v>248.4308194960993</c:v>
                </c:pt>
                <c:pt idx="189">
                  <c:v>248.81950095211289</c:v>
                </c:pt>
                <c:pt idx="190">
                  <c:v>249.20010116906809</c:v>
                </c:pt>
                <c:pt idx="191">
                  <c:v>249.5728097978967</c:v>
                </c:pt>
                <c:pt idx="192">
                  <c:v>249.9378118244351</c:v>
                </c:pt>
                <c:pt idx="193">
                  <c:v>250.29528767543721</c:v>
                </c:pt>
                <c:pt idx="194">
                  <c:v>250.6454133232678</c:v>
                </c:pt>
                <c:pt idx="195">
                  <c:v>250.9883603891964</c:v>
                </c:pt>
                <c:pt idx="196">
                  <c:v>251.324296245217</c:v>
                </c:pt>
                <c:pt idx="197">
                  <c:v>251.65338411433279</c:v>
                </c:pt>
                <c:pt idx="198">
                  <c:v>251.975783169252</c:v>
                </c:pt>
                <c:pt idx="199">
                  <c:v>252.29164862944921</c:v>
                </c:pt>
                <c:pt idx="200">
                  <c:v>252.6011318565557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9A-44F1-A42B-0D2820B4E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1360.0000003839621</c:v>
                </c:pt>
                <c:pt idx="2">
                  <c:v>2720.0000007679241</c:v>
                </c:pt>
                <c:pt idx="3">
                  <c:v>4080.000001151885</c:v>
                </c:pt>
                <c:pt idx="4">
                  <c:v>5440.0000015358473</c:v>
                </c:pt>
                <c:pt idx="5">
                  <c:v>6800.0000019198096</c:v>
                </c:pt>
                <c:pt idx="6">
                  <c:v>8160.000002303771</c:v>
                </c:pt>
                <c:pt idx="7">
                  <c:v>9520.0000026877333</c:v>
                </c:pt>
                <c:pt idx="8">
                  <c:v>10880.000003071689</c:v>
                </c:pt>
                <c:pt idx="9">
                  <c:v>12240.00000345566</c:v>
                </c:pt>
                <c:pt idx="10">
                  <c:v>13600.000003839619</c:v>
                </c:pt>
                <c:pt idx="11">
                  <c:v>14960.000004223581</c:v>
                </c:pt>
                <c:pt idx="12">
                  <c:v>16320.00000460754</c:v>
                </c:pt>
                <c:pt idx="13">
                  <c:v>17680.0000049915</c:v>
                </c:pt>
                <c:pt idx="14">
                  <c:v>19040.00000537547</c:v>
                </c:pt>
                <c:pt idx="15">
                  <c:v>20400.00000575943</c:v>
                </c:pt>
                <c:pt idx="16">
                  <c:v>21760.000006143389</c:v>
                </c:pt>
                <c:pt idx="17">
                  <c:v>23120.000006527349</c:v>
                </c:pt>
                <c:pt idx="18">
                  <c:v>24480.000006911308</c:v>
                </c:pt>
                <c:pt idx="19">
                  <c:v>25840.000007295279</c:v>
                </c:pt>
                <c:pt idx="20">
                  <c:v>27200.000007679238</c:v>
                </c:pt>
                <c:pt idx="21">
                  <c:v>28560.000008063202</c:v>
                </c:pt>
                <c:pt idx="22">
                  <c:v>29920.000008447161</c:v>
                </c:pt>
                <c:pt idx="23">
                  <c:v>31280.000008831121</c:v>
                </c:pt>
                <c:pt idx="24">
                  <c:v>32640.00000921508</c:v>
                </c:pt>
                <c:pt idx="25">
                  <c:v>34000.000009599047</c:v>
                </c:pt>
                <c:pt idx="26">
                  <c:v>35360.000009983007</c:v>
                </c:pt>
                <c:pt idx="27">
                  <c:v>36720.000010366974</c:v>
                </c:pt>
                <c:pt idx="28">
                  <c:v>38080.000010750933</c:v>
                </c:pt>
                <c:pt idx="29">
                  <c:v>39440.000011134893</c:v>
                </c:pt>
                <c:pt idx="30">
                  <c:v>40800.00001151886</c:v>
                </c:pt>
                <c:pt idx="31">
                  <c:v>42160.000011902819</c:v>
                </c:pt>
                <c:pt idx="32">
                  <c:v>43520.000012286779</c:v>
                </c:pt>
                <c:pt idx="33">
                  <c:v>44880.000012670753</c:v>
                </c:pt>
                <c:pt idx="34">
                  <c:v>46240.000013054712</c:v>
                </c:pt>
                <c:pt idx="35">
                  <c:v>47600.000013438657</c:v>
                </c:pt>
                <c:pt idx="36">
                  <c:v>48960.000013822617</c:v>
                </c:pt>
                <c:pt idx="37">
                  <c:v>50320.000014206591</c:v>
                </c:pt>
                <c:pt idx="38">
                  <c:v>51680.000014590551</c:v>
                </c:pt>
                <c:pt idx="39">
                  <c:v>53040.00001497451</c:v>
                </c:pt>
                <c:pt idx="40">
                  <c:v>54400.000015358477</c:v>
                </c:pt>
                <c:pt idx="41">
                  <c:v>55760.000015742437</c:v>
                </c:pt>
                <c:pt idx="42">
                  <c:v>57120.000016126403</c:v>
                </c:pt>
                <c:pt idx="43">
                  <c:v>58480.000016510363</c:v>
                </c:pt>
                <c:pt idx="44">
                  <c:v>59840.000016894322</c:v>
                </c:pt>
                <c:pt idx="45">
                  <c:v>61200.000017278282</c:v>
                </c:pt>
                <c:pt idx="46">
                  <c:v>62560.000017662249</c:v>
                </c:pt>
                <c:pt idx="47">
                  <c:v>63920.000018046208</c:v>
                </c:pt>
                <c:pt idx="48">
                  <c:v>65280.000018430168</c:v>
                </c:pt>
                <c:pt idx="49">
                  <c:v>66640.000018814128</c:v>
                </c:pt>
                <c:pt idx="50">
                  <c:v>68000.000019198094</c:v>
                </c:pt>
                <c:pt idx="51">
                  <c:v>69360.000019582061</c:v>
                </c:pt>
                <c:pt idx="52">
                  <c:v>70720.000019966013</c:v>
                </c:pt>
                <c:pt idx="53">
                  <c:v>72080.00002034998</c:v>
                </c:pt>
                <c:pt idx="54">
                  <c:v>73440.000020733947</c:v>
                </c:pt>
                <c:pt idx="55">
                  <c:v>74800.000021117899</c:v>
                </c:pt>
                <c:pt idx="56">
                  <c:v>76160.000021501866</c:v>
                </c:pt>
                <c:pt idx="57">
                  <c:v>77520.000021885833</c:v>
                </c:pt>
                <c:pt idx="58">
                  <c:v>78880.000022269785</c:v>
                </c:pt>
                <c:pt idx="59">
                  <c:v>80240.000022653752</c:v>
                </c:pt>
                <c:pt idx="60">
                  <c:v>81600.000023037719</c:v>
                </c:pt>
                <c:pt idx="61">
                  <c:v>82960.000023421671</c:v>
                </c:pt>
                <c:pt idx="62">
                  <c:v>84320.000023805638</c:v>
                </c:pt>
                <c:pt idx="63">
                  <c:v>85680.000024189605</c:v>
                </c:pt>
                <c:pt idx="64">
                  <c:v>87040.000024573557</c:v>
                </c:pt>
                <c:pt idx="65">
                  <c:v>88400.000024957524</c:v>
                </c:pt>
                <c:pt idx="66">
                  <c:v>89760.000025341491</c:v>
                </c:pt>
                <c:pt idx="67">
                  <c:v>91120.000025725443</c:v>
                </c:pt>
                <c:pt idx="68">
                  <c:v>92480.00002610941</c:v>
                </c:pt>
                <c:pt idx="69">
                  <c:v>93840.000026493377</c:v>
                </c:pt>
                <c:pt idx="70">
                  <c:v>95200.000026877329</c:v>
                </c:pt>
                <c:pt idx="71">
                  <c:v>96560.000027261296</c:v>
                </c:pt>
                <c:pt idx="72">
                  <c:v>97920.000027645248</c:v>
                </c:pt>
                <c:pt idx="73">
                  <c:v>99280.000028029215</c:v>
                </c:pt>
                <c:pt idx="74">
                  <c:v>100640.0000284132</c:v>
                </c:pt>
                <c:pt idx="75">
                  <c:v>102000.00002879711</c:v>
                </c:pt>
                <c:pt idx="76">
                  <c:v>103360.0000291811</c:v>
                </c:pt>
                <c:pt idx="77">
                  <c:v>104720.0000295651</c:v>
                </c:pt>
                <c:pt idx="78">
                  <c:v>106080.00002994901</c:v>
                </c:pt>
                <c:pt idx="79">
                  <c:v>107440.000030333</c:v>
                </c:pt>
                <c:pt idx="80">
                  <c:v>108800.000030717</c:v>
                </c:pt>
                <c:pt idx="81">
                  <c:v>110160.00003110091</c:v>
                </c:pt>
                <c:pt idx="82">
                  <c:v>111520.0000314849</c:v>
                </c:pt>
                <c:pt idx="83">
                  <c:v>112880.0000318688</c:v>
                </c:pt>
                <c:pt idx="84">
                  <c:v>114240.00003225281</c:v>
                </c:pt>
                <c:pt idx="85">
                  <c:v>115600.0000326368</c:v>
                </c:pt>
                <c:pt idx="86">
                  <c:v>116960.0000330207</c:v>
                </c:pt>
                <c:pt idx="87">
                  <c:v>118320.00003340471</c:v>
                </c:pt>
                <c:pt idx="88">
                  <c:v>119680.0000337886</c:v>
                </c:pt>
                <c:pt idx="89">
                  <c:v>121040.0000341726</c:v>
                </c:pt>
                <c:pt idx="90">
                  <c:v>122400.00003455659</c:v>
                </c:pt>
                <c:pt idx="91">
                  <c:v>123760.0000349405</c:v>
                </c:pt>
                <c:pt idx="92">
                  <c:v>125120.0000353245</c:v>
                </c:pt>
                <c:pt idx="93">
                  <c:v>126480.00003570849</c:v>
                </c:pt>
                <c:pt idx="94">
                  <c:v>127840.0000360924</c:v>
                </c:pt>
                <c:pt idx="95">
                  <c:v>129200.0000364764</c:v>
                </c:pt>
                <c:pt idx="96">
                  <c:v>130560.00003686031</c:v>
                </c:pt>
                <c:pt idx="97">
                  <c:v>131920.00003724429</c:v>
                </c:pt>
                <c:pt idx="98">
                  <c:v>133280.00003762831</c:v>
                </c:pt>
                <c:pt idx="99">
                  <c:v>134640.00003801219</c:v>
                </c:pt>
                <c:pt idx="100">
                  <c:v>136000.00003839619</c:v>
                </c:pt>
                <c:pt idx="101">
                  <c:v>137360.00003878021</c:v>
                </c:pt>
                <c:pt idx="102">
                  <c:v>138720.00003916409</c:v>
                </c:pt>
                <c:pt idx="103">
                  <c:v>140080.00003954809</c:v>
                </c:pt>
                <c:pt idx="104">
                  <c:v>141440.000039932</c:v>
                </c:pt>
                <c:pt idx="105">
                  <c:v>142800.00004031599</c:v>
                </c:pt>
                <c:pt idx="106">
                  <c:v>144160.00004069999</c:v>
                </c:pt>
                <c:pt idx="107">
                  <c:v>145520.0000410839</c:v>
                </c:pt>
                <c:pt idx="108">
                  <c:v>146880.00004146789</c:v>
                </c:pt>
                <c:pt idx="109">
                  <c:v>148240.0000418518</c:v>
                </c:pt>
                <c:pt idx="110">
                  <c:v>149600.0000422358</c:v>
                </c:pt>
                <c:pt idx="111">
                  <c:v>150960.00004261979</c:v>
                </c:pt>
                <c:pt idx="112">
                  <c:v>152320.0000430037</c:v>
                </c:pt>
                <c:pt idx="113">
                  <c:v>153680.0000433877</c:v>
                </c:pt>
                <c:pt idx="114">
                  <c:v>155040.0000437717</c:v>
                </c:pt>
                <c:pt idx="115">
                  <c:v>156400.0000441556</c:v>
                </c:pt>
                <c:pt idx="116">
                  <c:v>157760.0000445396</c:v>
                </c:pt>
                <c:pt idx="117">
                  <c:v>159120.00004492351</c:v>
                </c:pt>
                <c:pt idx="118">
                  <c:v>160480.0000453075</c:v>
                </c:pt>
                <c:pt idx="119">
                  <c:v>161840.0000456915</c:v>
                </c:pt>
                <c:pt idx="120">
                  <c:v>163200.00004607541</c:v>
                </c:pt>
                <c:pt idx="121">
                  <c:v>164560.0000464594</c:v>
                </c:pt>
                <c:pt idx="122">
                  <c:v>165920.00004684331</c:v>
                </c:pt>
                <c:pt idx="123">
                  <c:v>167280.00004722731</c:v>
                </c:pt>
                <c:pt idx="124">
                  <c:v>168640.00004761131</c:v>
                </c:pt>
                <c:pt idx="125">
                  <c:v>170000.00004799521</c:v>
                </c:pt>
                <c:pt idx="126">
                  <c:v>171360.00004837921</c:v>
                </c:pt>
                <c:pt idx="127">
                  <c:v>172720.00004876309</c:v>
                </c:pt>
                <c:pt idx="128">
                  <c:v>174080.00004914709</c:v>
                </c:pt>
                <c:pt idx="129">
                  <c:v>175440.00004953111</c:v>
                </c:pt>
                <c:pt idx="130">
                  <c:v>176800.00004991499</c:v>
                </c:pt>
                <c:pt idx="131">
                  <c:v>178160.00005029899</c:v>
                </c:pt>
                <c:pt idx="132">
                  <c:v>179520.00005068301</c:v>
                </c:pt>
                <c:pt idx="133">
                  <c:v>180880.00005106689</c:v>
                </c:pt>
                <c:pt idx="134">
                  <c:v>182240.00005145089</c:v>
                </c:pt>
                <c:pt idx="135">
                  <c:v>183600.00005183491</c:v>
                </c:pt>
                <c:pt idx="136">
                  <c:v>184960.00005221879</c:v>
                </c:pt>
                <c:pt idx="137">
                  <c:v>186320.00005260279</c:v>
                </c:pt>
                <c:pt idx="138">
                  <c:v>187680.00005298681</c:v>
                </c:pt>
                <c:pt idx="139">
                  <c:v>189040.00005337069</c:v>
                </c:pt>
                <c:pt idx="140">
                  <c:v>190400.00005375469</c:v>
                </c:pt>
                <c:pt idx="141">
                  <c:v>191760.0000541386</c:v>
                </c:pt>
                <c:pt idx="142">
                  <c:v>193120.00005452259</c:v>
                </c:pt>
                <c:pt idx="143">
                  <c:v>194480.00005490659</c:v>
                </c:pt>
                <c:pt idx="144">
                  <c:v>195840.0000552905</c:v>
                </c:pt>
                <c:pt idx="145">
                  <c:v>197200.00005567449</c:v>
                </c:pt>
                <c:pt idx="146">
                  <c:v>198560.0000560584</c:v>
                </c:pt>
                <c:pt idx="147">
                  <c:v>199920.0000564424</c:v>
                </c:pt>
                <c:pt idx="148">
                  <c:v>201280.00005682639</c:v>
                </c:pt>
                <c:pt idx="149">
                  <c:v>202640.0000572103</c:v>
                </c:pt>
                <c:pt idx="150">
                  <c:v>204000.0000575943</c:v>
                </c:pt>
                <c:pt idx="151">
                  <c:v>205360.00005797821</c:v>
                </c:pt>
                <c:pt idx="152">
                  <c:v>206720.0000583622</c:v>
                </c:pt>
                <c:pt idx="153">
                  <c:v>208080.0000587462</c:v>
                </c:pt>
                <c:pt idx="154">
                  <c:v>209440.00005913011</c:v>
                </c:pt>
                <c:pt idx="155">
                  <c:v>210800.0000595141</c:v>
                </c:pt>
                <c:pt idx="156">
                  <c:v>212160.00005989801</c:v>
                </c:pt>
                <c:pt idx="157">
                  <c:v>213520.00006028201</c:v>
                </c:pt>
                <c:pt idx="158">
                  <c:v>214880.000060666</c:v>
                </c:pt>
                <c:pt idx="159">
                  <c:v>216240.00006104991</c:v>
                </c:pt>
                <c:pt idx="160">
                  <c:v>217600.00006143391</c:v>
                </c:pt>
                <c:pt idx="161">
                  <c:v>218960.0000618179</c:v>
                </c:pt>
                <c:pt idx="162">
                  <c:v>220320.00006220181</c:v>
                </c:pt>
                <c:pt idx="163">
                  <c:v>221680.00006258581</c:v>
                </c:pt>
                <c:pt idx="164">
                  <c:v>223040.00006296969</c:v>
                </c:pt>
                <c:pt idx="165">
                  <c:v>224400.00006335371</c:v>
                </c:pt>
                <c:pt idx="166">
                  <c:v>225760.00006373771</c:v>
                </c:pt>
                <c:pt idx="167">
                  <c:v>227120.00006412159</c:v>
                </c:pt>
                <c:pt idx="168">
                  <c:v>228480.00006450561</c:v>
                </c:pt>
                <c:pt idx="169">
                  <c:v>229840.00006488961</c:v>
                </c:pt>
                <c:pt idx="170">
                  <c:v>231200.00006527349</c:v>
                </c:pt>
                <c:pt idx="171">
                  <c:v>232560.00006565751</c:v>
                </c:pt>
                <c:pt idx="172">
                  <c:v>233920.00006604151</c:v>
                </c:pt>
                <c:pt idx="173">
                  <c:v>235280.00006642539</c:v>
                </c:pt>
                <c:pt idx="174">
                  <c:v>236640.00006680941</c:v>
                </c:pt>
                <c:pt idx="175">
                  <c:v>238000.00006719329</c:v>
                </c:pt>
                <c:pt idx="176">
                  <c:v>239360.00006757729</c:v>
                </c:pt>
                <c:pt idx="177">
                  <c:v>240720.00006796129</c:v>
                </c:pt>
                <c:pt idx="178">
                  <c:v>242080.00006834519</c:v>
                </c:pt>
                <c:pt idx="179">
                  <c:v>243440.00006872919</c:v>
                </c:pt>
                <c:pt idx="180">
                  <c:v>244800.0000691131</c:v>
                </c:pt>
                <c:pt idx="181">
                  <c:v>246160.00006949709</c:v>
                </c:pt>
                <c:pt idx="182">
                  <c:v>247520.00006988109</c:v>
                </c:pt>
                <c:pt idx="183">
                  <c:v>248880.000070265</c:v>
                </c:pt>
                <c:pt idx="184">
                  <c:v>250240.000070649</c:v>
                </c:pt>
                <c:pt idx="185">
                  <c:v>251600.00007103299</c:v>
                </c:pt>
                <c:pt idx="186">
                  <c:v>252960.0000714169</c:v>
                </c:pt>
                <c:pt idx="187">
                  <c:v>254320.0000718009</c:v>
                </c:pt>
                <c:pt idx="188">
                  <c:v>255680.0000721848</c:v>
                </c:pt>
                <c:pt idx="189">
                  <c:v>257040.0000725688</c:v>
                </c:pt>
                <c:pt idx="190">
                  <c:v>258400.0000729528</c:v>
                </c:pt>
                <c:pt idx="191">
                  <c:v>259760.00007333671</c:v>
                </c:pt>
                <c:pt idx="192">
                  <c:v>261120.0000737207</c:v>
                </c:pt>
                <c:pt idx="193">
                  <c:v>262480.00007410458</c:v>
                </c:pt>
                <c:pt idx="194">
                  <c:v>263840.00007448858</c:v>
                </c:pt>
                <c:pt idx="195">
                  <c:v>265200.00007487257</c:v>
                </c:pt>
                <c:pt idx="196">
                  <c:v>266560.00007525651</c:v>
                </c:pt>
                <c:pt idx="197">
                  <c:v>267920.00007564051</c:v>
                </c:pt>
                <c:pt idx="198">
                  <c:v>269280.00007602439</c:v>
                </c:pt>
                <c:pt idx="199">
                  <c:v>270640.00007640838</c:v>
                </c:pt>
                <c:pt idx="200">
                  <c:v>272000.00007679238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3.1742411351973611E-4</c:v>
                </c:pt>
                <c:pt idx="2">
                  <c:v>1.865759306469397E-3</c:v>
                </c:pt>
                <c:pt idx="3">
                  <c:v>5.2579532316686202E-3</c:v>
                </c:pt>
                <c:pt idx="4">
                  <c:v>1.096646842728026E-2</c:v>
                </c:pt>
                <c:pt idx="5">
                  <c:v>1.9395122562839491E-2</c:v>
                </c:pt>
                <c:pt idx="6">
                  <c:v>3.0903803521468012E-2</c:v>
                </c:pt>
                <c:pt idx="7">
                  <c:v>4.5820844860821337E-2</c:v>
                </c:pt>
                <c:pt idx="8">
                  <c:v>6.445027533763599E-2</c:v>
                </c:pt>
                <c:pt idx="9">
                  <c:v>8.707646399661581E-2</c:v>
                </c:pt>
                <c:pt idx="10">
                  <c:v>0.1139672671644418</c:v>
                </c:pt>
                <c:pt idx="11">
                  <c:v>0.14537623558296831</c:v>
                </c:pt>
                <c:pt idx="12">
                  <c:v>0.1815441920284997</c:v>
                </c:pt>
                <c:pt idx="13">
                  <c:v>0.2227003648611218</c:v>
                </c:pt>
                <c:pt idx="14">
                  <c:v>0.26906319475059559</c:v>
                </c:pt>
                <c:pt idx="15">
                  <c:v>0.32084089220372969</c:v>
                </c:pt>
                <c:pt idx="16">
                  <c:v>0.37823179933760459</c:v>
                </c:pt>
                <c:pt idx="17">
                  <c:v>0.44142459399166228</c:v>
                </c:pt>
                <c:pt idx="18">
                  <c:v>0.51059836421183447</c:v>
                </c:pt>
                <c:pt idx="19">
                  <c:v>0.58592257438016349</c:v>
                </c:pt>
                <c:pt idx="20">
                  <c:v>0.66755693963385221</c:v>
                </c:pt>
                <c:pt idx="21">
                  <c:v>0.75565122200458223</c:v>
                </c:pt>
                <c:pt idx="22">
                  <c:v>0.85034495946308641</c:v>
                </c:pt>
                <c:pt idx="23">
                  <c:v>0.95176713748279629</c:v>
                </c:pt>
                <c:pt idx="24">
                  <c:v>1.060035811646264</c:v>
                </c:pt>
                <c:pt idx="25">
                  <c:v>1.1752576890748141</c:v>
                </c:pt>
                <c:pt idx="26">
                  <c:v>1.2975276759726639</c:v>
                </c:pt>
                <c:pt idx="27">
                  <c:v>1.4269283982735801</c:v>
                </c:pt>
                <c:pt idx="28">
                  <c:v>1.5635297022112</c:v>
                </c:pt>
                <c:pt idx="29">
                  <c:v>1.7073881415652381</c:v>
                </c:pt>
                <c:pt idx="30">
                  <c:v>1.858546458334539</c:v>
                </c:pt>
                <c:pt idx="31">
                  <c:v>2.0170330636308509</c:v>
                </c:pt>
                <c:pt idx="32">
                  <c:v>2.182861525652215</c:v>
                </c:pt>
                <c:pt idx="33">
                  <c:v>2.3560300716670959</c:v>
                </c:pt>
                <c:pt idx="34">
                  <c:v>2.5365211110016048</c:v>
                </c:pt>
                <c:pt idx="35">
                  <c:v>2.7243007860612298</c:v>
                </c:pt>
                <c:pt idx="36">
                  <c:v>2.919318558422122</c:v>
                </c:pt>
                <c:pt idx="37">
                  <c:v>3.1215068369838832</c:v>
                </c:pt>
                <c:pt idx="38">
                  <c:v>3.3307806550773309</c:v>
                </c:pt>
                <c:pt idx="39">
                  <c:v>3.5470374032574798</c:v>
                </c:pt>
                <c:pt idx="40">
                  <c:v>3.770156624276801</c:v>
                </c:pt>
                <c:pt idx="41">
                  <c:v>3.9999998764223021</c:v>
                </c:pt>
                <c:pt idx="42">
                  <c:v>4.2364106710039966</c:v>
                </c:pt>
                <c:pt idx="43">
                  <c:v>4.4792144893054484</c:v>
                </c:pt>
                <c:pt idx="44">
                  <c:v>4.7282188837412669</c:v>
                </c:pt>
                <c:pt idx="45">
                  <c:v>4.9832136673186938</c:v>
                </c:pt>
                <c:pt idx="46">
                  <c:v>5.2439711947698298</c:v>
                </c:pt>
                <c:pt idx="47">
                  <c:v>5.5102467379138966</c:v>
                </c:pt>
                <c:pt idx="48">
                  <c:v>5.7817789569337767</c:v>
                </c:pt>
                <c:pt idx="49">
                  <c:v>6.0582904683125776</c:v>
                </c:pt>
                <c:pt idx="50">
                  <c:v>6.339488509190371</c:v>
                </c:pt>
                <c:pt idx="51">
                  <c:v>6.6250656968767849</c:v>
                </c:pt>
                <c:pt idx="52">
                  <c:v>6.914700881208109</c:v>
                </c:pt>
                <c:pt idx="53">
                  <c:v>7.2080600863832638</c:v>
                </c:pt>
                <c:pt idx="54">
                  <c:v>7.5047975378660183</c:v>
                </c:pt>
                <c:pt idx="55">
                  <c:v>7.8045567689217492</c:v>
                </c:pt>
                <c:pt idx="56">
                  <c:v>8.1069718003780924</c:v>
                </c:pt>
                <c:pt idx="57">
                  <c:v>8.4116683862830044</c:v>
                </c:pt>
                <c:pt idx="58">
                  <c:v>8.7182653172900473</c:v>
                </c:pt>
                <c:pt idx="59">
                  <c:v>9.0263757728542835</c:v>
                </c:pt>
                <c:pt idx="60">
                  <c:v>9.3356087126763239</c:v>
                </c:pt>
                <c:pt idx="61">
                  <c:v>9.6455702973070832</c:v>
                </c:pt>
                <c:pt idx="62">
                  <c:v>9.9558653274291693</c:v>
                </c:pt>
                <c:pt idx="63">
                  <c:v>10.266098691068031</c:v>
                </c:pt>
                <c:pt idx="64">
                  <c:v>10.57587680786542</c:v>
                </c:pt>
                <c:pt idx="65">
                  <c:v>10.88480905957104</c:v>
                </c:pt>
                <c:pt idx="66">
                  <c:v>11.192509196070599</c:v>
                </c:pt>
                <c:pt idx="67">
                  <c:v>11.498596706575761</c:v>
                </c:pt>
                <c:pt idx="68">
                  <c:v>11.802698146034221</c:v>
                </c:pt>
                <c:pt idx="69">
                  <c:v>12.10444840738338</c:v>
                </c:pt>
                <c:pt idx="70">
                  <c:v>12.40349193094324</c:v>
                </c:pt>
                <c:pt idx="71">
                  <c:v>12.69948384301922</c:v>
                </c:pt>
                <c:pt idx="72">
                  <c:v>12.99209101664732</c:v>
                </c:pt>
                <c:pt idx="73">
                  <c:v>13.2809930483429</c:v>
                </c:pt>
                <c:pt idx="74">
                  <c:v>13.565883145698599</c:v>
                </c:pt>
                <c:pt idx="75">
                  <c:v>13.846468921694591</c:v>
                </c:pt>
                <c:pt idx="76">
                  <c:v>14.12247309262211</c:v>
                </c:pt>
                <c:pt idx="77">
                  <c:v>14.393634077558181</c:v>
                </c:pt>
                <c:pt idx="78">
                  <c:v>14.659706498354909</c:v>
                </c:pt>
                <c:pt idx="79">
                  <c:v>14.9204615800961</c:v>
                </c:pt>
                <c:pt idx="80">
                  <c:v>15.17568745292791</c:v>
                </c:pt>
                <c:pt idx="81">
                  <c:v>15.425189357058271</c:v>
                </c:pt>
                <c:pt idx="82">
                  <c:v>15.66878975354981</c:v>
                </c:pt>
                <c:pt idx="83">
                  <c:v>15.90632834428118</c:v>
                </c:pt>
                <c:pt idx="84">
                  <c:v>16.137662005118891</c:v>
                </c:pt>
                <c:pt idx="85">
                  <c:v>16.362664636926631</c:v>
                </c:pt>
                <c:pt idx="86">
                  <c:v>16.581226939530119</c:v>
                </c:pt>
                <c:pt idx="87">
                  <c:v>16.79325611415943</c:v>
                </c:pt>
                <c:pt idx="88">
                  <c:v>16.998675500200061</c:v>
                </c:pt>
                <c:pt idx="89">
                  <c:v>17.19742415231179</c:v>
                </c:pt>
                <c:pt idx="90">
                  <c:v>17.389456364111709</c:v>
                </c:pt>
                <c:pt idx="91">
                  <c:v>17.57474114467902</c:v>
                </c:pt>
                <c:pt idx="92">
                  <c:v>17.75326165412698</c:v>
                </c:pt>
                <c:pt idx="93">
                  <c:v>17.925014604402339</c:v>
                </c:pt>
                <c:pt idx="94">
                  <c:v>18.090009631334791</c:v>
                </c:pt>
                <c:pt idx="95">
                  <c:v>18.248268643758959</c:v>
                </c:pt>
                <c:pt idx="96">
                  <c:v>18.39982515529341</c:v>
                </c:pt>
                <c:pt idx="97">
                  <c:v>18.54472360407631</c:v>
                </c:pt>
                <c:pt idx="98">
                  <c:v>18.683018665448529</c:v>
                </c:pt>
                <c:pt idx="99">
                  <c:v>18.814774562237709</c:v>
                </c:pt>
                <c:pt idx="100">
                  <c:v>18.940064376940189</c:v>
                </c:pt>
                <c:pt idx="101">
                  <c:v>19.058969369735891</c:v>
                </c:pt>
                <c:pt idx="102">
                  <c:v>19.171578305896301</c:v>
                </c:pt>
                <c:pt idx="103">
                  <c:v>19.27798679577527</c:v>
                </c:pt>
                <c:pt idx="104">
                  <c:v>19.378296650204451</c:v>
                </c:pt>
                <c:pt idx="105">
                  <c:v>19.472615253754299</c:v>
                </c:pt>
                <c:pt idx="106">
                  <c:v>19.561054957973909</c:v>
                </c:pt>
                <c:pt idx="107">
                  <c:v>19.64373249638874</c:v>
                </c:pt>
                <c:pt idx="108">
                  <c:v>19.720768422717079</c:v>
                </c:pt>
                <c:pt idx="109">
                  <c:v>19.792286573468509</c:v>
                </c:pt>
                <c:pt idx="110">
                  <c:v>19.858413555807608</c:v>
                </c:pt>
                <c:pt idx="111">
                  <c:v>19.919278261307589</c:v>
                </c:pt>
                <c:pt idx="112">
                  <c:v>19.97501140598299</c:v>
                </c:pt>
                <c:pt idx="113">
                  <c:v>20.025745096772621</c:v>
                </c:pt>
                <c:pt idx="114">
                  <c:v>20.07161242445078</c:v>
                </c:pt>
                <c:pt idx="115">
                  <c:v>20.112747082771751</c:v>
                </c:pt>
                <c:pt idx="116">
                  <c:v>20.14928301349736</c:v>
                </c:pt>
                <c:pt idx="117">
                  <c:v>20.18135407682469</c:v>
                </c:pt>
                <c:pt idx="118">
                  <c:v>20.209093746615309</c:v>
                </c:pt>
                <c:pt idx="119">
                  <c:v>20.232634829729051</c:v>
                </c:pt>
                <c:pt idx="120">
                  <c:v>20.252109208683699</c:v>
                </c:pt>
                <c:pt idx="121">
                  <c:v>20.267647606795421</c:v>
                </c:pt>
                <c:pt idx="122">
                  <c:v>20.279379374902302</c:v>
                </c:pt>
                <c:pt idx="123">
                  <c:v>20.287432298732512</c:v>
                </c:pt>
                <c:pt idx="124">
                  <c:v>20.291932425952051</c:v>
                </c:pt>
                <c:pt idx="125">
                  <c:v>20.293003911907039</c:v>
                </c:pt>
                <c:pt idx="126">
                  <c:v>20.290768883068932</c:v>
                </c:pt>
                <c:pt idx="127">
                  <c:v>20.285347317188119</c:v>
                </c:pt>
                <c:pt idx="128">
                  <c:v>20.27685693917164</c:v>
                </c:pt>
                <c:pt idx="129">
                  <c:v>20.26541313170971</c:v>
                </c:pt>
                <c:pt idx="130">
                  <c:v>20.251128859697559</c:v>
                </c:pt>
                <c:pt idx="131">
                  <c:v>20.234114607520009</c:v>
                </c:pt>
                <c:pt idx="132">
                  <c:v>20.214478328293541</c:v>
                </c:pt>
                <c:pt idx="133">
                  <c:v>20.19232540418977</c:v>
                </c:pt>
                <c:pt idx="134">
                  <c:v>20.167758616997521</c:v>
                </c:pt>
                <c:pt idx="135">
                  <c:v>20.140878128113389</c:v>
                </c:pt>
                <c:pt idx="136">
                  <c:v>20.11178146718672</c:v>
                </c:pt>
                <c:pt idx="137">
                  <c:v>20.080563528681111</c:v>
                </c:pt>
                <c:pt idx="138">
                  <c:v>20.04731657565096</c:v>
                </c:pt>
                <c:pt idx="139">
                  <c:v>20.012130250069209</c:v>
                </c:pt>
                <c:pt idx="140">
                  <c:v>19.975091589077959</c:v>
                </c:pt>
                <c:pt idx="141">
                  <c:v>19.936285046571658</c:v>
                </c:pt>
                <c:pt idx="142">
                  <c:v>19.895792519556309</c:v>
                </c:pt>
                <c:pt idx="143">
                  <c:v>19.85369337876498</c:v>
                </c:pt>
                <c:pt idx="144">
                  <c:v>19.810064503042259</c:v>
                </c:pt>
                <c:pt idx="145">
                  <c:v>19.764980317044021</c:v>
                </c:pt>
                <c:pt idx="146">
                  <c:v>19.718512831830719</c:v>
                </c:pt>
                <c:pt idx="147">
                  <c:v>19.670731687961769</c:v>
                </c:pt>
                <c:pt idx="148">
                  <c:v>19.621704200729109</c:v>
                </c:pt>
                <c:pt idx="149">
                  <c:v>19.57149540719449</c:v>
                </c:pt>
                <c:pt idx="150">
                  <c:v>19.52016811472269</c:v>
                </c:pt>
                <c:pt idx="151">
                  <c:v>19.46778295072691</c:v>
                </c:pt>
                <c:pt idx="152">
                  <c:v>19.414398413366879</c:v>
                </c:pt>
                <c:pt idx="153">
                  <c:v>19.360070922962411</c:v>
                </c:pt>
                <c:pt idx="154">
                  <c:v>19.304854873906219</c:v>
                </c:pt>
                <c:pt idx="155">
                  <c:v>19.24880268687965</c:v>
                </c:pt>
                <c:pt idx="156">
                  <c:v>19.191964861193341</c:v>
                </c:pt>
                <c:pt idx="157">
                  <c:v>19.134390027092259</c:v>
                </c:pt>
                <c:pt idx="158">
                  <c:v>19.076124997881038</c:v>
                </c:pt>
                <c:pt idx="159">
                  <c:v>19.017214821739561</c:v>
                </c:pt>
                <c:pt idx="160">
                  <c:v>18.957702833114421</c:v>
                </c:pt>
                <c:pt idx="161">
                  <c:v>18.89763070358288</c:v>
                </c:pt>
                <c:pt idx="162">
                  <c:v>18.837038492099701</c:v>
                </c:pt>
                <c:pt idx="163">
                  <c:v>18.775964694547131</c:v>
                </c:pt>
                <c:pt idx="164">
                  <c:v>18.714446292519089</c:v>
                </c:pt>
                <c:pt idx="165">
                  <c:v>18.652518801279939</c:v>
                </c:pt>
                <c:pt idx="166">
                  <c:v>18.590216316846671</c:v>
                </c:pt>
                <c:pt idx="167">
                  <c:v>18.527571562151529</c:v>
                </c:pt>
                <c:pt idx="168">
                  <c:v>18.464615932248901</c:v>
                </c:pt>
                <c:pt idx="169">
                  <c:v>18.401379538537672</c:v>
                </c:pt>
                <c:pt idx="170">
                  <c:v>18.33789125197497</c:v>
                </c:pt>
                <c:pt idx="171">
                  <c:v>18.274178745264429</c:v>
                </c:pt>
                <c:pt idx="172">
                  <c:v>18.210268534005081</c:v>
                </c:pt>
                <c:pt idx="173">
                  <c:v>18.14618601679329</c:v>
                </c:pt>
                <c:pt idx="174">
                  <c:v>18.081955514272401</c:v>
                </c:pt>
                <c:pt idx="175">
                  <c:v>18.017600307130351</c:v>
                </c:pt>
                <c:pt idx="176">
                  <c:v>17.953142673046521</c:v>
                </c:pt>
                <c:pt idx="177">
                  <c:v>17.888603922593969</c:v>
                </c:pt>
                <c:pt idx="178">
                  <c:v>17.824004434104381</c:v>
                </c:pt>
                <c:pt idx="179">
                  <c:v>17.759363687505999</c:v>
                </c:pt>
                <c:pt idx="180">
                  <c:v>17.69470029714655</c:v>
                </c:pt>
                <c:pt idx="181">
                  <c:v>17.63003204361496</c:v>
                </c:pt>
                <c:pt idx="182">
                  <c:v>17.565375904577159</c:v>
                </c:pt>
                <c:pt idx="183">
                  <c:v>17.500748084642641</c:v>
                </c:pt>
                <c:pt idx="184">
                  <c:v>17.43616404427911</c:v>
                </c:pt>
                <c:pt idx="185">
                  <c:v>17.37163852779447</c:v>
                </c:pt>
                <c:pt idx="186">
                  <c:v>17.307185590404799</c:v>
                </c:pt>
                <c:pt idx="187">
                  <c:v>17.242818624408908</c:v>
                </c:pt>
                <c:pt idx="188">
                  <c:v>17.178550384489618</c:v>
                </c:pt>
                <c:pt idx="189">
                  <c:v>17.114393012162768</c:v>
                </c:pt>
                <c:pt idx="190">
                  <c:v>17.05035805939513</c:v>
                </c:pt>
                <c:pt idx="191">
                  <c:v>16.986456511412381</c:v>
                </c:pt>
                <c:pt idx="192">
                  <c:v>16.922698808718749</c:v>
                </c:pt>
                <c:pt idx="193">
                  <c:v>16.859094868349629</c:v>
                </c:pt>
                <c:pt idx="194">
                  <c:v>16.795654104378588</c:v>
                </c:pt>
                <c:pt idx="195">
                  <c:v>16.73238544769989</c:v>
                </c:pt>
                <c:pt idx="196">
                  <c:v>16.669297365107891</c:v>
                </c:pt>
                <c:pt idx="197">
                  <c:v>16.606397877693851</c:v>
                </c:pt>
                <c:pt idx="198">
                  <c:v>16.543694578581079</c:v>
                </c:pt>
                <c:pt idx="199">
                  <c:v>16.481194650018491</c:v>
                </c:pt>
                <c:pt idx="200">
                  <c:v>16.418904879852779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9A-44F1-A42B-0D2820B4E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4501919"/>
        <c:axId val="1334499999"/>
      </c:lineChart>
      <c:catAx>
        <c:axId val="211879178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  <c:valAx>
        <c:axId val="1334499999"/>
        <c:scaling>
          <c:orientation val="minMax"/>
        </c:scaling>
        <c:delete val="0"/>
        <c:axPos val="r"/>
        <c:numFmt formatCode="#,##0.00" sourceLinked="0"/>
        <c:majorTickMark val="out"/>
        <c:minorTickMark val="none"/>
        <c:tickLblPos val="nextTo"/>
        <c:crossAx val="1334501919"/>
        <c:crosses val="max"/>
        <c:crossBetween val="between"/>
      </c:valAx>
      <c:catAx>
        <c:axId val="13345019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34499999"/>
        <c:crosses val="autoZero"/>
        <c:auto val="1"/>
        <c:lblAlgn val="ctr"/>
        <c:lblOffset val="100"/>
        <c:noMultiLvlLbl val="0"/>
      </c:cat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0.19669385981729781</c:v>
                </c:pt>
                <c:pt idx="2">
                  <c:v>0.39338771963459551</c:v>
                </c:pt>
                <c:pt idx="3">
                  <c:v>0.59008157945189321</c:v>
                </c:pt>
                <c:pt idx="4">
                  <c:v>0.78677543926919102</c:v>
                </c:pt>
                <c:pt idx="5">
                  <c:v>0.98346929908648884</c:v>
                </c:pt>
                <c:pt idx="6">
                  <c:v>1.180163158903786</c:v>
                </c:pt>
                <c:pt idx="7">
                  <c:v>1.376857018721084</c:v>
                </c:pt>
                <c:pt idx="8">
                  <c:v>1.573550878538382</c:v>
                </c:pt>
                <c:pt idx="9">
                  <c:v>1.7702447383556801</c:v>
                </c:pt>
                <c:pt idx="10">
                  <c:v>1.9669385981729779</c:v>
                </c:pt>
                <c:pt idx="11">
                  <c:v>2.1636324579902748</c:v>
                </c:pt>
                <c:pt idx="12">
                  <c:v>2.3603263178075728</c:v>
                </c:pt>
                <c:pt idx="13">
                  <c:v>2.5570201776248709</c:v>
                </c:pt>
                <c:pt idx="14">
                  <c:v>2.753714037442168</c:v>
                </c:pt>
                <c:pt idx="15">
                  <c:v>2.9504078972594669</c:v>
                </c:pt>
                <c:pt idx="16">
                  <c:v>3.1471017570767641</c:v>
                </c:pt>
                <c:pt idx="17">
                  <c:v>3.3437956168940621</c:v>
                </c:pt>
                <c:pt idx="18">
                  <c:v>3.5404894767113602</c:v>
                </c:pt>
                <c:pt idx="19">
                  <c:v>3.7371833365286569</c:v>
                </c:pt>
                <c:pt idx="20">
                  <c:v>3.9338771963459549</c:v>
                </c:pt>
                <c:pt idx="21">
                  <c:v>4.1305710561632516</c:v>
                </c:pt>
                <c:pt idx="22">
                  <c:v>4.3272649159805514</c:v>
                </c:pt>
                <c:pt idx="23">
                  <c:v>4.5239587757978494</c:v>
                </c:pt>
                <c:pt idx="24">
                  <c:v>4.7206526356151457</c:v>
                </c:pt>
                <c:pt idx="25">
                  <c:v>4.9173464954324437</c:v>
                </c:pt>
                <c:pt idx="26">
                  <c:v>5.1140403552497418</c:v>
                </c:pt>
                <c:pt idx="27">
                  <c:v>5.3107342150670398</c:v>
                </c:pt>
                <c:pt idx="28">
                  <c:v>5.5074280748843369</c:v>
                </c:pt>
                <c:pt idx="29">
                  <c:v>5.704121934701635</c:v>
                </c:pt>
                <c:pt idx="30">
                  <c:v>5.900815794518933</c:v>
                </c:pt>
                <c:pt idx="31">
                  <c:v>6.0975096543362302</c:v>
                </c:pt>
                <c:pt idx="32">
                  <c:v>6.2942035141535282</c:v>
                </c:pt>
                <c:pt idx="33">
                  <c:v>6.4908973739708262</c:v>
                </c:pt>
                <c:pt idx="34">
                  <c:v>6.6875912337881234</c:v>
                </c:pt>
                <c:pt idx="35">
                  <c:v>6.8842850936054214</c:v>
                </c:pt>
                <c:pt idx="36">
                  <c:v>7.0809789534227194</c:v>
                </c:pt>
                <c:pt idx="37">
                  <c:v>7.2776728132400166</c:v>
                </c:pt>
                <c:pt idx="38">
                  <c:v>7.4743666730573146</c:v>
                </c:pt>
                <c:pt idx="39">
                  <c:v>7.6710605328746126</c:v>
                </c:pt>
                <c:pt idx="40">
                  <c:v>7.8677543926919107</c:v>
                </c:pt>
                <c:pt idx="41">
                  <c:v>8.0644482525092087</c:v>
                </c:pt>
                <c:pt idx="42">
                  <c:v>8.261142112326505</c:v>
                </c:pt>
                <c:pt idx="43">
                  <c:v>8.457835972143803</c:v>
                </c:pt>
                <c:pt idx="44">
                  <c:v>8.654529831961101</c:v>
                </c:pt>
                <c:pt idx="45">
                  <c:v>8.8512236917783991</c:v>
                </c:pt>
                <c:pt idx="46">
                  <c:v>9.0479175515956971</c:v>
                </c:pt>
                <c:pt idx="47">
                  <c:v>9.2446114114129951</c:v>
                </c:pt>
                <c:pt idx="48">
                  <c:v>9.4413052712302914</c:v>
                </c:pt>
                <c:pt idx="49">
                  <c:v>9.6379991310475894</c:v>
                </c:pt>
                <c:pt idx="50">
                  <c:v>9.8346929908648875</c:v>
                </c:pt>
                <c:pt idx="51">
                  <c:v>10.031386850682191</c:v>
                </c:pt>
                <c:pt idx="52">
                  <c:v>10.22808071049948</c:v>
                </c:pt>
                <c:pt idx="53">
                  <c:v>10.42477457031678</c:v>
                </c:pt>
                <c:pt idx="54">
                  <c:v>10.62146843013408</c:v>
                </c:pt>
                <c:pt idx="55">
                  <c:v>10.818162289951379</c:v>
                </c:pt>
                <c:pt idx="56">
                  <c:v>11.01485614976867</c:v>
                </c:pt>
                <c:pt idx="57">
                  <c:v>11.21155000958597</c:v>
                </c:pt>
                <c:pt idx="58">
                  <c:v>11.40824386940327</c:v>
                </c:pt>
                <c:pt idx="59">
                  <c:v>11.60493772922057</c:v>
                </c:pt>
                <c:pt idx="60">
                  <c:v>11.80163158903787</c:v>
                </c:pt>
                <c:pt idx="61">
                  <c:v>11.998325448855161</c:v>
                </c:pt>
                <c:pt idx="62">
                  <c:v>12.19501930867246</c:v>
                </c:pt>
                <c:pt idx="63">
                  <c:v>12.39171316848976</c:v>
                </c:pt>
                <c:pt idx="64">
                  <c:v>12.58840702830706</c:v>
                </c:pt>
                <c:pt idx="65">
                  <c:v>12.785100888124351</c:v>
                </c:pt>
                <c:pt idx="66">
                  <c:v>12.981794747941651</c:v>
                </c:pt>
                <c:pt idx="67">
                  <c:v>13.17848860775895</c:v>
                </c:pt>
                <c:pt idx="68">
                  <c:v>13.37518246757625</c:v>
                </c:pt>
                <c:pt idx="69">
                  <c:v>13.571876327393539</c:v>
                </c:pt>
                <c:pt idx="70">
                  <c:v>13.768570187210839</c:v>
                </c:pt>
                <c:pt idx="71">
                  <c:v>13.965264047028141</c:v>
                </c:pt>
                <c:pt idx="72">
                  <c:v>14.161957906845441</c:v>
                </c:pt>
                <c:pt idx="73">
                  <c:v>14.35865176666274</c:v>
                </c:pt>
                <c:pt idx="74">
                  <c:v>14.55534562648003</c:v>
                </c:pt>
                <c:pt idx="75">
                  <c:v>14.752039486297329</c:v>
                </c:pt>
                <c:pt idx="76">
                  <c:v>14.948733346114629</c:v>
                </c:pt>
                <c:pt idx="77">
                  <c:v>15.145427205931931</c:v>
                </c:pt>
                <c:pt idx="78">
                  <c:v>15.342121065749231</c:v>
                </c:pt>
                <c:pt idx="79">
                  <c:v>15.53881492556652</c:v>
                </c:pt>
                <c:pt idx="80">
                  <c:v>15.73550878538382</c:v>
                </c:pt>
                <c:pt idx="81">
                  <c:v>15.932202645201119</c:v>
                </c:pt>
                <c:pt idx="82">
                  <c:v>16.128896505018421</c:v>
                </c:pt>
                <c:pt idx="83">
                  <c:v>16.325590364835719</c:v>
                </c:pt>
                <c:pt idx="84">
                  <c:v>16.52228422465301</c:v>
                </c:pt>
                <c:pt idx="85">
                  <c:v>16.718978084470312</c:v>
                </c:pt>
                <c:pt idx="86">
                  <c:v>16.91567194428761</c:v>
                </c:pt>
                <c:pt idx="87">
                  <c:v>17.1123658041049</c:v>
                </c:pt>
                <c:pt idx="88">
                  <c:v>17.309059663922199</c:v>
                </c:pt>
                <c:pt idx="89">
                  <c:v>17.5057535237395</c:v>
                </c:pt>
                <c:pt idx="90">
                  <c:v>17.702447383556802</c:v>
                </c:pt>
                <c:pt idx="91">
                  <c:v>17.8991412433741</c:v>
                </c:pt>
                <c:pt idx="92">
                  <c:v>18.095835103191391</c:v>
                </c:pt>
                <c:pt idx="93">
                  <c:v>18.292528963008689</c:v>
                </c:pt>
                <c:pt idx="94">
                  <c:v>18.48922282282599</c:v>
                </c:pt>
                <c:pt idx="95">
                  <c:v>18.685916682643288</c:v>
                </c:pt>
                <c:pt idx="96">
                  <c:v>18.882610542460579</c:v>
                </c:pt>
                <c:pt idx="97">
                  <c:v>19.079304402277881</c:v>
                </c:pt>
                <c:pt idx="98">
                  <c:v>19.275998262095179</c:v>
                </c:pt>
                <c:pt idx="99">
                  <c:v>19.47269212191248</c:v>
                </c:pt>
                <c:pt idx="100">
                  <c:v>19.669385981729771</c:v>
                </c:pt>
                <c:pt idx="101">
                  <c:v>19.866079841547069</c:v>
                </c:pt>
                <c:pt idx="102">
                  <c:v>20.062773701364371</c:v>
                </c:pt>
                <c:pt idx="103">
                  <c:v>20.259467561181669</c:v>
                </c:pt>
                <c:pt idx="104">
                  <c:v>20.456161420998971</c:v>
                </c:pt>
                <c:pt idx="105">
                  <c:v>20.652855280816269</c:v>
                </c:pt>
                <c:pt idx="106">
                  <c:v>20.84954914063356</c:v>
                </c:pt>
                <c:pt idx="107">
                  <c:v>21.046243000450861</c:v>
                </c:pt>
                <c:pt idx="108">
                  <c:v>21.242936860268159</c:v>
                </c:pt>
                <c:pt idx="109">
                  <c:v>21.43963072008545</c:v>
                </c:pt>
                <c:pt idx="110">
                  <c:v>21.636324579902752</c:v>
                </c:pt>
                <c:pt idx="111">
                  <c:v>21.83301843972005</c:v>
                </c:pt>
                <c:pt idx="112">
                  <c:v>22.029712299537351</c:v>
                </c:pt>
                <c:pt idx="113">
                  <c:v>22.226406159354649</c:v>
                </c:pt>
                <c:pt idx="114">
                  <c:v>22.42310001917194</c:v>
                </c:pt>
                <c:pt idx="115">
                  <c:v>22.619793878989238</c:v>
                </c:pt>
                <c:pt idx="116">
                  <c:v>22.81648773880654</c:v>
                </c:pt>
                <c:pt idx="117">
                  <c:v>23.013181598623841</c:v>
                </c:pt>
                <c:pt idx="118">
                  <c:v>23.20987545844114</c:v>
                </c:pt>
                <c:pt idx="119">
                  <c:v>23.40656931825843</c:v>
                </c:pt>
                <c:pt idx="120">
                  <c:v>23.603263178075728</c:v>
                </c:pt>
                <c:pt idx="121">
                  <c:v>23.79995703789303</c:v>
                </c:pt>
                <c:pt idx="122">
                  <c:v>23.996650897710321</c:v>
                </c:pt>
                <c:pt idx="123">
                  <c:v>24.193344757527619</c:v>
                </c:pt>
                <c:pt idx="124">
                  <c:v>24.390038617344921</c:v>
                </c:pt>
                <c:pt idx="125">
                  <c:v>24.586732477162219</c:v>
                </c:pt>
                <c:pt idx="126">
                  <c:v>24.78342633697952</c:v>
                </c:pt>
                <c:pt idx="127">
                  <c:v>24.980120196796811</c:v>
                </c:pt>
                <c:pt idx="128">
                  <c:v>25.176814056614109</c:v>
                </c:pt>
                <c:pt idx="129">
                  <c:v>25.373507916431411</c:v>
                </c:pt>
                <c:pt idx="130">
                  <c:v>25.570201776248709</c:v>
                </c:pt>
                <c:pt idx="131">
                  <c:v>25.76689563606601</c:v>
                </c:pt>
                <c:pt idx="132">
                  <c:v>25.963589495883301</c:v>
                </c:pt>
                <c:pt idx="133">
                  <c:v>26.160283355700599</c:v>
                </c:pt>
                <c:pt idx="134">
                  <c:v>26.356977215517901</c:v>
                </c:pt>
                <c:pt idx="135">
                  <c:v>26.553671075335199</c:v>
                </c:pt>
                <c:pt idx="136">
                  <c:v>26.75036493515249</c:v>
                </c:pt>
                <c:pt idx="137">
                  <c:v>26.947058794969792</c:v>
                </c:pt>
                <c:pt idx="138">
                  <c:v>27.14375265478709</c:v>
                </c:pt>
                <c:pt idx="139">
                  <c:v>27.340446514604391</c:v>
                </c:pt>
                <c:pt idx="140">
                  <c:v>27.537140374421689</c:v>
                </c:pt>
                <c:pt idx="141">
                  <c:v>27.73383423423898</c:v>
                </c:pt>
                <c:pt idx="142">
                  <c:v>27.930528094056282</c:v>
                </c:pt>
                <c:pt idx="143">
                  <c:v>28.12722195387358</c:v>
                </c:pt>
                <c:pt idx="144">
                  <c:v>28.323915813690881</c:v>
                </c:pt>
                <c:pt idx="145">
                  <c:v>28.520609673508179</c:v>
                </c:pt>
                <c:pt idx="146">
                  <c:v>28.71730353332547</c:v>
                </c:pt>
                <c:pt idx="147">
                  <c:v>28.913997393142768</c:v>
                </c:pt>
                <c:pt idx="148">
                  <c:v>29.11069125296007</c:v>
                </c:pt>
                <c:pt idx="149">
                  <c:v>29.307385112777361</c:v>
                </c:pt>
                <c:pt idx="150">
                  <c:v>29.504078972594659</c:v>
                </c:pt>
                <c:pt idx="151">
                  <c:v>29.70077283241196</c:v>
                </c:pt>
                <c:pt idx="152">
                  <c:v>29.897466692229258</c:v>
                </c:pt>
                <c:pt idx="153">
                  <c:v>30.09416055204656</c:v>
                </c:pt>
                <c:pt idx="154">
                  <c:v>30.290854411863851</c:v>
                </c:pt>
                <c:pt idx="155">
                  <c:v>30.487548271681149</c:v>
                </c:pt>
                <c:pt idx="156">
                  <c:v>30.684242131498451</c:v>
                </c:pt>
                <c:pt idx="157">
                  <c:v>30.880935991315749</c:v>
                </c:pt>
                <c:pt idx="158">
                  <c:v>31.07762985113305</c:v>
                </c:pt>
                <c:pt idx="159">
                  <c:v>31.274323710950341</c:v>
                </c:pt>
                <c:pt idx="160">
                  <c:v>31.471017570767639</c:v>
                </c:pt>
                <c:pt idx="161">
                  <c:v>31.667711430584941</c:v>
                </c:pt>
                <c:pt idx="162">
                  <c:v>31.864405290402239</c:v>
                </c:pt>
                <c:pt idx="163">
                  <c:v>32.061099150219533</c:v>
                </c:pt>
                <c:pt idx="164">
                  <c:v>32.257793010036828</c:v>
                </c:pt>
                <c:pt idx="165">
                  <c:v>32.454486869854129</c:v>
                </c:pt>
                <c:pt idx="166">
                  <c:v>32.651180729671431</c:v>
                </c:pt>
                <c:pt idx="167">
                  <c:v>32.847874589488733</c:v>
                </c:pt>
                <c:pt idx="168">
                  <c:v>33.04456844930602</c:v>
                </c:pt>
                <c:pt idx="169">
                  <c:v>33.241262309123321</c:v>
                </c:pt>
                <c:pt idx="170">
                  <c:v>33.437956168940623</c:v>
                </c:pt>
                <c:pt idx="171">
                  <c:v>33.634650028757918</c:v>
                </c:pt>
                <c:pt idx="172">
                  <c:v>33.831343888575212</c:v>
                </c:pt>
                <c:pt idx="173">
                  <c:v>34.028037748392507</c:v>
                </c:pt>
                <c:pt idx="174">
                  <c:v>34.224731608209808</c:v>
                </c:pt>
                <c:pt idx="175">
                  <c:v>34.42142546802711</c:v>
                </c:pt>
                <c:pt idx="176">
                  <c:v>34.618119327844397</c:v>
                </c:pt>
                <c:pt idx="177">
                  <c:v>34.814813187661713</c:v>
                </c:pt>
                <c:pt idx="178">
                  <c:v>35.011507047479</c:v>
                </c:pt>
                <c:pt idx="179">
                  <c:v>35.208200907296302</c:v>
                </c:pt>
                <c:pt idx="180">
                  <c:v>35.404894767113603</c:v>
                </c:pt>
                <c:pt idx="181">
                  <c:v>35.601588626930891</c:v>
                </c:pt>
                <c:pt idx="182">
                  <c:v>35.798282486748192</c:v>
                </c:pt>
                <c:pt idx="183">
                  <c:v>35.994976346565487</c:v>
                </c:pt>
                <c:pt idx="184">
                  <c:v>36.191670206382788</c:v>
                </c:pt>
                <c:pt idx="185">
                  <c:v>36.388364066200083</c:v>
                </c:pt>
                <c:pt idx="186">
                  <c:v>36.585057926017377</c:v>
                </c:pt>
                <c:pt idx="187">
                  <c:v>36.781751785834679</c:v>
                </c:pt>
                <c:pt idx="188">
                  <c:v>36.978445645651981</c:v>
                </c:pt>
                <c:pt idx="189">
                  <c:v>37.175139505469282</c:v>
                </c:pt>
                <c:pt idx="190">
                  <c:v>37.371833365286577</c:v>
                </c:pt>
                <c:pt idx="191">
                  <c:v>37.568527225103871</c:v>
                </c:pt>
                <c:pt idx="192">
                  <c:v>37.765221084921173</c:v>
                </c:pt>
                <c:pt idx="193">
                  <c:v>37.961914944738467</c:v>
                </c:pt>
                <c:pt idx="194">
                  <c:v>38.158608804555762</c:v>
                </c:pt>
                <c:pt idx="195">
                  <c:v>38.355302664373063</c:v>
                </c:pt>
                <c:pt idx="196">
                  <c:v>38.551996524190358</c:v>
                </c:pt>
                <c:pt idx="197">
                  <c:v>38.748690384007659</c:v>
                </c:pt>
                <c:pt idx="198">
                  <c:v>38.945384243824947</c:v>
                </c:pt>
                <c:pt idx="199">
                  <c:v>39.142078103642262</c:v>
                </c:pt>
                <c:pt idx="200">
                  <c:v>39.33877196345955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1.453166337070391E-11</c:v>
                </c:pt>
                <c:pt idx="2">
                  <c:v>3.9890552115690767E-9</c:v>
                </c:pt>
                <c:pt idx="3">
                  <c:v>1.0649595521063889E-7</c:v>
                </c:pt>
                <c:pt idx="4">
                  <c:v>1.095026834937938E-6</c:v>
                </c:pt>
                <c:pt idx="5">
                  <c:v>6.6751959405152452E-6</c:v>
                </c:pt>
                <c:pt idx="6">
                  <c:v>2.9233965764965639E-5</c:v>
                </c:pt>
                <c:pt idx="7">
                  <c:v>1.01906897149361E-4</c:v>
                </c:pt>
                <c:pt idx="8">
                  <c:v>3.0059273165150552E-4</c:v>
                </c:pt>
                <c:pt idx="9">
                  <c:v>7.804557379072068E-4</c:v>
                </c:pt>
                <c:pt idx="10">
                  <c:v>1.832367610776829E-3</c:v>
                </c:pt>
                <c:pt idx="11">
                  <c:v>3.9656584758945889E-3</c:v>
                </c:pt>
                <c:pt idx="12">
                  <c:v>8.0244560999567331E-3</c:v>
                </c:pt>
                <c:pt idx="13">
                  <c:v>1.5345764645381E-2</c:v>
                </c:pt>
                <c:pt idx="14">
                  <c:v>2.796821294313389E-2</c:v>
                </c:pt>
                <c:pt idx="15">
                  <c:v>4.8900983660520411E-2</c:v>
                </c:pt>
                <c:pt idx="16">
                  <c:v>8.2462637702478372E-2</c:v>
                </c:pt>
                <c:pt idx="17">
                  <c:v>0.13469907088168639</c:v>
                </c:pt>
                <c:pt idx="18">
                  <c:v>0.21388820238618039</c:v>
                </c:pt>
                <c:pt idx="19">
                  <c:v>0.33113546826825491</c:v>
                </c:pt>
                <c:pt idx="20">
                  <c:v>0.5010577257789951</c:v>
                </c:pt>
                <c:pt idx="21">
                  <c:v>0.74254233298416639</c:v>
                </c:pt>
                <c:pt idx="22">
                  <c:v>1.0795511481541991</c:v>
                </c:pt>
                <c:pt idx="23">
                  <c:v>1.5419139806716951</c:v>
                </c:pt>
                <c:pt idx="24">
                  <c:v>2.1660208514416528</c:v>
                </c:pt>
                <c:pt idx="25">
                  <c:v>2.9952767077860019</c:v>
                </c:pt>
                <c:pt idx="26">
                  <c:v>4.0801282353606672</c:v>
                </c:pt>
                <c:pt idx="27">
                  <c:v>5.4774176115173248</c:v>
                </c:pt>
                <c:pt idx="28">
                  <c:v>7.2487780598810012</c:v>
                </c:pt>
                <c:pt idx="29">
                  <c:v>9.4577867718174193</c:v>
                </c:pt>
                <c:pt idx="30">
                  <c:v>12.16566726639364</c:v>
                </c:pt>
                <c:pt idx="31">
                  <c:v>15.42552201140348</c:v>
                </c:pt>
                <c:pt idx="32">
                  <c:v>19.27539684907789</c:v>
                </c:pt>
                <c:pt idx="33">
                  <c:v>23.730907230475811</c:v>
                </c:pt>
                <c:pt idx="34">
                  <c:v>28.77859841614535</c:v>
                </c:pt>
                <c:pt idx="35">
                  <c:v>34.37150140679379</c:v>
                </c:pt>
                <c:pt idx="36">
                  <c:v>40.428290534427703</c:v>
                </c:pt>
                <c:pt idx="37">
                  <c:v>46.83692459748265</c:v>
                </c:pt>
                <c:pt idx="38">
                  <c:v>53.462715088611183</c:v>
                </c:pt>
                <c:pt idx="39">
                  <c:v>60.159680877641627</c:v>
                </c:pt>
                <c:pt idx="40">
                  <c:v>66.783211011654998</c:v>
                </c:pt>
                <c:pt idx="41">
                  <c:v>73.201790683072815</c:v>
                </c:pt>
                <c:pt idx="42">
                  <c:v>79.305932645553824</c:v>
                </c:pt>
                <c:pt idx="43">
                  <c:v>85.013302907872387</c:v>
                </c:pt>
                <c:pt idx="44">
                  <c:v>90.269986349591775</c:v>
                </c:pt>
                <c:pt idx="45">
                  <c:v>95.048587022395296</c:v>
                </c:pt>
                <c:pt idx="46">
                  <c:v>99.344239559624199</c:v>
                </c:pt>
                <c:pt idx="47">
                  <c:v>103.1696355122057</c:v>
                </c:pt>
                <c:pt idx="48">
                  <c:v>106.5499606724868</c:v>
                </c:pt>
                <c:pt idx="49">
                  <c:v>109.5183372954897</c:v>
                </c:pt>
                <c:pt idx="50">
                  <c:v>112.11207526062211</c:v>
                </c:pt>
                <c:pt idx="51">
                  <c:v>114.36981416738131</c:v>
                </c:pt>
                <c:pt idx="52">
                  <c:v>116.32949733983089</c:v>
                </c:pt>
                <c:pt idx="53">
                  <c:v>118.0270473528262</c:v>
                </c:pt>
                <c:pt idx="54">
                  <c:v>119.49559060083109</c:v>
                </c:pt>
                <c:pt idx="55">
                  <c:v>120.76508577065449</c:v>
                </c:pt>
                <c:pt idx="56">
                  <c:v>121.8622326620943</c:v>
                </c:pt>
                <c:pt idx="57">
                  <c:v>122.8105637323693</c:v>
                </c:pt>
                <c:pt idx="58">
                  <c:v>123.6306454879911</c:v>
                </c:pt>
                <c:pt idx="59">
                  <c:v>124.340337889879</c:v>
                </c:pt>
                <c:pt idx="60">
                  <c:v>124.9550765701656</c:v>
                </c:pt>
                <c:pt idx="61">
                  <c:v>125.48815513125631</c:v>
                </c:pt>
                <c:pt idx="62">
                  <c:v>125.9509937628137</c:v>
                </c:pt>
                <c:pt idx="63">
                  <c:v>126.3533866192119</c:v>
                </c:pt>
                <c:pt idx="64">
                  <c:v>126.7037245404368</c:v>
                </c:pt>
                <c:pt idx="65">
                  <c:v>127.00919234877171</c:v>
                </c:pt>
                <c:pt idx="66">
                  <c:v>127.2759415607582</c:v>
                </c:pt>
                <c:pt idx="67">
                  <c:v>127.50924025383151</c:v>
                </c:pt>
                <c:pt idx="68">
                  <c:v>127.7136022614521</c:v>
                </c:pt>
                <c:pt idx="69">
                  <c:v>127.8928980092395</c:v>
                </c:pt>
                <c:pt idx="70">
                  <c:v>128.05044926384301</c:v>
                </c:pt>
                <c:pt idx="71">
                  <c:v>128.1891099238554</c:v>
                </c:pt>
                <c:pt idx="72">
                  <c:v>128.31133478868199</c:v>
                </c:pt>
                <c:pt idx="73">
                  <c:v>128.41923802898529</c:v>
                </c:pt>
                <c:pt idx="74">
                  <c:v>128.51464287056919</c:v>
                </c:pt>
                <c:pt idx="75">
                  <c:v>128.5991238034662</c:v>
                </c:pt>
                <c:pt idx="76">
                  <c:v>128.67404244524681</c:v>
                </c:pt>
                <c:pt idx="77">
                  <c:v>128.74057802447791</c:v>
                </c:pt>
                <c:pt idx="78">
                  <c:v>128.79975330706731</c:v>
                </c:pt>
                <c:pt idx="79">
                  <c:v>128.85245666397711</c:v>
                </c:pt>
                <c:pt idx="80">
                  <c:v>128.89946087191319</c:v>
                </c:pt>
                <c:pt idx="81">
                  <c:v>128.94143914725649</c:v>
                </c:pt>
                <c:pt idx="82">
                  <c:v>128.97897883581899</c:v>
                </c:pt>
                <c:pt idx="83">
                  <c:v>129.01259311517219</c:v>
                </c:pt>
                <c:pt idx="84">
                  <c:v>129.04273101065229</c:v>
                </c:pt>
                <c:pt idx="85">
                  <c:v>129.069785979199</c:v>
                </c:pt>
                <c:pt idx="86">
                  <c:v>129.0941032756285</c:v>
                </c:pt>
                <c:pt idx="87">
                  <c:v>129.1159862826344</c:v>
                </c:pt>
                <c:pt idx="88">
                  <c:v>129.1357019577807</c:v>
                </c:pt>
                <c:pt idx="89">
                  <c:v>129.1534855271594</c:v>
                </c:pt>
                <c:pt idx="90">
                  <c:v>129.1695445355287</c:v>
                </c:pt>
                <c:pt idx="91">
                  <c:v>129.18406234602571</c:v>
                </c:pt>
                <c:pt idx="92">
                  <c:v>129.19720116846059</c:v>
                </c:pt>
                <c:pt idx="93">
                  <c:v>129.20910468331709</c:v>
                </c:pt>
                <c:pt idx="94">
                  <c:v>129.21990031856191</c:v>
                </c:pt>
                <c:pt idx="95">
                  <c:v>129.2297012278969</c:v>
                </c:pt>
                <c:pt idx="96">
                  <c:v>129.2386080119262</c:v>
                </c:pt>
                <c:pt idx="97">
                  <c:v>129.24671021765559</c:v>
                </c:pt>
                <c:pt idx="98">
                  <c:v>129.25408764659889</c:v>
                </c:pt>
                <c:pt idx="99">
                  <c:v>129.26081149741429</c:v>
                </c:pt>
                <c:pt idx="100">
                  <c:v>129.26694536529169</c:v>
                </c:pt>
                <c:pt idx="101">
                  <c:v>129.2725461171629</c:v>
                </c:pt>
                <c:pt idx="102">
                  <c:v>129.27766465912779</c:v>
                </c:pt>
                <c:pt idx="103">
                  <c:v>129.28234661020551</c:v>
                </c:pt>
                <c:pt idx="104">
                  <c:v>129.2866328945658</c:v>
                </c:pt>
                <c:pt idx="105">
                  <c:v>129.2905602627325</c:v>
                </c:pt>
                <c:pt idx="106">
                  <c:v>129.2941617508196</c:v>
                </c:pt>
                <c:pt idx="107">
                  <c:v>129.2974670856415</c:v>
                </c:pt>
                <c:pt idx="108">
                  <c:v>129.30050304248601</c:v>
                </c:pt>
                <c:pt idx="109">
                  <c:v>129.30329376144039</c:v>
                </c:pt>
                <c:pt idx="110">
                  <c:v>129.3058610273826</c:v>
                </c:pt>
                <c:pt idx="111">
                  <c:v>129.3082245180837</c:v>
                </c:pt>
                <c:pt idx="112">
                  <c:v>129.31040202428929</c:v>
                </c:pt>
                <c:pt idx="113">
                  <c:v>129.3124096451541</c:v>
                </c:pt>
                <c:pt idx="114">
                  <c:v>129.31426196196969</c:v>
                </c:pt>
                <c:pt idx="115">
                  <c:v>129.31597219275511</c:v>
                </c:pt>
                <c:pt idx="116">
                  <c:v>129.3175523299588</c:v>
                </c:pt>
                <c:pt idx="117">
                  <c:v>129.31901326323819</c:v>
                </c:pt>
                <c:pt idx="118">
                  <c:v>129.3203648890414</c:v>
                </c:pt>
                <c:pt idx="119">
                  <c:v>129.32161620850459</c:v>
                </c:pt>
                <c:pt idx="120">
                  <c:v>129.32277541499349</c:v>
                </c:pt>
                <c:pt idx="121">
                  <c:v>129.32384997245751</c:v>
                </c:pt>
                <c:pt idx="122">
                  <c:v>129.32484668562529</c:v>
                </c:pt>
                <c:pt idx="123">
                  <c:v>129.3257717629493</c:v>
                </c:pt>
                <c:pt idx="124">
                  <c:v>129.32663087309629</c:v>
                </c:pt>
                <c:pt idx="125">
                  <c:v>129.32742919569239</c:v>
                </c:pt>
                <c:pt idx="126">
                  <c:v>129.32817146694509</c:v>
                </c:pt>
                <c:pt idx="127">
                  <c:v>129.32886202069469</c:v>
                </c:pt>
                <c:pt idx="128">
                  <c:v>129.32950482538419</c:v>
                </c:pt>
                <c:pt idx="129">
                  <c:v>129.33010351738011</c:v>
                </c:pt>
                <c:pt idx="130">
                  <c:v>129.33066143103031</c:v>
                </c:pt>
                <c:pt idx="131">
                  <c:v>129.33118162579791</c:v>
                </c:pt>
                <c:pt idx="132">
                  <c:v>129.33166691077781</c:v>
                </c:pt>
                <c:pt idx="133">
                  <c:v>129.33211986686231</c:v>
                </c:pt>
                <c:pt idx="134">
                  <c:v>129.3325428667992</c:v>
                </c:pt>
                <c:pt idx="135">
                  <c:v>129.3329380933553</c:v>
                </c:pt>
                <c:pt idx="136">
                  <c:v>129.3333075557764</c:v>
                </c:pt>
                <c:pt idx="137">
                  <c:v>129.33365310471461</c:v>
                </c:pt>
                <c:pt idx="138">
                  <c:v>129.3339764457759</c:v>
                </c:pt>
                <c:pt idx="139">
                  <c:v>129.33427915182341</c:v>
                </c:pt>
                <c:pt idx="140">
                  <c:v>129.33456267415909</c:v>
                </c:pt>
                <c:pt idx="141">
                  <c:v>129.33482835269319</c:v>
                </c:pt>
                <c:pt idx="142">
                  <c:v>129.33507742519851</c:v>
                </c:pt>
                <c:pt idx="143">
                  <c:v>129.3353110357389</c:v>
                </c:pt>
                <c:pt idx="144">
                  <c:v>129.33553024234911</c:v>
                </c:pt>
                <c:pt idx="145">
                  <c:v>129.33573602403879</c:v>
                </c:pt>
                <c:pt idx="146">
                  <c:v>129.33592928718261</c:v>
                </c:pt>
                <c:pt idx="147">
                  <c:v>129.33611087135529</c:v>
                </c:pt>
                <c:pt idx="148">
                  <c:v>129.33628155466241</c:v>
                </c:pt>
                <c:pt idx="149">
                  <c:v>129.3364420586133</c:v>
                </c:pt>
                <c:pt idx="150">
                  <c:v>129.33659305257919</c:v>
                </c:pt>
                <c:pt idx="151">
                  <c:v>129.33673515787331</c:v>
                </c:pt>
                <c:pt idx="152">
                  <c:v>129.3368689514875</c:v>
                </c:pt>
                <c:pt idx="153">
                  <c:v>129.33699496951621</c:v>
                </c:pt>
                <c:pt idx="154">
                  <c:v>129.33711371029679</c:v>
                </c:pt>
                <c:pt idx="155">
                  <c:v>129.33722563728909</c:v>
                </c:pt>
                <c:pt idx="156">
                  <c:v>129.33733118171989</c:v>
                </c:pt>
                <c:pt idx="157">
                  <c:v>129.33743074501109</c:v>
                </c:pt>
                <c:pt idx="158">
                  <c:v>129.33752470101149</c:v>
                </c:pt>
                <c:pt idx="159">
                  <c:v>129.33761339804821</c:v>
                </c:pt>
                <c:pt idx="160">
                  <c:v>129.3376971608144</c:v>
                </c:pt>
                <c:pt idx="161">
                  <c:v>129.3377762921065</c:v>
                </c:pt>
                <c:pt idx="162">
                  <c:v>129.33785107442429</c:v>
                </c:pt>
                <c:pt idx="163">
                  <c:v>129.3379217714446</c:v>
                </c:pt>
                <c:pt idx="164">
                  <c:v>129.33798862938059</c:v>
                </c:pt>
                <c:pt idx="165">
                  <c:v>129.33805187823481</c:v>
                </c:pt>
                <c:pt idx="166">
                  <c:v>129.33811173295601</c:v>
                </c:pt>
                <c:pt idx="167">
                  <c:v>129.3381683945064</c:v>
                </c:pt>
                <c:pt idx="168">
                  <c:v>129.3382220508484</c:v>
                </c:pt>
                <c:pt idx="169">
                  <c:v>129.3382728778557</c:v>
                </c:pt>
                <c:pt idx="170">
                  <c:v>129.33832104015559</c:v>
                </c:pt>
                <c:pt idx="171">
                  <c:v>129.33836669190919</c:v>
                </c:pt>
                <c:pt idx="172">
                  <c:v>129.33840997753171</c:v>
                </c:pt>
                <c:pt idx="173">
                  <c:v>129.33845103236069</c:v>
                </c:pt>
                <c:pt idx="174">
                  <c:v>129.3384899832746</c:v>
                </c:pt>
                <c:pt idx="175">
                  <c:v>129.3385269492658</c:v>
                </c:pt>
                <c:pt idx="176">
                  <c:v>129.3385620419717</c:v>
                </c:pt>
                <c:pt idx="177">
                  <c:v>129.33859536616771</c:v>
                </c:pt>
                <c:pt idx="178">
                  <c:v>129.33862702022469</c:v>
                </c:pt>
                <c:pt idx="179">
                  <c:v>129.3386570965329</c:v>
                </c:pt>
                <c:pt idx="180">
                  <c:v>129.33868568189649</c:v>
                </c:pt>
                <c:pt idx="181">
                  <c:v>129.33871285789979</c:v>
                </c:pt>
                <c:pt idx="182">
                  <c:v>129.33873870124711</c:v>
                </c:pt>
                <c:pt idx="183">
                  <c:v>129.33876328407979</c:v>
                </c:pt>
                <c:pt idx="184">
                  <c:v>129.3387866742701</c:v>
                </c:pt>
                <c:pt idx="185">
                  <c:v>129.3388089356954</c:v>
                </c:pt>
                <c:pt idx="186">
                  <c:v>129.33883012849299</c:v>
                </c:pt>
                <c:pt idx="187">
                  <c:v>129.3388503092977</c:v>
                </c:pt>
                <c:pt idx="188">
                  <c:v>129.33886953146271</c:v>
                </c:pt>
                <c:pt idx="189">
                  <c:v>129.33888784526621</c:v>
                </c:pt>
                <c:pt idx="190">
                  <c:v>129.33890529810341</c:v>
                </c:pt>
                <c:pt idx="191">
                  <c:v>129.33892193466579</c:v>
                </c:pt>
                <c:pt idx="192">
                  <c:v>129.33893779710829</c:v>
                </c:pt>
                <c:pt idx="193">
                  <c:v>129.33895292520549</c:v>
                </c:pt>
                <c:pt idx="194">
                  <c:v>129.33896735649759</c:v>
                </c:pt>
                <c:pt idx="195">
                  <c:v>129.33898112642629</c:v>
                </c:pt>
                <c:pt idx="196">
                  <c:v>129.3389942684621</c:v>
                </c:pt>
                <c:pt idx="197">
                  <c:v>129.3390068142233</c:v>
                </c:pt>
                <c:pt idx="198">
                  <c:v>129.339018793587</c:v>
                </c:pt>
                <c:pt idx="199">
                  <c:v>129.33903023479331</c:v>
                </c:pt>
                <c:pt idx="200">
                  <c:v>129.33904116454241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FB-4FFF-9925-8616DD81D5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0.19669385981729781</c:v>
                </c:pt>
                <c:pt idx="2">
                  <c:v>0.39338771963459551</c:v>
                </c:pt>
                <c:pt idx="3">
                  <c:v>0.59008157945189321</c:v>
                </c:pt>
                <c:pt idx="4">
                  <c:v>0.78677543926919102</c:v>
                </c:pt>
                <c:pt idx="5">
                  <c:v>0.98346929908648884</c:v>
                </c:pt>
                <c:pt idx="6">
                  <c:v>1.180163158903786</c:v>
                </c:pt>
                <c:pt idx="7">
                  <c:v>1.376857018721084</c:v>
                </c:pt>
                <c:pt idx="8">
                  <c:v>1.573550878538382</c:v>
                </c:pt>
                <c:pt idx="9">
                  <c:v>1.7702447383556801</c:v>
                </c:pt>
                <c:pt idx="10">
                  <c:v>1.9669385981729779</c:v>
                </c:pt>
                <c:pt idx="11">
                  <c:v>2.1636324579902748</c:v>
                </c:pt>
                <c:pt idx="12">
                  <c:v>2.3603263178075728</c:v>
                </c:pt>
                <c:pt idx="13">
                  <c:v>2.5570201776248709</c:v>
                </c:pt>
                <c:pt idx="14">
                  <c:v>2.753714037442168</c:v>
                </c:pt>
                <c:pt idx="15">
                  <c:v>2.9504078972594669</c:v>
                </c:pt>
                <c:pt idx="16">
                  <c:v>3.1471017570767641</c:v>
                </c:pt>
                <c:pt idx="17">
                  <c:v>3.3437956168940621</c:v>
                </c:pt>
                <c:pt idx="18">
                  <c:v>3.5404894767113602</c:v>
                </c:pt>
                <c:pt idx="19">
                  <c:v>3.7371833365286569</c:v>
                </c:pt>
                <c:pt idx="20">
                  <c:v>3.9338771963459549</c:v>
                </c:pt>
                <c:pt idx="21">
                  <c:v>4.1305710561632516</c:v>
                </c:pt>
                <c:pt idx="22">
                  <c:v>4.3272649159805514</c:v>
                </c:pt>
                <c:pt idx="23">
                  <c:v>4.5239587757978494</c:v>
                </c:pt>
                <c:pt idx="24">
                  <c:v>4.7206526356151457</c:v>
                </c:pt>
                <c:pt idx="25">
                  <c:v>4.9173464954324437</c:v>
                </c:pt>
                <c:pt idx="26">
                  <c:v>5.1140403552497418</c:v>
                </c:pt>
                <c:pt idx="27">
                  <c:v>5.3107342150670398</c:v>
                </c:pt>
                <c:pt idx="28">
                  <c:v>5.5074280748843369</c:v>
                </c:pt>
                <c:pt idx="29">
                  <c:v>5.704121934701635</c:v>
                </c:pt>
                <c:pt idx="30">
                  <c:v>5.900815794518933</c:v>
                </c:pt>
                <c:pt idx="31">
                  <c:v>6.0975096543362302</c:v>
                </c:pt>
                <c:pt idx="32">
                  <c:v>6.2942035141535282</c:v>
                </c:pt>
                <c:pt idx="33">
                  <c:v>6.4908973739708262</c:v>
                </c:pt>
                <c:pt idx="34">
                  <c:v>6.6875912337881234</c:v>
                </c:pt>
                <c:pt idx="35">
                  <c:v>6.8842850936054214</c:v>
                </c:pt>
                <c:pt idx="36">
                  <c:v>7.0809789534227194</c:v>
                </c:pt>
                <c:pt idx="37">
                  <c:v>7.2776728132400166</c:v>
                </c:pt>
                <c:pt idx="38">
                  <c:v>7.4743666730573146</c:v>
                </c:pt>
                <c:pt idx="39">
                  <c:v>7.6710605328746126</c:v>
                </c:pt>
                <c:pt idx="40">
                  <c:v>7.8677543926919107</c:v>
                </c:pt>
                <c:pt idx="41">
                  <c:v>8.0644482525092087</c:v>
                </c:pt>
                <c:pt idx="42">
                  <c:v>8.261142112326505</c:v>
                </c:pt>
                <c:pt idx="43">
                  <c:v>8.457835972143803</c:v>
                </c:pt>
                <c:pt idx="44">
                  <c:v>8.654529831961101</c:v>
                </c:pt>
                <c:pt idx="45">
                  <c:v>8.8512236917783991</c:v>
                </c:pt>
                <c:pt idx="46">
                  <c:v>9.0479175515956971</c:v>
                </c:pt>
                <c:pt idx="47">
                  <c:v>9.2446114114129951</c:v>
                </c:pt>
                <c:pt idx="48">
                  <c:v>9.4413052712302914</c:v>
                </c:pt>
                <c:pt idx="49">
                  <c:v>9.6379991310475894</c:v>
                </c:pt>
                <c:pt idx="50">
                  <c:v>9.8346929908648875</c:v>
                </c:pt>
                <c:pt idx="51">
                  <c:v>10.031386850682191</c:v>
                </c:pt>
                <c:pt idx="52">
                  <c:v>10.22808071049948</c:v>
                </c:pt>
                <c:pt idx="53">
                  <c:v>10.42477457031678</c:v>
                </c:pt>
                <c:pt idx="54">
                  <c:v>10.62146843013408</c:v>
                </c:pt>
                <c:pt idx="55">
                  <c:v>10.818162289951379</c:v>
                </c:pt>
                <c:pt idx="56">
                  <c:v>11.01485614976867</c:v>
                </c:pt>
                <c:pt idx="57">
                  <c:v>11.21155000958597</c:v>
                </c:pt>
                <c:pt idx="58">
                  <c:v>11.40824386940327</c:v>
                </c:pt>
                <c:pt idx="59">
                  <c:v>11.60493772922057</c:v>
                </c:pt>
                <c:pt idx="60">
                  <c:v>11.80163158903787</c:v>
                </c:pt>
                <c:pt idx="61">
                  <c:v>11.998325448855161</c:v>
                </c:pt>
                <c:pt idx="62">
                  <c:v>12.19501930867246</c:v>
                </c:pt>
                <c:pt idx="63">
                  <c:v>12.39171316848976</c:v>
                </c:pt>
                <c:pt idx="64">
                  <c:v>12.58840702830706</c:v>
                </c:pt>
                <c:pt idx="65">
                  <c:v>12.785100888124351</c:v>
                </c:pt>
                <c:pt idx="66">
                  <c:v>12.981794747941651</c:v>
                </c:pt>
                <c:pt idx="67">
                  <c:v>13.17848860775895</c:v>
                </c:pt>
                <c:pt idx="68">
                  <c:v>13.37518246757625</c:v>
                </c:pt>
                <c:pt idx="69">
                  <c:v>13.571876327393539</c:v>
                </c:pt>
                <c:pt idx="70">
                  <c:v>13.768570187210839</c:v>
                </c:pt>
                <c:pt idx="71">
                  <c:v>13.965264047028141</c:v>
                </c:pt>
                <c:pt idx="72">
                  <c:v>14.161957906845441</c:v>
                </c:pt>
                <c:pt idx="73">
                  <c:v>14.35865176666274</c:v>
                </c:pt>
                <c:pt idx="74">
                  <c:v>14.55534562648003</c:v>
                </c:pt>
                <c:pt idx="75">
                  <c:v>14.752039486297329</c:v>
                </c:pt>
                <c:pt idx="76">
                  <c:v>14.948733346114629</c:v>
                </c:pt>
                <c:pt idx="77">
                  <c:v>15.145427205931931</c:v>
                </c:pt>
                <c:pt idx="78">
                  <c:v>15.342121065749231</c:v>
                </c:pt>
                <c:pt idx="79">
                  <c:v>15.53881492556652</c:v>
                </c:pt>
                <c:pt idx="80">
                  <c:v>15.73550878538382</c:v>
                </c:pt>
                <c:pt idx="81">
                  <c:v>15.932202645201119</c:v>
                </c:pt>
                <c:pt idx="82">
                  <c:v>16.128896505018421</c:v>
                </c:pt>
                <c:pt idx="83">
                  <c:v>16.325590364835719</c:v>
                </c:pt>
                <c:pt idx="84">
                  <c:v>16.52228422465301</c:v>
                </c:pt>
                <c:pt idx="85">
                  <c:v>16.718978084470312</c:v>
                </c:pt>
                <c:pt idx="86">
                  <c:v>16.91567194428761</c:v>
                </c:pt>
                <c:pt idx="87">
                  <c:v>17.1123658041049</c:v>
                </c:pt>
                <c:pt idx="88">
                  <c:v>17.309059663922199</c:v>
                </c:pt>
                <c:pt idx="89">
                  <c:v>17.5057535237395</c:v>
                </c:pt>
                <c:pt idx="90">
                  <c:v>17.702447383556802</c:v>
                </c:pt>
                <c:pt idx="91">
                  <c:v>17.8991412433741</c:v>
                </c:pt>
                <c:pt idx="92">
                  <c:v>18.095835103191391</c:v>
                </c:pt>
                <c:pt idx="93">
                  <c:v>18.292528963008689</c:v>
                </c:pt>
                <c:pt idx="94">
                  <c:v>18.48922282282599</c:v>
                </c:pt>
                <c:pt idx="95">
                  <c:v>18.685916682643288</c:v>
                </c:pt>
                <c:pt idx="96">
                  <c:v>18.882610542460579</c:v>
                </c:pt>
                <c:pt idx="97">
                  <c:v>19.079304402277881</c:v>
                </c:pt>
                <c:pt idx="98">
                  <c:v>19.275998262095179</c:v>
                </c:pt>
                <c:pt idx="99">
                  <c:v>19.47269212191248</c:v>
                </c:pt>
                <c:pt idx="100">
                  <c:v>19.669385981729771</c:v>
                </c:pt>
                <c:pt idx="101">
                  <c:v>19.866079841547069</c:v>
                </c:pt>
                <c:pt idx="102">
                  <c:v>20.062773701364371</c:v>
                </c:pt>
                <c:pt idx="103">
                  <c:v>20.259467561181669</c:v>
                </c:pt>
                <c:pt idx="104">
                  <c:v>20.456161420998971</c:v>
                </c:pt>
                <c:pt idx="105">
                  <c:v>20.652855280816269</c:v>
                </c:pt>
                <c:pt idx="106">
                  <c:v>20.84954914063356</c:v>
                </c:pt>
                <c:pt idx="107">
                  <c:v>21.046243000450861</c:v>
                </c:pt>
                <c:pt idx="108">
                  <c:v>21.242936860268159</c:v>
                </c:pt>
                <c:pt idx="109">
                  <c:v>21.43963072008545</c:v>
                </c:pt>
                <c:pt idx="110">
                  <c:v>21.636324579902752</c:v>
                </c:pt>
                <c:pt idx="111">
                  <c:v>21.83301843972005</c:v>
                </c:pt>
                <c:pt idx="112">
                  <c:v>22.029712299537351</c:v>
                </c:pt>
                <c:pt idx="113">
                  <c:v>22.226406159354649</c:v>
                </c:pt>
                <c:pt idx="114">
                  <c:v>22.42310001917194</c:v>
                </c:pt>
                <c:pt idx="115">
                  <c:v>22.619793878989238</c:v>
                </c:pt>
                <c:pt idx="116">
                  <c:v>22.81648773880654</c:v>
                </c:pt>
                <c:pt idx="117">
                  <c:v>23.013181598623841</c:v>
                </c:pt>
                <c:pt idx="118">
                  <c:v>23.20987545844114</c:v>
                </c:pt>
                <c:pt idx="119">
                  <c:v>23.40656931825843</c:v>
                </c:pt>
                <c:pt idx="120">
                  <c:v>23.603263178075728</c:v>
                </c:pt>
                <c:pt idx="121">
                  <c:v>23.79995703789303</c:v>
                </c:pt>
                <c:pt idx="122">
                  <c:v>23.996650897710321</c:v>
                </c:pt>
                <c:pt idx="123">
                  <c:v>24.193344757527619</c:v>
                </c:pt>
                <c:pt idx="124">
                  <c:v>24.390038617344921</c:v>
                </c:pt>
                <c:pt idx="125">
                  <c:v>24.586732477162219</c:v>
                </c:pt>
                <c:pt idx="126">
                  <c:v>24.78342633697952</c:v>
                </c:pt>
                <c:pt idx="127">
                  <c:v>24.980120196796811</c:v>
                </c:pt>
                <c:pt idx="128">
                  <c:v>25.176814056614109</c:v>
                </c:pt>
                <c:pt idx="129">
                  <c:v>25.373507916431411</c:v>
                </c:pt>
                <c:pt idx="130">
                  <c:v>25.570201776248709</c:v>
                </c:pt>
                <c:pt idx="131">
                  <c:v>25.76689563606601</c:v>
                </c:pt>
                <c:pt idx="132">
                  <c:v>25.963589495883301</c:v>
                </c:pt>
                <c:pt idx="133">
                  <c:v>26.160283355700599</c:v>
                </c:pt>
                <c:pt idx="134">
                  <c:v>26.356977215517901</c:v>
                </c:pt>
                <c:pt idx="135">
                  <c:v>26.553671075335199</c:v>
                </c:pt>
                <c:pt idx="136">
                  <c:v>26.75036493515249</c:v>
                </c:pt>
                <c:pt idx="137">
                  <c:v>26.947058794969792</c:v>
                </c:pt>
                <c:pt idx="138">
                  <c:v>27.14375265478709</c:v>
                </c:pt>
                <c:pt idx="139">
                  <c:v>27.340446514604391</c:v>
                </c:pt>
                <c:pt idx="140">
                  <c:v>27.537140374421689</c:v>
                </c:pt>
                <c:pt idx="141">
                  <c:v>27.73383423423898</c:v>
                </c:pt>
                <c:pt idx="142">
                  <c:v>27.930528094056282</c:v>
                </c:pt>
                <c:pt idx="143">
                  <c:v>28.12722195387358</c:v>
                </c:pt>
                <c:pt idx="144">
                  <c:v>28.323915813690881</c:v>
                </c:pt>
                <c:pt idx="145">
                  <c:v>28.520609673508179</c:v>
                </c:pt>
                <c:pt idx="146">
                  <c:v>28.71730353332547</c:v>
                </c:pt>
                <c:pt idx="147">
                  <c:v>28.913997393142768</c:v>
                </c:pt>
                <c:pt idx="148">
                  <c:v>29.11069125296007</c:v>
                </c:pt>
                <c:pt idx="149">
                  <c:v>29.307385112777361</c:v>
                </c:pt>
                <c:pt idx="150">
                  <c:v>29.504078972594659</c:v>
                </c:pt>
                <c:pt idx="151">
                  <c:v>29.70077283241196</c:v>
                </c:pt>
                <c:pt idx="152">
                  <c:v>29.897466692229258</c:v>
                </c:pt>
                <c:pt idx="153">
                  <c:v>30.09416055204656</c:v>
                </c:pt>
                <c:pt idx="154">
                  <c:v>30.290854411863851</c:v>
                </c:pt>
                <c:pt idx="155">
                  <c:v>30.487548271681149</c:v>
                </c:pt>
                <c:pt idx="156">
                  <c:v>30.684242131498451</c:v>
                </c:pt>
                <c:pt idx="157">
                  <c:v>30.880935991315749</c:v>
                </c:pt>
                <c:pt idx="158">
                  <c:v>31.07762985113305</c:v>
                </c:pt>
                <c:pt idx="159">
                  <c:v>31.274323710950341</c:v>
                </c:pt>
                <c:pt idx="160">
                  <c:v>31.471017570767639</c:v>
                </c:pt>
                <c:pt idx="161">
                  <c:v>31.667711430584941</c:v>
                </c:pt>
                <c:pt idx="162">
                  <c:v>31.864405290402239</c:v>
                </c:pt>
                <c:pt idx="163">
                  <c:v>32.061099150219533</c:v>
                </c:pt>
                <c:pt idx="164">
                  <c:v>32.257793010036828</c:v>
                </c:pt>
                <c:pt idx="165">
                  <c:v>32.454486869854129</c:v>
                </c:pt>
                <c:pt idx="166">
                  <c:v>32.651180729671431</c:v>
                </c:pt>
                <c:pt idx="167">
                  <c:v>32.847874589488733</c:v>
                </c:pt>
                <c:pt idx="168">
                  <c:v>33.04456844930602</c:v>
                </c:pt>
                <c:pt idx="169">
                  <c:v>33.241262309123321</c:v>
                </c:pt>
                <c:pt idx="170">
                  <c:v>33.437956168940623</c:v>
                </c:pt>
                <c:pt idx="171">
                  <c:v>33.634650028757918</c:v>
                </c:pt>
                <c:pt idx="172">
                  <c:v>33.831343888575212</c:v>
                </c:pt>
                <c:pt idx="173">
                  <c:v>34.028037748392507</c:v>
                </c:pt>
                <c:pt idx="174">
                  <c:v>34.224731608209808</c:v>
                </c:pt>
                <c:pt idx="175">
                  <c:v>34.42142546802711</c:v>
                </c:pt>
                <c:pt idx="176">
                  <c:v>34.618119327844397</c:v>
                </c:pt>
                <c:pt idx="177">
                  <c:v>34.814813187661713</c:v>
                </c:pt>
                <c:pt idx="178">
                  <c:v>35.011507047479</c:v>
                </c:pt>
                <c:pt idx="179">
                  <c:v>35.208200907296302</c:v>
                </c:pt>
                <c:pt idx="180">
                  <c:v>35.404894767113603</c:v>
                </c:pt>
                <c:pt idx="181">
                  <c:v>35.601588626930891</c:v>
                </c:pt>
                <c:pt idx="182">
                  <c:v>35.798282486748192</c:v>
                </c:pt>
                <c:pt idx="183">
                  <c:v>35.994976346565487</c:v>
                </c:pt>
                <c:pt idx="184">
                  <c:v>36.191670206382788</c:v>
                </c:pt>
                <c:pt idx="185">
                  <c:v>36.388364066200083</c:v>
                </c:pt>
                <c:pt idx="186">
                  <c:v>36.585057926017377</c:v>
                </c:pt>
                <c:pt idx="187">
                  <c:v>36.781751785834679</c:v>
                </c:pt>
                <c:pt idx="188">
                  <c:v>36.978445645651981</c:v>
                </c:pt>
                <c:pt idx="189">
                  <c:v>37.175139505469282</c:v>
                </c:pt>
                <c:pt idx="190">
                  <c:v>37.371833365286577</c:v>
                </c:pt>
                <c:pt idx="191">
                  <c:v>37.568527225103871</c:v>
                </c:pt>
                <c:pt idx="192">
                  <c:v>37.765221084921173</c:v>
                </c:pt>
                <c:pt idx="193">
                  <c:v>37.961914944738467</c:v>
                </c:pt>
                <c:pt idx="194">
                  <c:v>38.158608804555762</c:v>
                </c:pt>
                <c:pt idx="195">
                  <c:v>38.355302664373063</c:v>
                </c:pt>
                <c:pt idx="196">
                  <c:v>38.551996524190358</c:v>
                </c:pt>
                <c:pt idx="197">
                  <c:v>38.748690384007659</c:v>
                </c:pt>
                <c:pt idx="198">
                  <c:v>38.945384243824947</c:v>
                </c:pt>
                <c:pt idx="199">
                  <c:v>39.142078103642262</c:v>
                </c:pt>
                <c:pt idx="200">
                  <c:v>39.33877196345955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2.2050486046477889E-11</c:v>
                </c:pt>
                <c:pt idx="2">
                  <c:v>3.026515411121621E-9</c:v>
                </c:pt>
                <c:pt idx="3">
                  <c:v>5.3865996261027178E-8</c:v>
                </c:pt>
                <c:pt idx="4">
                  <c:v>4.1540106814262519E-7</c:v>
                </c:pt>
                <c:pt idx="5">
                  <c:v>2.025801330363564E-6</c:v>
                </c:pt>
                <c:pt idx="6">
                  <c:v>7.393316898637118E-6</c:v>
                </c:pt>
                <c:pt idx="7">
                  <c:v>2.20906439791728E-5</c:v>
                </c:pt>
                <c:pt idx="8">
                  <c:v>5.7015288493373703E-5</c:v>
                </c:pt>
                <c:pt idx="9">
                  <c:v>1.315856731424076E-4</c:v>
                </c:pt>
                <c:pt idx="10">
                  <c:v>2.780452271892624E-4</c:v>
                </c:pt>
                <c:pt idx="11">
                  <c:v>5.4704803545877801E-4</c:v>
                </c:pt>
                <c:pt idx="12">
                  <c:v>1.0146989184286531E-3</c:v>
                </c:pt>
                <c:pt idx="13">
                  <c:v>1.791216243577725E-3</c:v>
                </c:pt>
                <c:pt idx="14">
                  <c:v>3.0313739900986541E-3</c:v>
                </c:pt>
                <c:pt idx="15">
                  <c:v>4.9468549257258541E-3</c:v>
                </c:pt>
                <c:pt idx="16">
                  <c:v>7.8206000735610449E-3</c:v>
                </c:pt>
                <c:pt idx="17">
                  <c:v>1.202315695927386E-2</c:v>
                </c:pt>
                <c:pt idx="18">
                  <c:v>1.8030889979536131E-2</c:v>
                </c:pt>
                <c:pt idx="19">
                  <c:v>2.644569214960452E-2</c:v>
                </c:pt>
                <c:pt idx="20">
                  <c:v>3.8015491100089012E-2</c:v>
                </c:pt>
                <c:pt idx="21">
                  <c:v>5.3654328203045977E-2</c:v>
                </c:pt>
                <c:pt idx="22">
                  <c:v>7.446005983177871E-2</c:v>
                </c:pt>
                <c:pt idx="23">
                  <c:v>0.1017267449716043</c:v>
                </c:pt>
                <c:pt idx="24">
                  <c:v>0.13694753811810409</c:v>
                </c:pt>
                <c:pt idx="25">
                  <c:v>0.1818024697256008</c:v>
                </c:pt>
                <c:pt idx="26">
                  <c:v>0.23812407331745231</c:v>
                </c:pt>
                <c:pt idx="27">
                  <c:v>0.30783282488522962</c:v>
                </c:pt>
                <c:pt idx="28">
                  <c:v>0.39283448884272643</c:v>
                </c:pt>
                <c:pt idx="29">
                  <c:v>0.49487368262888781</c:v>
                </c:pt>
                <c:pt idx="30">
                  <c:v>0.61534335852315569</c:v>
                </c:pt>
                <c:pt idx="31">
                  <c:v>0.75505921814091348</c:v>
                </c:pt>
                <c:pt idx="32">
                  <c:v>0.91402102949761899</c:v>
                </c:pt>
                <c:pt idx="33">
                  <c:v>1.091197192008807</c:v>
                </c:pt>
                <c:pt idx="34">
                  <c:v>1.284380076122221</c:v>
                </c:pt>
                <c:pt idx="35">
                  <c:v>1.490161356780902</c:v>
                </c:pt>
                <c:pt idx="36">
                  <c:v>1.704063268928774</c:v>
                </c:pt>
                <c:pt idx="37">
                  <c:v>1.920832453281788</c:v>
                </c:pt>
                <c:pt idx="38">
                  <c:v>2.134864187321142</c:v>
                </c:pt>
                <c:pt idx="39">
                  <c:v>2.3406892191785489</c:v>
                </c:pt>
                <c:pt idx="40">
                  <c:v>2.5334372001767531</c:v>
                </c:pt>
                <c:pt idx="41">
                  <c:v>2.709197625830249</c:v>
                </c:pt>
                <c:pt idx="42">
                  <c:v>2.8652282500262092</c:v>
                </c:pt>
                <c:pt idx="43">
                  <c:v>3.0000001195692669</c:v>
                </c:pt>
                <c:pt idx="44">
                  <c:v>3.1131033467459082</c:v>
                </c:pt>
                <c:pt idx="45">
                  <c:v>3.205058710469403</c:v>
                </c:pt>
                <c:pt idx="46">
                  <c:v>3.2770849245680518</c:v>
                </c:pt>
                <c:pt idx="47">
                  <c:v>3.3308638130964372</c:v>
                </c:pt>
                <c:pt idx="48">
                  <c:v>3.3683320248200652</c:v>
                </c:pt>
                <c:pt idx="49">
                  <c:v>3.3915138874817479</c:v>
                </c:pt>
                <c:pt idx="50">
                  <c:v>3.4023988694368961</c:v>
                </c:pt>
                <c:pt idx="51">
                  <c:v>3.4028599656420351</c:v>
                </c:pt>
                <c:pt idx="52">
                  <c:v>3.3946057765367779</c:v>
                </c:pt>
                <c:pt idx="53">
                  <c:v>3.3791580967856092</c:v>
                </c:pt>
                <c:pt idx="54">
                  <c:v>3.3578474223542769</c:v>
                </c:pt>
                <c:pt idx="55">
                  <c:v>3.3318200911360298</c:v>
                </c:pt>
                <c:pt idx="56">
                  <c:v>3.3020522549860698</c:v>
                </c:pt>
                <c:pt idx="57">
                  <c:v>3.2693672453459972</c:v>
                </c:pt>
                <c:pt idx="58">
                  <c:v>3.2344540162789008</c:v>
                </c:pt>
                <c:pt idx="59">
                  <c:v>3.197885203972985</c:v>
                </c:pt>
                <c:pt idx="60">
                  <c:v>3.1601339572061522</c:v>
                </c:pt>
                <c:pt idx="61">
                  <c:v>3.1215891144011678</c:v>
                </c:pt>
                <c:pt idx="62">
                  <c:v>3.0825685770736699</c:v>
                </c:pt>
                <c:pt idx="63">
                  <c:v>3.043330898045967</c:v>
                </c:pt>
                <c:pt idx="64">
                  <c:v>3.0040851986705781</c:v>
                </c:pt>
                <c:pt idx="65">
                  <c:v>2.9649995770954849</c:v>
                </c:pt>
                <c:pt idx="66">
                  <c:v>2.9262081869128722</c:v>
                </c:pt>
                <c:pt idx="67">
                  <c:v>2.8878171645002522</c:v>
                </c:pt>
                <c:pt idx="68">
                  <c:v>2.8499095720794609</c:v>
                </c:pt>
                <c:pt idx="69">
                  <c:v>2.812549507203546</c:v>
                </c:pt>
                <c:pt idx="70">
                  <c:v>2.775785511273829</c:v>
                </c:pt>
                <c:pt idx="71">
                  <c:v>2.739653391704254</c:v>
                </c:pt>
                <c:pt idx="72">
                  <c:v>2.7041785555392028</c:v>
                </c:pt>
                <c:pt idx="73">
                  <c:v>2.6693779371995601</c:v>
                </c:pt>
                <c:pt idx="74">
                  <c:v>2.6352615897519449</c:v>
                </c:pt>
                <c:pt idx="75">
                  <c:v>2.601833997645338</c:v>
                </c:pt>
                <c:pt idx="76">
                  <c:v>2.5690951591113258</c:v>
                </c:pt>
                <c:pt idx="77">
                  <c:v>2.5370414782028252</c:v>
                </c:pt>
                <c:pt idx="78">
                  <c:v>2.5056664995604589</c:v>
                </c:pt>
                <c:pt idx="79">
                  <c:v>2.4749615132584202</c:v>
                </c:pt>
                <c:pt idx="80">
                  <c:v>2.4449160523192091</c:v>
                </c:pt>
                <c:pt idx="81">
                  <c:v>2.4155183015445072</c:v>
                </c:pt>
                <c:pt idx="82">
                  <c:v>2.3867554330526302</c:v>
                </c:pt>
                <c:pt idx="83">
                  <c:v>2.358613881226038</c:v>
                </c:pt>
                <c:pt idx="84">
                  <c:v>2.331079567557313</c:v>
                </c:pt>
                <c:pt idx="85">
                  <c:v>2.3041380840567909</c:v>
                </c:pt>
                <c:pt idx="86">
                  <c:v>2.2777748423812261</c:v>
                </c:pt>
                <c:pt idx="87">
                  <c:v>2.2519751946035851</c:v>
                </c:pt>
                <c:pt idx="88">
                  <c:v>2.2267245305225809</c:v>
                </c:pt>
                <c:pt idx="89">
                  <c:v>2.202008355567981</c:v>
                </c:pt>
                <c:pt idx="90">
                  <c:v>2.1778123526624129</c:v>
                </c:pt>
                <c:pt idx="91">
                  <c:v>2.15412243082615</c:v>
                </c:pt>
                <c:pt idx="92">
                  <c:v>2.130924762836595</c:v>
                </c:pt>
                <c:pt idx="93">
                  <c:v>2.1082058138616029</c:v>
                </c:pt>
                <c:pt idx="94">
                  <c:v>2.0859523626605512</c:v>
                </c:pt>
                <c:pt idx="95">
                  <c:v>2.064151516677601</c:v>
                </c:pt>
                <c:pt idx="96">
                  <c:v>2.0427907221280899</c:v>
                </c:pt>
                <c:pt idx="97">
                  <c:v>2.0218577699933502</c:v>
                </c:pt>
                <c:pt idx="98">
                  <c:v>2.0013407986850291</c:v>
                </c:pt>
                <c:pt idx="99">
                  <c:v>1.9812282940117241</c:v>
                </c:pt>
                <c:pt idx="100">
                  <c:v>1.9615090869739249</c:v>
                </c:pt>
                <c:pt idx="101">
                  <c:v>1.9421723498243431</c:v>
                </c:pt>
                <c:pt idx="102">
                  <c:v>1.9232075907565269</c:v>
                </c:pt>
                <c:pt idx="103">
                  <c:v>1.904604647522844</c:v>
                </c:pt>
                <c:pt idx="104">
                  <c:v>1.8863536802312499</c:v>
                </c:pt>
                <c:pt idx="105">
                  <c:v>1.8684451635271979</c:v>
                </c:pt>
                <c:pt idx="106">
                  <c:v>1.850869878331022</c:v>
                </c:pt>
                <c:pt idx="107">
                  <c:v>1.8336189032710459</c:v>
                </c:pt>
                <c:pt idx="108">
                  <c:v>1.81668360592756</c:v>
                </c:pt>
                <c:pt idx="109">
                  <c:v>1.800055633981773</c:v>
                </c:pt>
                <c:pt idx="110">
                  <c:v>1.783726906346327</c:v>
                </c:pt>
                <c:pt idx="111">
                  <c:v>1.767689604339312</c:v>
                </c:pt>
                <c:pt idx="112">
                  <c:v>1.751936162951478</c:v>
                </c:pt>
                <c:pt idx="113">
                  <c:v>1.736459262246143</c:v>
                </c:pt>
                <c:pt idx="114">
                  <c:v>1.7212518189228221</c:v>
                </c:pt>
                <c:pt idx="115">
                  <c:v>1.7063069780685021</c:v>
                </c:pt>
                <c:pt idx="116">
                  <c:v>1.6916181051146459</c:v>
                </c:pt>
                <c:pt idx="117">
                  <c:v>1.6771787780131351</c:v>
                </c:pt>
                <c:pt idx="118">
                  <c:v>1.6629827796403109</c:v>
                </c:pt>
                <c:pt idx="119">
                  <c:v>1.6490240904350399</c:v>
                </c:pt>
                <c:pt idx="120">
                  <c:v>1.6352968812738979</c:v>
                </c:pt>
                <c:pt idx="121">
                  <c:v>1.6217955065844589</c:v>
                </c:pt>
                <c:pt idx="122">
                  <c:v>1.608514497695789</c:v>
                </c:pt>
                <c:pt idx="123">
                  <c:v>1.595448556423845</c:v>
                </c:pt>
                <c:pt idx="124">
                  <c:v>1.582592548888303</c:v>
                </c:pt>
                <c:pt idx="125">
                  <c:v>1.5699414995564049</c:v>
                </c:pt>
                <c:pt idx="126">
                  <c:v>1.557490585508754</c:v>
                </c:pt>
                <c:pt idx="127">
                  <c:v>1.545235130921401</c:v>
                </c:pt>
                <c:pt idx="128">
                  <c:v>1.533170601758193</c:v>
                </c:pt>
                <c:pt idx="129">
                  <c:v>1.5212926006670791</c:v>
                </c:pt>
                <c:pt idx="130">
                  <c:v>1.5095968620738669</c:v>
                </c:pt>
                <c:pt idx="131">
                  <c:v>1.4980792474668441</c:v>
                </c:pt>
                <c:pt idx="132">
                  <c:v>1.486735740865621</c:v>
                </c:pt>
                <c:pt idx="133">
                  <c:v>1.475562444467593</c:v>
                </c:pt>
                <c:pt idx="134">
                  <c:v>1.464555574465453</c:v>
                </c:pt>
                <c:pt idx="135">
                  <c:v>1.453711457029303</c:v>
                </c:pt>
                <c:pt idx="136">
                  <c:v>1.443026524447018</c:v>
                </c:pt>
                <c:pt idx="137">
                  <c:v>1.4324973114166679</c:v>
                </c:pt>
                <c:pt idx="138">
                  <c:v>1.422120451484971</c:v>
                </c:pt>
                <c:pt idx="139">
                  <c:v>1.4118926736258981</c:v>
                </c:pt>
                <c:pt idx="140">
                  <c:v>1.4018107989537461</c:v>
                </c:pt>
                <c:pt idx="141">
                  <c:v>1.391871737565195</c:v>
                </c:pt>
                <c:pt idx="142">
                  <c:v>1.3820724855050179</c:v>
                </c:pt>
                <c:pt idx="143">
                  <c:v>1.3724101218503351</c:v>
                </c:pt>
                <c:pt idx="144">
                  <c:v>1.362881805908478</c:v>
                </c:pt>
                <c:pt idx="145">
                  <c:v>1.3534847745237231</c:v>
                </c:pt>
                <c:pt idx="146">
                  <c:v>1.3442163394883351</c:v>
                </c:pt>
                <c:pt idx="147">
                  <c:v>1.3350738850535411</c:v>
                </c:pt>
                <c:pt idx="148">
                  <c:v>1.326054865536255</c:v>
                </c:pt>
                <c:pt idx="149">
                  <c:v>1.3171568030175</c:v>
                </c:pt>
                <c:pt idx="150">
                  <c:v>1.308377285128711</c:v>
                </c:pt>
                <c:pt idx="151">
                  <c:v>1.2997139629221821</c:v>
                </c:pt>
                <c:pt idx="152">
                  <c:v>1.291164548822165</c:v>
                </c:pt>
                <c:pt idx="153">
                  <c:v>1.2827268146532049</c:v>
                </c:pt>
                <c:pt idx="154">
                  <c:v>1.274398589742501</c:v>
                </c:pt>
                <c:pt idx="155">
                  <c:v>1.266177759093174</c:v>
                </c:pt>
                <c:pt idx="156">
                  <c:v>1.2580622616255019</c:v>
                </c:pt>
                <c:pt idx="157">
                  <c:v>1.250050088483287</c:v>
                </c:pt>
                <c:pt idx="158">
                  <c:v>1.242139281402636</c:v>
                </c:pt>
                <c:pt idx="159">
                  <c:v>1.2343279311405959</c:v>
                </c:pt>
                <c:pt idx="160">
                  <c:v>1.2266141759611471</c:v>
                </c:pt>
                <c:pt idx="161">
                  <c:v>1.218996200176204</c:v>
                </c:pt>
                <c:pt idx="162">
                  <c:v>1.211472232739373</c:v>
                </c:pt>
                <c:pt idx="163">
                  <c:v>1.204040545890297</c:v>
                </c:pt>
                <c:pt idx="164">
                  <c:v>1.1966994538475291</c:v>
                </c:pt>
                <c:pt idx="165">
                  <c:v>1.1894473115479749</c:v>
                </c:pt>
                <c:pt idx="166">
                  <c:v>1.1822825134310031</c:v>
                </c:pt>
                <c:pt idx="167">
                  <c:v>1.1752034922654451</c:v>
                </c:pt>
                <c:pt idx="168">
                  <c:v>1.168208718017737</c:v>
                </c:pt>
                <c:pt idx="169">
                  <c:v>1.1612966967595879</c:v>
                </c:pt>
                <c:pt idx="170">
                  <c:v>1.1544659696135799</c:v>
                </c:pt>
                <c:pt idx="171">
                  <c:v>1.1477151117352</c:v>
                </c:pt>
                <c:pt idx="172">
                  <c:v>1.1410427313298841</c:v>
                </c:pt>
                <c:pt idx="173">
                  <c:v>1.1344474687036601</c:v>
                </c:pt>
                <c:pt idx="174">
                  <c:v>1.127927995346123</c:v>
                </c:pt>
                <c:pt idx="175">
                  <c:v>1.121483013044438</c:v>
                </c:pt>
                <c:pt idx="176">
                  <c:v>1.115111253027198</c:v>
                </c:pt>
                <c:pt idx="177">
                  <c:v>1.108811475136966</c:v>
                </c:pt>
                <c:pt idx="178">
                  <c:v>1.102582467030417</c:v>
                </c:pt>
                <c:pt idx="179">
                  <c:v>1.0964230434049951</c:v>
                </c:pt>
                <c:pt idx="180">
                  <c:v>1.0903320452511129</c:v>
                </c:pt>
                <c:pt idx="181">
                  <c:v>1.084308339128893</c:v>
                </c:pt>
                <c:pt idx="182">
                  <c:v>1.078350816468538</c:v>
                </c:pt>
                <c:pt idx="183">
                  <c:v>1.072458392893449</c:v>
                </c:pt>
                <c:pt idx="184">
                  <c:v>1.0666300075652251</c:v>
                </c:pt>
                <c:pt idx="185">
                  <c:v>1.060864622549744</c:v>
                </c:pt>
                <c:pt idx="186">
                  <c:v>1.055161222203538</c:v>
                </c:pt>
                <c:pt idx="187">
                  <c:v>1.0495188125797079</c:v>
                </c:pt>
                <c:pt idx="188">
                  <c:v>1.04393642085268</c:v>
                </c:pt>
                <c:pt idx="189">
                  <c:v>1.038413094761089</c:v>
                </c:pt>
                <c:pt idx="190">
                  <c:v>1.032947902068154</c:v>
                </c:pt>
                <c:pt idx="191">
                  <c:v>1.027539930038897</c:v>
                </c:pt>
                <c:pt idx="192">
                  <c:v>1.0221882849336059</c:v>
                </c:pt>
                <c:pt idx="193">
                  <c:v>1.0168920915169579</c:v>
                </c:pt>
                <c:pt idx="194">
                  <c:v>1.01165049258224</c:v>
                </c:pt>
                <c:pt idx="195">
                  <c:v>1.0064626484901389</c:v>
                </c:pt>
                <c:pt idx="196">
                  <c:v>1.001327736721576</c:v>
                </c:pt>
                <c:pt idx="197">
                  <c:v>0.99624495144410052</c:v>
                </c:pt>
                <c:pt idx="198">
                  <c:v>0.99121350309136258</c:v>
                </c:pt>
                <c:pt idx="199">
                  <c:v>0.98623261795520845</c:v>
                </c:pt>
                <c:pt idx="200">
                  <c:v>0.98130153778996587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FB-4FFF-9925-8616DD81D5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7920815"/>
        <c:axId val="1297921295"/>
      </c:lineChart>
      <c:catAx>
        <c:axId val="2118791784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  <c:valAx>
        <c:axId val="1297921295"/>
        <c:scaling>
          <c:orientation val="minMax"/>
        </c:scaling>
        <c:delete val="0"/>
        <c:axPos val="r"/>
        <c:numFmt formatCode="#,##0.00" sourceLinked="0"/>
        <c:majorTickMark val="out"/>
        <c:minorTickMark val="none"/>
        <c:tickLblPos val="nextTo"/>
        <c:crossAx val="1297920815"/>
        <c:crosses val="max"/>
        <c:crossBetween val="between"/>
      </c:valAx>
      <c:catAx>
        <c:axId val="129792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97921295"/>
        <c:crosses val="autoZero"/>
        <c:auto val="1"/>
        <c:lblAlgn val="ctr"/>
        <c:lblOffset val="100"/>
        <c:noMultiLvlLbl val="0"/>
      </c:cat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239614.7328033472</c:v>
                </c:pt>
                <c:pt idx="2">
                  <c:v>479229.46560669428</c:v>
                </c:pt>
                <c:pt idx="3">
                  <c:v>718844.19841004151</c:v>
                </c:pt>
                <c:pt idx="4">
                  <c:v>958458.93121338869</c:v>
                </c:pt>
                <c:pt idx="5">
                  <c:v>1198073.664016736</c:v>
                </c:pt>
                <c:pt idx="6">
                  <c:v>1437688.396820083</c:v>
                </c:pt>
                <c:pt idx="7">
                  <c:v>1677303.1296234301</c:v>
                </c:pt>
                <c:pt idx="8">
                  <c:v>1916917.8624267769</c:v>
                </c:pt>
                <c:pt idx="9">
                  <c:v>2156532.595230124</c:v>
                </c:pt>
                <c:pt idx="10">
                  <c:v>2396147.3280334719</c:v>
                </c:pt>
                <c:pt idx="11">
                  <c:v>2635762.060836819</c:v>
                </c:pt>
                <c:pt idx="12">
                  <c:v>2875376.7936401661</c:v>
                </c:pt>
                <c:pt idx="13">
                  <c:v>3114991.5264435131</c:v>
                </c:pt>
                <c:pt idx="14">
                  <c:v>3354606.2592468611</c:v>
                </c:pt>
                <c:pt idx="15">
                  <c:v>3594220.9920502082</c:v>
                </c:pt>
                <c:pt idx="16">
                  <c:v>3833835.7248535552</c:v>
                </c:pt>
                <c:pt idx="17">
                  <c:v>4073450.4576569018</c:v>
                </c:pt>
                <c:pt idx="18">
                  <c:v>4313065.1904602489</c:v>
                </c:pt>
                <c:pt idx="19">
                  <c:v>4552679.9232635964</c:v>
                </c:pt>
                <c:pt idx="20">
                  <c:v>4792294.6560669439</c:v>
                </c:pt>
                <c:pt idx="21">
                  <c:v>5031909.3888702895</c:v>
                </c:pt>
                <c:pt idx="22">
                  <c:v>5271524.121673638</c:v>
                </c:pt>
                <c:pt idx="23">
                  <c:v>5511138.8544769846</c:v>
                </c:pt>
                <c:pt idx="24">
                  <c:v>5750753.5872803321</c:v>
                </c:pt>
                <c:pt idx="25">
                  <c:v>5990368.3200836796</c:v>
                </c:pt>
                <c:pt idx="26">
                  <c:v>6229983.0528870262</c:v>
                </c:pt>
                <c:pt idx="27">
                  <c:v>6469597.7856903737</c:v>
                </c:pt>
                <c:pt idx="28">
                  <c:v>6709212.5184937213</c:v>
                </c:pt>
                <c:pt idx="29">
                  <c:v>6948827.2512970679</c:v>
                </c:pt>
                <c:pt idx="30">
                  <c:v>7188441.9841004154</c:v>
                </c:pt>
                <c:pt idx="31">
                  <c:v>7428056.716903762</c:v>
                </c:pt>
                <c:pt idx="32">
                  <c:v>7667671.4497071085</c:v>
                </c:pt>
                <c:pt idx="33">
                  <c:v>7907286.182510457</c:v>
                </c:pt>
                <c:pt idx="34">
                  <c:v>8146900.9153138036</c:v>
                </c:pt>
                <c:pt idx="35">
                  <c:v>8386515.6481171511</c:v>
                </c:pt>
                <c:pt idx="36">
                  <c:v>8626130.3809204977</c:v>
                </c:pt>
                <c:pt idx="37">
                  <c:v>8865745.1137238462</c:v>
                </c:pt>
                <c:pt idx="38">
                  <c:v>9105359.8465271927</c:v>
                </c:pt>
                <c:pt idx="39">
                  <c:v>9344974.5793305393</c:v>
                </c:pt>
                <c:pt idx="40">
                  <c:v>9584589.3121338878</c:v>
                </c:pt>
                <c:pt idx="41">
                  <c:v>9824204.0449372344</c:v>
                </c:pt>
                <c:pt idx="42">
                  <c:v>10063818.777740579</c:v>
                </c:pt>
                <c:pt idx="43">
                  <c:v>10303433.510543929</c:v>
                </c:pt>
                <c:pt idx="44">
                  <c:v>10543048.24334728</c:v>
                </c:pt>
                <c:pt idx="45">
                  <c:v>10782662.976150621</c:v>
                </c:pt>
                <c:pt idx="46">
                  <c:v>11022277.708953969</c:v>
                </c:pt>
                <c:pt idx="47">
                  <c:v>11261892.441757319</c:v>
                </c:pt>
                <c:pt idx="48">
                  <c:v>11501507.17456066</c:v>
                </c:pt>
                <c:pt idx="49">
                  <c:v>11741121.907364011</c:v>
                </c:pt>
                <c:pt idx="50">
                  <c:v>11980736.640167359</c:v>
                </c:pt>
                <c:pt idx="51">
                  <c:v>12220351.37297071</c:v>
                </c:pt>
                <c:pt idx="52">
                  <c:v>12459966.105774051</c:v>
                </c:pt>
                <c:pt idx="53">
                  <c:v>12699580.838577401</c:v>
                </c:pt>
                <c:pt idx="54">
                  <c:v>12939195.571380749</c:v>
                </c:pt>
                <c:pt idx="55">
                  <c:v>13178810.30418409</c:v>
                </c:pt>
                <c:pt idx="56">
                  <c:v>13418425.036987441</c:v>
                </c:pt>
                <c:pt idx="57">
                  <c:v>13658039.769790789</c:v>
                </c:pt>
                <c:pt idx="58">
                  <c:v>13897654.502594139</c:v>
                </c:pt>
                <c:pt idx="59">
                  <c:v>14137269.23539748</c:v>
                </c:pt>
                <c:pt idx="60">
                  <c:v>14376883.968200831</c:v>
                </c:pt>
                <c:pt idx="61">
                  <c:v>14616498.701004179</c:v>
                </c:pt>
                <c:pt idx="62">
                  <c:v>14856113.43380752</c:v>
                </c:pt>
                <c:pt idx="63">
                  <c:v>15095728.166610871</c:v>
                </c:pt>
                <c:pt idx="64">
                  <c:v>15335342.899414221</c:v>
                </c:pt>
                <c:pt idx="65">
                  <c:v>15574957.632217569</c:v>
                </c:pt>
                <c:pt idx="66">
                  <c:v>15814572.36502091</c:v>
                </c:pt>
                <c:pt idx="67">
                  <c:v>16054187.097824261</c:v>
                </c:pt>
                <c:pt idx="68">
                  <c:v>16293801.830627611</c:v>
                </c:pt>
                <c:pt idx="69">
                  <c:v>16533416.563430959</c:v>
                </c:pt>
                <c:pt idx="70">
                  <c:v>16773031.2962343</c:v>
                </c:pt>
                <c:pt idx="71">
                  <c:v>17012646.029037651</c:v>
                </c:pt>
                <c:pt idx="72">
                  <c:v>17252260.761840999</c:v>
                </c:pt>
                <c:pt idx="73">
                  <c:v>17491875.49464434</c:v>
                </c:pt>
                <c:pt idx="74">
                  <c:v>17731490.227447689</c:v>
                </c:pt>
                <c:pt idx="75">
                  <c:v>17971104.960251041</c:v>
                </c:pt>
                <c:pt idx="76">
                  <c:v>18210719.693054389</c:v>
                </c:pt>
                <c:pt idx="77">
                  <c:v>18450334.42585773</c:v>
                </c:pt>
                <c:pt idx="78">
                  <c:v>18689949.158661079</c:v>
                </c:pt>
                <c:pt idx="79">
                  <c:v>18929563.891464431</c:v>
                </c:pt>
                <c:pt idx="80">
                  <c:v>19169178.624267779</c:v>
                </c:pt>
                <c:pt idx="81">
                  <c:v>19408793.35707112</c:v>
                </c:pt>
                <c:pt idx="82">
                  <c:v>19648408.089874469</c:v>
                </c:pt>
                <c:pt idx="83">
                  <c:v>19888022.82267781</c:v>
                </c:pt>
                <c:pt idx="84">
                  <c:v>20127637.555481158</c:v>
                </c:pt>
                <c:pt idx="85">
                  <c:v>20367252.28828451</c:v>
                </c:pt>
                <c:pt idx="86">
                  <c:v>20606867.021087859</c:v>
                </c:pt>
                <c:pt idx="87">
                  <c:v>20846481.7538912</c:v>
                </c:pt>
                <c:pt idx="88">
                  <c:v>21086096.486694548</c:v>
                </c:pt>
                <c:pt idx="89">
                  <c:v>21325711.2194979</c:v>
                </c:pt>
                <c:pt idx="90">
                  <c:v>21565325.952301249</c:v>
                </c:pt>
                <c:pt idx="91">
                  <c:v>21804940.68510459</c:v>
                </c:pt>
                <c:pt idx="92">
                  <c:v>22044555.417907938</c:v>
                </c:pt>
                <c:pt idx="93">
                  <c:v>22284170.150711291</c:v>
                </c:pt>
                <c:pt idx="94">
                  <c:v>22523784.883514639</c:v>
                </c:pt>
                <c:pt idx="95">
                  <c:v>22763399.61631798</c:v>
                </c:pt>
                <c:pt idx="96">
                  <c:v>23003014.349121328</c:v>
                </c:pt>
                <c:pt idx="97">
                  <c:v>23242629.081924681</c:v>
                </c:pt>
                <c:pt idx="98">
                  <c:v>23482243.814728022</c:v>
                </c:pt>
                <c:pt idx="99">
                  <c:v>23721858.54753137</c:v>
                </c:pt>
                <c:pt idx="100">
                  <c:v>23961473.280334719</c:v>
                </c:pt>
                <c:pt idx="101">
                  <c:v>24201088.01313806</c:v>
                </c:pt>
                <c:pt idx="102">
                  <c:v>24440702.745941412</c:v>
                </c:pt>
                <c:pt idx="103">
                  <c:v>24680317.47874476</c:v>
                </c:pt>
                <c:pt idx="104">
                  <c:v>24919932.211548101</c:v>
                </c:pt>
                <c:pt idx="105">
                  <c:v>25159546.94435145</c:v>
                </c:pt>
                <c:pt idx="106">
                  <c:v>25399161.677154802</c:v>
                </c:pt>
                <c:pt idx="107">
                  <c:v>25638776.40995815</c:v>
                </c:pt>
                <c:pt idx="108">
                  <c:v>25878391.142761491</c:v>
                </c:pt>
                <c:pt idx="109">
                  <c:v>26118005.87556484</c:v>
                </c:pt>
                <c:pt idx="110">
                  <c:v>26357620.608368188</c:v>
                </c:pt>
                <c:pt idx="111">
                  <c:v>26597235.34117154</c:v>
                </c:pt>
                <c:pt idx="112">
                  <c:v>26836850.073974889</c:v>
                </c:pt>
                <c:pt idx="113">
                  <c:v>27076464.80677823</c:v>
                </c:pt>
                <c:pt idx="114">
                  <c:v>27316079.539581578</c:v>
                </c:pt>
                <c:pt idx="115">
                  <c:v>27555694.272384919</c:v>
                </c:pt>
                <c:pt idx="116">
                  <c:v>27795309.005188271</c:v>
                </c:pt>
                <c:pt idx="117">
                  <c:v>28034923.73799162</c:v>
                </c:pt>
                <c:pt idx="118">
                  <c:v>28274538.470794961</c:v>
                </c:pt>
                <c:pt idx="119">
                  <c:v>28514153.203598309</c:v>
                </c:pt>
                <c:pt idx="120">
                  <c:v>28753767.936401661</c:v>
                </c:pt>
                <c:pt idx="121">
                  <c:v>28993382.66920501</c:v>
                </c:pt>
                <c:pt idx="122">
                  <c:v>29232997.402008351</c:v>
                </c:pt>
                <c:pt idx="123">
                  <c:v>29472612.134811699</c:v>
                </c:pt>
                <c:pt idx="124">
                  <c:v>29712226.867615052</c:v>
                </c:pt>
                <c:pt idx="125">
                  <c:v>29951841.6004184</c:v>
                </c:pt>
                <c:pt idx="126">
                  <c:v>30191456.333221741</c:v>
                </c:pt>
                <c:pt idx="127">
                  <c:v>30431071.066025089</c:v>
                </c:pt>
                <c:pt idx="128">
                  <c:v>30670685.798828442</c:v>
                </c:pt>
                <c:pt idx="129">
                  <c:v>30910300.53163179</c:v>
                </c:pt>
                <c:pt idx="130">
                  <c:v>31149915.264435131</c:v>
                </c:pt>
                <c:pt idx="131">
                  <c:v>31389529.99723848</c:v>
                </c:pt>
                <c:pt idx="132">
                  <c:v>31629144.730041832</c:v>
                </c:pt>
                <c:pt idx="133">
                  <c:v>31868759.462845169</c:v>
                </c:pt>
                <c:pt idx="134">
                  <c:v>32108374.195648521</c:v>
                </c:pt>
                <c:pt idx="135">
                  <c:v>32347988.92845187</c:v>
                </c:pt>
                <c:pt idx="136">
                  <c:v>32587603.661255211</c:v>
                </c:pt>
                <c:pt idx="137">
                  <c:v>32827218.394058559</c:v>
                </c:pt>
                <c:pt idx="138">
                  <c:v>33066833.126861911</c:v>
                </c:pt>
                <c:pt idx="139">
                  <c:v>33306447.85966526</c:v>
                </c:pt>
                <c:pt idx="140">
                  <c:v>33546062.592468601</c:v>
                </c:pt>
                <c:pt idx="141">
                  <c:v>33785677.325271949</c:v>
                </c:pt>
                <c:pt idx="142">
                  <c:v>34025292.058075301</c:v>
                </c:pt>
                <c:pt idx="143">
                  <c:v>34264906.790878654</c:v>
                </c:pt>
                <c:pt idx="144">
                  <c:v>34504521.523681991</c:v>
                </c:pt>
                <c:pt idx="145">
                  <c:v>34744136.256485343</c:v>
                </c:pt>
                <c:pt idx="146">
                  <c:v>34983750.989288688</c:v>
                </c:pt>
                <c:pt idx="147">
                  <c:v>35223365.722092032</c:v>
                </c:pt>
                <c:pt idx="148">
                  <c:v>35462980.454895377</c:v>
                </c:pt>
                <c:pt idx="149">
                  <c:v>35702595.187698729</c:v>
                </c:pt>
                <c:pt idx="150">
                  <c:v>35942209.920502067</c:v>
                </c:pt>
                <c:pt idx="151">
                  <c:v>36181824.653305434</c:v>
                </c:pt>
                <c:pt idx="152">
                  <c:v>36421439.386108771</c:v>
                </c:pt>
                <c:pt idx="153">
                  <c:v>36661054.118912123</c:v>
                </c:pt>
                <c:pt idx="154">
                  <c:v>36900668.851715468</c:v>
                </c:pt>
                <c:pt idx="155">
                  <c:v>37140283.584518813</c:v>
                </c:pt>
                <c:pt idx="156">
                  <c:v>37379898.317322157</c:v>
                </c:pt>
                <c:pt idx="157">
                  <c:v>37619513.05012551</c:v>
                </c:pt>
                <c:pt idx="158">
                  <c:v>37859127.782928847</c:v>
                </c:pt>
                <c:pt idx="159">
                  <c:v>38098742.515732199</c:v>
                </c:pt>
                <c:pt idx="160">
                  <c:v>38338357.248535551</c:v>
                </c:pt>
                <c:pt idx="161">
                  <c:v>38577971.981338903</c:v>
                </c:pt>
                <c:pt idx="162">
                  <c:v>38817586.714142241</c:v>
                </c:pt>
                <c:pt idx="163">
                  <c:v>39057201.446945593</c:v>
                </c:pt>
                <c:pt idx="164">
                  <c:v>39296816.179748937</c:v>
                </c:pt>
                <c:pt idx="165">
                  <c:v>39536430.912552282</c:v>
                </c:pt>
                <c:pt idx="166">
                  <c:v>39776045.645355627</c:v>
                </c:pt>
                <c:pt idx="167">
                  <c:v>40015660.378158979</c:v>
                </c:pt>
                <c:pt idx="168">
                  <c:v>40255275.110962316</c:v>
                </c:pt>
                <c:pt idx="169">
                  <c:v>40494889.843765669</c:v>
                </c:pt>
                <c:pt idx="170">
                  <c:v>40734504.576569021</c:v>
                </c:pt>
                <c:pt idx="171">
                  <c:v>40974119.309372373</c:v>
                </c:pt>
                <c:pt idx="172">
                  <c:v>41213734.04217571</c:v>
                </c:pt>
                <c:pt idx="173">
                  <c:v>41453348.774979062</c:v>
                </c:pt>
                <c:pt idx="174">
                  <c:v>41692963.507782407</c:v>
                </c:pt>
                <c:pt idx="175">
                  <c:v>41932578.240585752</c:v>
                </c:pt>
                <c:pt idx="176">
                  <c:v>42172192.973389097</c:v>
                </c:pt>
                <c:pt idx="177">
                  <c:v>42411807.706192449</c:v>
                </c:pt>
                <c:pt idx="178">
                  <c:v>42651422.438995793</c:v>
                </c:pt>
                <c:pt idx="179">
                  <c:v>42891037.171799153</c:v>
                </c:pt>
                <c:pt idx="180">
                  <c:v>43130651.90460249</c:v>
                </c:pt>
                <c:pt idx="181">
                  <c:v>43370266.637405843</c:v>
                </c:pt>
                <c:pt idx="182">
                  <c:v>43609881.370209187</c:v>
                </c:pt>
                <c:pt idx="183">
                  <c:v>43849496.103012532</c:v>
                </c:pt>
                <c:pt idx="184">
                  <c:v>44089110.835815877</c:v>
                </c:pt>
                <c:pt idx="185">
                  <c:v>44328725.568619229</c:v>
                </c:pt>
                <c:pt idx="186">
                  <c:v>44568340.301422574</c:v>
                </c:pt>
                <c:pt idx="187">
                  <c:v>44807955.034225918</c:v>
                </c:pt>
                <c:pt idx="188">
                  <c:v>45047569.767029271</c:v>
                </c:pt>
                <c:pt idx="189">
                  <c:v>45287184.499832623</c:v>
                </c:pt>
                <c:pt idx="190">
                  <c:v>45526799.23263596</c:v>
                </c:pt>
                <c:pt idx="191">
                  <c:v>45766413.965439312</c:v>
                </c:pt>
                <c:pt idx="192">
                  <c:v>46006028.698242657</c:v>
                </c:pt>
                <c:pt idx="193">
                  <c:v>46245643.431046002</c:v>
                </c:pt>
                <c:pt idx="194">
                  <c:v>46485258.163849346</c:v>
                </c:pt>
                <c:pt idx="195">
                  <c:v>46724872.896652699</c:v>
                </c:pt>
                <c:pt idx="196">
                  <c:v>46964487.629456043</c:v>
                </c:pt>
                <c:pt idx="197">
                  <c:v>47204102.362259403</c:v>
                </c:pt>
                <c:pt idx="198">
                  <c:v>47443717.09506274</c:v>
                </c:pt>
                <c:pt idx="199">
                  <c:v>47683331.827866077</c:v>
                </c:pt>
                <c:pt idx="200">
                  <c:v>47922946.560669437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5.9680145243927007E-2</c:v>
                </c:pt>
                <c:pt idx="2">
                  <c:v>0.2524718685181907</c:v>
                </c:pt>
                <c:pt idx="3">
                  <c:v>0.58678751133208829</c:v>
                </c:pt>
                <c:pt idx="4">
                  <c:v>1.0670757189386471</c:v>
                </c:pt>
                <c:pt idx="5">
                  <c:v>1.6962099103280099</c:v>
                </c:pt>
                <c:pt idx="6">
                  <c:v>2.4761036832358791</c:v>
                </c:pt>
                <c:pt idx="7">
                  <c:v>3.4079767537445851</c:v>
                </c:pt>
                <c:pt idx="8">
                  <c:v>4.4924961854715546</c:v>
                </c:pt>
                <c:pt idx="9">
                  <c:v>5.7298615317379706</c:v>
                </c:pt>
                <c:pt idx="10">
                  <c:v>7.119861131123387</c:v>
                </c:pt>
                <c:pt idx="11">
                  <c:v>8.6619122174032359</c:v>
                </c:pt>
                <c:pt idx="12">
                  <c:v>10.35509139539985</c:v>
                </c:pt>
                <c:pt idx="13">
                  <c:v>12.198159146760419</c:v>
                </c:pt>
                <c:pt idx="14">
                  <c:v>14.18958053698033</c:v>
                </c:pt>
                <c:pt idx="15">
                  <c:v>16.327543467442059</c:v>
                </c:pt>
                <c:pt idx="16">
                  <c:v>18.60997533081191</c:v>
                </c:pt>
                <c:pt idx="17">
                  <c:v>21.03455862982009</c:v>
                </c:pt>
                <c:pt idx="18">
                  <c:v>23.598745928827089</c:v>
                </c:pt>
                <c:pt idx="19">
                  <c:v>26.299774381705539</c:v>
                </c:pt>
                <c:pt idx="20">
                  <c:v>29.13467999414225</c:v>
                </c:pt>
                <c:pt idx="21">
                  <c:v>32.100311719170172</c:v>
                </c:pt>
                <c:pt idx="22">
                  <c:v>35.19334544286599</c:v>
                </c:pt>
                <c:pt idx="23">
                  <c:v>38.41029788721675</c:v>
                </c:pt>
                <c:pt idx="24">
                  <c:v>41.747540435624067</c:v>
                </c:pt>
                <c:pt idx="25">
                  <c:v>45.201312871063188</c:v>
                </c:pt>
                <c:pt idx="26">
                  <c:v>48.767737005916217</c:v>
                </c:pt>
                <c:pt idx="27">
                  <c:v>52.442830174871382</c:v>
                </c:pt>
                <c:pt idx="28">
                  <c:v>56.222518557254801</c:v>
                </c:pt>
                <c:pt idx="29">
                  <c:v>60.102650292109757</c:v>
                </c:pt>
                <c:pt idx="30">
                  <c:v>64.07900834789946</c:v>
                </c:pt>
                <c:pt idx="31">
                  <c:v>68.147323108482595</c:v>
                </c:pt>
                <c:pt idx="32">
                  <c:v>72.303284637824248</c:v>
                </c:pt>
                <c:pt idx="33">
                  <c:v>76.542554587459406</c:v>
                </c:pt>
                <c:pt idx="34">
                  <c:v>80.860777712926406</c:v>
                </c:pt>
                <c:pt idx="35">
                  <c:v>85.253592968071914</c:v>
                </c:pt>
                <c:pt idx="36">
                  <c:v>89.716644149143562</c:v>
                </c:pt>
                <c:pt idx="37">
                  <c:v>94.245590063897652</c:v>
                </c:pt>
                <c:pt idx="38">
                  <c:v>98.836114204405447</c:v>
                </c:pt>
                <c:pt idx="39">
                  <c:v>103.4839339058028</c:v>
                </c:pt>
                <c:pt idx="40">
                  <c:v>108.18480897682829</c:v>
                </c:pt>
                <c:pt idx="41">
                  <c:v>112.93454979156181</c:v>
                </c:pt>
                <c:pt idx="42">
                  <c:v>117.72902483527869</c:v>
                </c:pt>
                <c:pt idx="43">
                  <c:v>122.5641677007029</c:v>
                </c:pt>
                <c:pt idx="44">
                  <c:v>127.4359835342155</c:v>
                </c:pt>
                <c:pt idx="45">
                  <c:v>132.34055493459661</c:v>
                </c:pt>
                <c:pt idx="46">
                  <c:v>137.2740473097796</c:v>
                </c:pt>
                <c:pt idx="47">
                  <c:v>142.23271369973719</c:v>
                </c:pt>
                <c:pt idx="48">
                  <c:v>147.21289907604279</c:v>
                </c:pt>
                <c:pt idx="49">
                  <c:v>152.21104413084939</c:v>
                </c:pt>
                <c:pt idx="50">
                  <c:v>157.22368856998011</c:v>
                </c:pt>
                <c:pt idx="51">
                  <c:v>162.24747392655149</c:v>
                </c:pt>
                <c:pt idx="52">
                  <c:v>167.2791459130095</c:v>
                </c:pt>
                <c:pt idx="53">
                  <c:v>172.31555633072281</c:v>
                </c:pt>
                <c:pt idx="54">
                  <c:v>177.35366455731469</c:v>
                </c:pt>
                <c:pt idx="55">
                  <c:v>182.39053863268629</c:v>
                </c:pt>
                <c:pt idx="56">
                  <c:v>187.42335596533439</c:v>
                </c:pt>
                <c:pt idx="57">
                  <c:v>192.44940368095959</c:v>
                </c:pt>
                <c:pt idx="58">
                  <c:v>197.46607863558339</c:v>
                </c:pt>
                <c:pt idx="59">
                  <c:v>202.47088711552061</c:v>
                </c:pt>
                <c:pt idx="60">
                  <c:v>207.46144424638919</c:v>
                </c:pt>
                <c:pt idx="61">
                  <c:v>212.43547313320661</c:v>
                </c:pt>
                <c:pt idx="62">
                  <c:v>217.39080375322001</c:v>
                </c:pt>
                <c:pt idx="63">
                  <c:v>222.3253716227193</c:v>
                </c:pt>
                <c:pt idx="64">
                  <c:v>227.23721625849541</c:v>
                </c:pt>
                <c:pt idx="65">
                  <c:v>232.12447945402371</c:v>
                </c:pt>
                <c:pt idx="66">
                  <c:v>236.98540338971489</c:v>
                </c:pt>
                <c:pt idx="67">
                  <c:v>241.81832859588431</c:v>
                </c:pt>
                <c:pt idx="68">
                  <c:v>246.62169178621909</c:v>
                </c:pt>
                <c:pt idx="69">
                  <c:v>251.39402357876239</c:v>
                </c:pt>
                <c:pt idx="70">
                  <c:v>256.1339461205327</c:v>
                </c:pt>
                <c:pt idx="71">
                  <c:v>260.84017063102249</c:v>
                </c:pt>
                <c:pt idx="72">
                  <c:v>265.51149487897072</c:v>
                </c:pt>
                <c:pt idx="73">
                  <c:v>270.14680060586988</c:v>
                </c:pt>
                <c:pt idx="74">
                  <c:v>274.74505090881689</c:v>
                </c:pt>
                <c:pt idx="75">
                  <c:v>279.30528759445582</c:v>
                </c:pt>
                <c:pt idx="76">
                  <c:v>283.82662851486282</c:v>
                </c:pt>
                <c:pt idx="77">
                  <c:v>288.30826489544512</c:v>
                </c:pt>
                <c:pt idx="78">
                  <c:v>292.74945866405028</c:v>
                </c:pt>
                <c:pt idx="79">
                  <c:v>297.14953978975058</c:v>
                </c:pt>
                <c:pt idx="80">
                  <c:v>301.50790363900239</c:v>
                </c:pt>
                <c:pt idx="81">
                  <c:v>305.82400835608769</c:v>
                </c:pt>
                <c:pt idx="82">
                  <c:v>310.09737227418202</c:v>
                </c:pt>
                <c:pt idx="83">
                  <c:v>314.32757136258272</c:v>
                </c:pt>
                <c:pt idx="84">
                  <c:v>318.51423671512993</c:v>
                </c:pt>
                <c:pt idx="85">
                  <c:v>322.65705208419092</c:v>
                </c:pt>
                <c:pt idx="86">
                  <c:v>326.75575146404088</c:v>
                </c:pt>
                <c:pt idx="87">
                  <c:v>330.81011672696252</c:v>
                </c:pt>
                <c:pt idx="88">
                  <c:v>334.81997531487713</c:v>
                </c:pt>
                <c:pt idx="89">
                  <c:v>338.78519798889789</c:v>
                </c:pt>
                <c:pt idx="90">
                  <c:v>342.70569663871811</c:v>
                </c:pt>
                <c:pt idx="91">
                  <c:v>346.58142215343321</c:v>
                </c:pt>
                <c:pt idx="92">
                  <c:v>350.4123623549583</c:v>
                </c:pt>
                <c:pt idx="93">
                  <c:v>354.19853999493091</c:v>
                </c:pt>
                <c:pt idx="94">
                  <c:v>357.94001081564602</c:v>
                </c:pt>
                <c:pt idx="95">
                  <c:v>361.63686167531921</c:v>
                </c:pt>
                <c:pt idx="96">
                  <c:v>365.2892087377179</c:v>
                </c:pt>
                <c:pt idx="97">
                  <c:v>368.89719572595868</c:v>
                </c:pt>
                <c:pt idx="98">
                  <c:v>372.4609922400831</c:v>
                </c:pt>
                <c:pt idx="99">
                  <c:v>375.98079213784052</c:v>
                </c:pt>
                <c:pt idx="100">
                  <c:v>379.45681197793988</c:v>
                </c:pt>
                <c:pt idx="101">
                  <c:v>382.88928952487248</c:v>
                </c:pt>
                <c:pt idx="102">
                  <c:v>386.27848231432802</c:v>
                </c:pt>
                <c:pt idx="103">
                  <c:v>389.62466627806361</c:v>
                </c:pt>
                <c:pt idx="104">
                  <c:v>392.92813442702487</c:v>
                </c:pt>
                <c:pt idx="105">
                  <c:v>396.18919559142768</c:v>
                </c:pt>
                <c:pt idx="106">
                  <c:v>399.40817321644789</c:v>
                </c:pt>
                <c:pt idx="107">
                  <c:v>402.58540421210091</c:v>
                </c:pt>
                <c:pt idx="108">
                  <c:v>405.72123785585279</c:v>
                </c:pt>
                <c:pt idx="109">
                  <c:v>408.81603474648063</c:v>
                </c:pt>
                <c:pt idx="110">
                  <c:v>411.87016580764481</c:v>
                </c:pt>
                <c:pt idx="111">
                  <c:v>414.88401133967841</c:v>
                </c:pt>
                <c:pt idx="112">
                  <c:v>417.85796011800028</c:v>
                </c:pt>
                <c:pt idx="113">
                  <c:v>420.79240853664322</c:v>
                </c:pt>
                <c:pt idx="114">
                  <c:v>423.68775979533922</c:v>
                </c:pt>
                <c:pt idx="115">
                  <c:v>426.54442312861971</c:v>
                </c:pt>
                <c:pt idx="116">
                  <c:v>429.36281307542629</c:v>
                </c:pt>
                <c:pt idx="117">
                  <c:v>432.14334878770842</c:v>
                </c:pt>
                <c:pt idx="118">
                  <c:v>434.88645337653071</c:v>
                </c:pt>
                <c:pt idx="119">
                  <c:v>437.59255329423343</c:v>
                </c:pt>
                <c:pt idx="120">
                  <c:v>440.26207775120849</c:v>
                </c:pt>
                <c:pt idx="121">
                  <c:v>442.89545816587662</c:v>
                </c:pt>
                <c:pt idx="122">
                  <c:v>445.49312764652387</c:v>
                </c:pt>
                <c:pt idx="123">
                  <c:v>448.05552050360672</c:v>
                </c:pt>
                <c:pt idx="124">
                  <c:v>450.5830717912724</c:v>
                </c:pt>
                <c:pt idx="125">
                  <c:v>453.07621687678159</c:v>
                </c:pt>
                <c:pt idx="126">
                  <c:v>455.5353910366307</c:v>
                </c:pt>
                <c:pt idx="127">
                  <c:v>457.96102907814168</c:v>
                </c:pt>
                <c:pt idx="128">
                  <c:v>460.35356498538812</c:v>
                </c:pt>
                <c:pt idx="129">
                  <c:v>462.71343158831672</c:v>
                </c:pt>
                <c:pt idx="130">
                  <c:v>465.04106025398232</c:v>
                </c:pt>
                <c:pt idx="131">
                  <c:v>467.33688059883701</c:v>
                </c:pt>
                <c:pt idx="132">
                  <c:v>469.6013202210757</c:v>
                </c:pt>
                <c:pt idx="133">
                  <c:v>471.83480445204918</c:v>
                </c:pt>
                <c:pt idx="134">
                  <c:v>474.03775612581097</c:v>
                </c:pt>
                <c:pt idx="135">
                  <c:v>476.21059536587751</c:v>
                </c:pt>
                <c:pt idx="136">
                  <c:v>478.35373938835352</c:v>
                </c:pt>
                <c:pt idx="137">
                  <c:v>480.46760232057818</c:v>
                </c:pt>
                <c:pt idx="138">
                  <c:v>482.55259503447058</c:v>
                </c:pt>
                <c:pt idx="139">
                  <c:v>484.60912499383471</c:v>
                </c:pt>
                <c:pt idx="140">
                  <c:v>486.63759611486631</c:v>
                </c:pt>
                <c:pt idx="141">
                  <c:v>488.63840863915402</c:v>
                </c:pt>
                <c:pt idx="142">
                  <c:v>490.61195901851028</c:v>
                </c:pt>
                <c:pt idx="143">
                  <c:v>492.558639810974</c:v>
                </c:pt>
                <c:pt idx="144">
                  <c:v>494.47883958736281</c:v>
                </c:pt>
                <c:pt idx="145">
                  <c:v>496.37294284779898</c:v>
                </c:pt>
                <c:pt idx="146">
                  <c:v>498.24132994762539</c:v>
                </c:pt>
                <c:pt idx="147">
                  <c:v>500.08437703218158</c:v>
                </c:pt>
                <c:pt idx="148">
                  <c:v>501.90245597992617</c:v>
                </c:pt>
                <c:pt idx="149">
                  <c:v>503.69593435341119</c:v>
                </c:pt>
                <c:pt idx="150">
                  <c:v>505.46517535763883</c:v>
                </c:pt>
                <c:pt idx="151">
                  <c:v>507.21053780536738</c:v>
                </c:pt>
                <c:pt idx="152">
                  <c:v>508.9323760889244</c:v>
                </c:pt>
                <c:pt idx="153">
                  <c:v>510.6310401581369</c:v>
                </c:pt>
                <c:pt idx="154">
                  <c:v>512.30687550398704</c:v>
                </c:pt>
                <c:pt idx="155">
                  <c:v>513.96022314764105</c:v>
                </c:pt>
                <c:pt idx="156">
                  <c:v>515.59141963448553</c:v>
                </c:pt>
                <c:pt idx="157">
                  <c:v>517.20079703286046</c:v>
                </c:pt>
                <c:pt idx="158">
                  <c:v>518.78868293716243</c:v>
                </c:pt>
                <c:pt idx="159">
                  <c:v>520.35540047503343</c:v>
                </c:pt>
                <c:pt idx="160">
                  <c:v>521.90126831834357</c:v>
                </c:pt>
                <c:pt idx="161">
                  <c:v>523.42660069771023</c:v>
                </c:pt>
                <c:pt idx="162">
                  <c:v>524.93170742029031</c:v>
                </c:pt>
                <c:pt idx="163">
                  <c:v>526.41689389062014</c:v>
                </c:pt>
                <c:pt idx="164">
                  <c:v>527.88246113427192</c:v>
                </c:pt>
                <c:pt idx="165">
                  <c:v>529.32870582409305</c:v>
                </c:pt>
                <c:pt idx="166">
                  <c:v>530.75592030886401</c:v>
                </c:pt>
                <c:pt idx="167">
                  <c:v>532.16439264415021</c:v>
                </c:pt>
                <c:pt idx="168">
                  <c:v>533.55440662517594</c:v>
                </c:pt>
                <c:pt idx="169">
                  <c:v>534.92624182156601</c:v>
                </c:pt>
                <c:pt idx="170">
                  <c:v>536.28017361376237</c:v>
                </c:pt>
                <c:pt idx="171">
                  <c:v>537.61647323099874</c:v>
                </c:pt>
                <c:pt idx="172">
                  <c:v>538.93540779065552</c:v>
                </c:pt>
                <c:pt idx="173">
                  <c:v>540.23724033889039</c:v>
                </c:pt>
                <c:pt idx="174">
                  <c:v>541.52222989239669</c:v>
                </c:pt>
                <c:pt idx="175">
                  <c:v>542.79063148117746</c:v>
                </c:pt>
                <c:pt idx="176">
                  <c:v>544.04269619222134</c:v>
                </c:pt>
                <c:pt idx="177">
                  <c:v>545.27867121397571</c:v>
                </c:pt>
                <c:pt idx="178">
                  <c:v>546.49879988151554</c:v>
                </c:pt>
                <c:pt idx="179">
                  <c:v>547.70332172231508</c:v>
                </c:pt>
                <c:pt idx="180">
                  <c:v>548.89247250253663</c:v>
                </c:pt>
                <c:pt idx="181">
                  <c:v>550.06648427374432</c:v>
                </c:pt>
                <c:pt idx="182">
                  <c:v>551.2255854199899</c:v>
                </c:pt>
                <c:pt idx="183">
                  <c:v>552.37000070516433</c:v>
                </c:pt>
                <c:pt idx="184">
                  <c:v>553.49995132057836</c:v>
                </c:pt>
                <c:pt idx="185">
                  <c:v>554.61565493268927</c:v>
                </c:pt>
                <c:pt idx="186">
                  <c:v>555.71732573092879</c:v>
                </c:pt>
                <c:pt idx="187">
                  <c:v>556.80517447556167</c:v>
                </c:pt>
                <c:pt idx="188">
                  <c:v>557.87940854554347</c:v>
                </c:pt>
                <c:pt idx="189">
                  <c:v>558.94023198630862</c:v>
                </c:pt>
                <c:pt idx="190">
                  <c:v>559.98784555746499</c:v>
                </c:pt>
                <c:pt idx="191">
                  <c:v>561.02244678033333</c:v>
                </c:pt>
                <c:pt idx="192">
                  <c:v>562.04422998531686</c:v>
                </c:pt>
                <c:pt idx="193">
                  <c:v>563.05338635904388</c:v>
                </c:pt>
                <c:pt idx="194">
                  <c:v>564.05010399126058</c:v>
                </c:pt>
                <c:pt idx="195">
                  <c:v>565.03456792145141</c:v>
                </c:pt>
                <c:pt idx="196">
                  <c:v>566.00696018514259</c:v>
                </c:pt>
                <c:pt idx="197">
                  <c:v>566.96745985987832</c:v>
                </c:pt>
                <c:pt idx="198">
                  <c:v>567.9162431108349</c:v>
                </c:pt>
                <c:pt idx="199">
                  <c:v>568.85348323606684</c:v>
                </c:pt>
                <c:pt idx="200">
                  <c:v>569.77935071134573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5C-493D-A453-6653E5FC9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239614.7328033472</c:v>
                </c:pt>
                <c:pt idx="2">
                  <c:v>479229.46560669428</c:v>
                </c:pt>
                <c:pt idx="3">
                  <c:v>718844.19841004151</c:v>
                </c:pt>
                <c:pt idx="4">
                  <c:v>958458.93121338869</c:v>
                </c:pt>
                <c:pt idx="5">
                  <c:v>1198073.664016736</c:v>
                </c:pt>
                <c:pt idx="6">
                  <c:v>1437688.396820083</c:v>
                </c:pt>
                <c:pt idx="7">
                  <c:v>1677303.1296234301</c:v>
                </c:pt>
                <c:pt idx="8">
                  <c:v>1916917.8624267769</c:v>
                </c:pt>
                <c:pt idx="9">
                  <c:v>2156532.595230124</c:v>
                </c:pt>
                <c:pt idx="10">
                  <c:v>2396147.3280334719</c:v>
                </c:pt>
                <c:pt idx="11">
                  <c:v>2635762.060836819</c:v>
                </c:pt>
                <c:pt idx="12">
                  <c:v>2875376.7936401661</c:v>
                </c:pt>
                <c:pt idx="13">
                  <c:v>3114991.5264435131</c:v>
                </c:pt>
                <c:pt idx="14">
                  <c:v>3354606.2592468611</c:v>
                </c:pt>
                <c:pt idx="15">
                  <c:v>3594220.9920502082</c:v>
                </c:pt>
                <c:pt idx="16">
                  <c:v>3833835.7248535552</c:v>
                </c:pt>
                <c:pt idx="17">
                  <c:v>4073450.4576569018</c:v>
                </c:pt>
                <c:pt idx="18">
                  <c:v>4313065.1904602489</c:v>
                </c:pt>
                <c:pt idx="19">
                  <c:v>4552679.9232635964</c:v>
                </c:pt>
                <c:pt idx="20">
                  <c:v>4792294.6560669439</c:v>
                </c:pt>
                <c:pt idx="21">
                  <c:v>5031909.3888702895</c:v>
                </c:pt>
                <c:pt idx="22">
                  <c:v>5271524.121673638</c:v>
                </c:pt>
                <c:pt idx="23">
                  <c:v>5511138.8544769846</c:v>
                </c:pt>
                <c:pt idx="24">
                  <c:v>5750753.5872803321</c:v>
                </c:pt>
                <c:pt idx="25">
                  <c:v>5990368.3200836796</c:v>
                </c:pt>
                <c:pt idx="26">
                  <c:v>6229983.0528870262</c:v>
                </c:pt>
                <c:pt idx="27">
                  <c:v>6469597.7856903737</c:v>
                </c:pt>
                <c:pt idx="28">
                  <c:v>6709212.5184937213</c:v>
                </c:pt>
                <c:pt idx="29">
                  <c:v>6948827.2512970679</c:v>
                </c:pt>
                <c:pt idx="30">
                  <c:v>7188441.9841004154</c:v>
                </c:pt>
                <c:pt idx="31">
                  <c:v>7428056.716903762</c:v>
                </c:pt>
                <c:pt idx="32">
                  <c:v>7667671.4497071085</c:v>
                </c:pt>
                <c:pt idx="33">
                  <c:v>7907286.182510457</c:v>
                </c:pt>
                <c:pt idx="34">
                  <c:v>8146900.9153138036</c:v>
                </c:pt>
                <c:pt idx="35">
                  <c:v>8386515.6481171511</c:v>
                </c:pt>
                <c:pt idx="36">
                  <c:v>8626130.3809204977</c:v>
                </c:pt>
                <c:pt idx="37">
                  <c:v>8865745.1137238462</c:v>
                </c:pt>
                <c:pt idx="38">
                  <c:v>9105359.8465271927</c:v>
                </c:pt>
                <c:pt idx="39">
                  <c:v>9344974.5793305393</c:v>
                </c:pt>
                <c:pt idx="40">
                  <c:v>9584589.3121338878</c:v>
                </c:pt>
                <c:pt idx="41">
                  <c:v>9824204.0449372344</c:v>
                </c:pt>
                <c:pt idx="42">
                  <c:v>10063818.777740579</c:v>
                </c:pt>
                <c:pt idx="43">
                  <c:v>10303433.510543929</c:v>
                </c:pt>
                <c:pt idx="44">
                  <c:v>10543048.24334728</c:v>
                </c:pt>
                <c:pt idx="45">
                  <c:v>10782662.976150621</c:v>
                </c:pt>
                <c:pt idx="46">
                  <c:v>11022277.708953969</c:v>
                </c:pt>
                <c:pt idx="47">
                  <c:v>11261892.441757319</c:v>
                </c:pt>
                <c:pt idx="48">
                  <c:v>11501507.17456066</c:v>
                </c:pt>
                <c:pt idx="49">
                  <c:v>11741121.907364011</c:v>
                </c:pt>
                <c:pt idx="50">
                  <c:v>11980736.640167359</c:v>
                </c:pt>
                <c:pt idx="51">
                  <c:v>12220351.37297071</c:v>
                </c:pt>
                <c:pt idx="52">
                  <c:v>12459966.105774051</c:v>
                </c:pt>
                <c:pt idx="53">
                  <c:v>12699580.838577401</c:v>
                </c:pt>
                <c:pt idx="54">
                  <c:v>12939195.571380749</c:v>
                </c:pt>
                <c:pt idx="55">
                  <c:v>13178810.30418409</c:v>
                </c:pt>
                <c:pt idx="56">
                  <c:v>13418425.036987441</c:v>
                </c:pt>
                <c:pt idx="57">
                  <c:v>13658039.769790789</c:v>
                </c:pt>
                <c:pt idx="58">
                  <c:v>13897654.502594139</c:v>
                </c:pt>
                <c:pt idx="59">
                  <c:v>14137269.23539748</c:v>
                </c:pt>
                <c:pt idx="60">
                  <c:v>14376883.968200831</c:v>
                </c:pt>
                <c:pt idx="61">
                  <c:v>14616498.701004179</c:v>
                </c:pt>
                <c:pt idx="62">
                  <c:v>14856113.43380752</c:v>
                </c:pt>
                <c:pt idx="63">
                  <c:v>15095728.166610871</c:v>
                </c:pt>
                <c:pt idx="64">
                  <c:v>15335342.899414221</c:v>
                </c:pt>
                <c:pt idx="65">
                  <c:v>15574957.632217569</c:v>
                </c:pt>
                <c:pt idx="66">
                  <c:v>15814572.36502091</c:v>
                </c:pt>
                <c:pt idx="67">
                  <c:v>16054187.097824261</c:v>
                </c:pt>
                <c:pt idx="68">
                  <c:v>16293801.830627611</c:v>
                </c:pt>
                <c:pt idx="69">
                  <c:v>16533416.563430959</c:v>
                </c:pt>
                <c:pt idx="70">
                  <c:v>16773031.2962343</c:v>
                </c:pt>
                <c:pt idx="71">
                  <c:v>17012646.029037651</c:v>
                </c:pt>
                <c:pt idx="72">
                  <c:v>17252260.761840999</c:v>
                </c:pt>
                <c:pt idx="73">
                  <c:v>17491875.49464434</c:v>
                </c:pt>
                <c:pt idx="74">
                  <c:v>17731490.227447689</c:v>
                </c:pt>
                <c:pt idx="75">
                  <c:v>17971104.960251041</c:v>
                </c:pt>
                <c:pt idx="76">
                  <c:v>18210719.693054389</c:v>
                </c:pt>
                <c:pt idx="77">
                  <c:v>18450334.42585773</c:v>
                </c:pt>
                <c:pt idx="78">
                  <c:v>18689949.158661079</c:v>
                </c:pt>
                <c:pt idx="79">
                  <c:v>18929563.891464431</c:v>
                </c:pt>
                <c:pt idx="80">
                  <c:v>19169178.624267779</c:v>
                </c:pt>
                <c:pt idx="81">
                  <c:v>19408793.35707112</c:v>
                </c:pt>
                <c:pt idx="82">
                  <c:v>19648408.089874469</c:v>
                </c:pt>
                <c:pt idx="83">
                  <c:v>19888022.82267781</c:v>
                </c:pt>
                <c:pt idx="84">
                  <c:v>20127637.555481158</c:v>
                </c:pt>
                <c:pt idx="85">
                  <c:v>20367252.28828451</c:v>
                </c:pt>
                <c:pt idx="86">
                  <c:v>20606867.021087859</c:v>
                </c:pt>
                <c:pt idx="87">
                  <c:v>20846481.7538912</c:v>
                </c:pt>
                <c:pt idx="88">
                  <c:v>21086096.486694548</c:v>
                </c:pt>
                <c:pt idx="89">
                  <c:v>21325711.2194979</c:v>
                </c:pt>
                <c:pt idx="90">
                  <c:v>21565325.952301249</c:v>
                </c:pt>
                <c:pt idx="91">
                  <c:v>21804940.68510459</c:v>
                </c:pt>
                <c:pt idx="92">
                  <c:v>22044555.417907938</c:v>
                </c:pt>
                <c:pt idx="93">
                  <c:v>22284170.150711291</c:v>
                </c:pt>
                <c:pt idx="94">
                  <c:v>22523784.883514639</c:v>
                </c:pt>
                <c:pt idx="95">
                  <c:v>22763399.61631798</c:v>
                </c:pt>
                <c:pt idx="96">
                  <c:v>23003014.349121328</c:v>
                </c:pt>
                <c:pt idx="97">
                  <c:v>23242629.081924681</c:v>
                </c:pt>
                <c:pt idx="98">
                  <c:v>23482243.814728022</c:v>
                </c:pt>
                <c:pt idx="99">
                  <c:v>23721858.54753137</c:v>
                </c:pt>
                <c:pt idx="100">
                  <c:v>23961473.280334719</c:v>
                </c:pt>
                <c:pt idx="101">
                  <c:v>24201088.01313806</c:v>
                </c:pt>
                <c:pt idx="102">
                  <c:v>24440702.745941412</c:v>
                </c:pt>
                <c:pt idx="103">
                  <c:v>24680317.47874476</c:v>
                </c:pt>
                <c:pt idx="104">
                  <c:v>24919932.211548101</c:v>
                </c:pt>
                <c:pt idx="105">
                  <c:v>25159546.94435145</c:v>
                </c:pt>
                <c:pt idx="106">
                  <c:v>25399161.677154802</c:v>
                </c:pt>
                <c:pt idx="107">
                  <c:v>25638776.40995815</c:v>
                </c:pt>
                <c:pt idx="108">
                  <c:v>25878391.142761491</c:v>
                </c:pt>
                <c:pt idx="109">
                  <c:v>26118005.87556484</c:v>
                </c:pt>
                <c:pt idx="110">
                  <c:v>26357620.608368188</c:v>
                </c:pt>
                <c:pt idx="111">
                  <c:v>26597235.34117154</c:v>
                </c:pt>
                <c:pt idx="112">
                  <c:v>26836850.073974889</c:v>
                </c:pt>
                <c:pt idx="113">
                  <c:v>27076464.80677823</c:v>
                </c:pt>
                <c:pt idx="114">
                  <c:v>27316079.539581578</c:v>
                </c:pt>
                <c:pt idx="115">
                  <c:v>27555694.272384919</c:v>
                </c:pt>
                <c:pt idx="116">
                  <c:v>27795309.005188271</c:v>
                </c:pt>
                <c:pt idx="117">
                  <c:v>28034923.73799162</c:v>
                </c:pt>
                <c:pt idx="118">
                  <c:v>28274538.470794961</c:v>
                </c:pt>
                <c:pt idx="119">
                  <c:v>28514153.203598309</c:v>
                </c:pt>
                <c:pt idx="120">
                  <c:v>28753767.936401661</c:v>
                </c:pt>
                <c:pt idx="121">
                  <c:v>28993382.66920501</c:v>
                </c:pt>
                <c:pt idx="122">
                  <c:v>29232997.402008351</c:v>
                </c:pt>
                <c:pt idx="123">
                  <c:v>29472612.134811699</c:v>
                </c:pt>
                <c:pt idx="124">
                  <c:v>29712226.867615052</c:v>
                </c:pt>
                <c:pt idx="125">
                  <c:v>29951841.6004184</c:v>
                </c:pt>
                <c:pt idx="126">
                  <c:v>30191456.333221741</c:v>
                </c:pt>
                <c:pt idx="127">
                  <c:v>30431071.066025089</c:v>
                </c:pt>
                <c:pt idx="128">
                  <c:v>30670685.798828442</c:v>
                </c:pt>
                <c:pt idx="129">
                  <c:v>30910300.53163179</c:v>
                </c:pt>
                <c:pt idx="130">
                  <c:v>31149915.264435131</c:v>
                </c:pt>
                <c:pt idx="131">
                  <c:v>31389529.99723848</c:v>
                </c:pt>
                <c:pt idx="132">
                  <c:v>31629144.730041832</c:v>
                </c:pt>
                <c:pt idx="133">
                  <c:v>31868759.462845169</c:v>
                </c:pt>
                <c:pt idx="134">
                  <c:v>32108374.195648521</c:v>
                </c:pt>
                <c:pt idx="135">
                  <c:v>32347988.92845187</c:v>
                </c:pt>
                <c:pt idx="136">
                  <c:v>32587603.661255211</c:v>
                </c:pt>
                <c:pt idx="137">
                  <c:v>32827218.394058559</c:v>
                </c:pt>
                <c:pt idx="138">
                  <c:v>33066833.126861911</c:v>
                </c:pt>
                <c:pt idx="139">
                  <c:v>33306447.85966526</c:v>
                </c:pt>
                <c:pt idx="140">
                  <c:v>33546062.592468601</c:v>
                </c:pt>
                <c:pt idx="141">
                  <c:v>33785677.325271949</c:v>
                </c:pt>
                <c:pt idx="142">
                  <c:v>34025292.058075301</c:v>
                </c:pt>
                <c:pt idx="143">
                  <c:v>34264906.790878654</c:v>
                </c:pt>
                <c:pt idx="144">
                  <c:v>34504521.523681991</c:v>
                </c:pt>
                <c:pt idx="145">
                  <c:v>34744136.256485343</c:v>
                </c:pt>
                <c:pt idx="146">
                  <c:v>34983750.989288688</c:v>
                </c:pt>
                <c:pt idx="147">
                  <c:v>35223365.722092032</c:v>
                </c:pt>
                <c:pt idx="148">
                  <c:v>35462980.454895377</c:v>
                </c:pt>
                <c:pt idx="149">
                  <c:v>35702595.187698729</c:v>
                </c:pt>
                <c:pt idx="150">
                  <c:v>35942209.920502067</c:v>
                </c:pt>
                <c:pt idx="151">
                  <c:v>36181824.653305434</c:v>
                </c:pt>
                <c:pt idx="152">
                  <c:v>36421439.386108771</c:v>
                </c:pt>
                <c:pt idx="153">
                  <c:v>36661054.118912123</c:v>
                </c:pt>
                <c:pt idx="154">
                  <c:v>36900668.851715468</c:v>
                </c:pt>
                <c:pt idx="155">
                  <c:v>37140283.584518813</c:v>
                </c:pt>
                <c:pt idx="156">
                  <c:v>37379898.317322157</c:v>
                </c:pt>
                <c:pt idx="157">
                  <c:v>37619513.05012551</c:v>
                </c:pt>
                <c:pt idx="158">
                  <c:v>37859127.782928847</c:v>
                </c:pt>
                <c:pt idx="159">
                  <c:v>38098742.515732199</c:v>
                </c:pt>
                <c:pt idx="160">
                  <c:v>38338357.248535551</c:v>
                </c:pt>
                <c:pt idx="161">
                  <c:v>38577971.981338903</c:v>
                </c:pt>
                <c:pt idx="162">
                  <c:v>38817586.714142241</c:v>
                </c:pt>
                <c:pt idx="163">
                  <c:v>39057201.446945593</c:v>
                </c:pt>
                <c:pt idx="164">
                  <c:v>39296816.179748937</c:v>
                </c:pt>
                <c:pt idx="165">
                  <c:v>39536430.912552282</c:v>
                </c:pt>
                <c:pt idx="166">
                  <c:v>39776045.645355627</c:v>
                </c:pt>
                <c:pt idx="167">
                  <c:v>40015660.378158979</c:v>
                </c:pt>
                <c:pt idx="168">
                  <c:v>40255275.110962316</c:v>
                </c:pt>
                <c:pt idx="169">
                  <c:v>40494889.843765669</c:v>
                </c:pt>
                <c:pt idx="170">
                  <c:v>40734504.576569021</c:v>
                </c:pt>
                <c:pt idx="171">
                  <c:v>40974119.309372373</c:v>
                </c:pt>
                <c:pt idx="172">
                  <c:v>41213734.04217571</c:v>
                </c:pt>
                <c:pt idx="173">
                  <c:v>41453348.774979062</c:v>
                </c:pt>
                <c:pt idx="174">
                  <c:v>41692963.507782407</c:v>
                </c:pt>
                <c:pt idx="175">
                  <c:v>41932578.240585752</c:v>
                </c:pt>
                <c:pt idx="176">
                  <c:v>42172192.973389097</c:v>
                </c:pt>
                <c:pt idx="177">
                  <c:v>42411807.706192449</c:v>
                </c:pt>
                <c:pt idx="178">
                  <c:v>42651422.438995793</c:v>
                </c:pt>
                <c:pt idx="179">
                  <c:v>42891037.171799153</c:v>
                </c:pt>
                <c:pt idx="180">
                  <c:v>43130651.90460249</c:v>
                </c:pt>
                <c:pt idx="181">
                  <c:v>43370266.637405843</c:v>
                </c:pt>
                <c:pt idx="182">
                  <c:v>43609881.370209187</c:v>
                </c:pt>
                <c:pt idx="183">
                  <c:v>43849496.103012532</c:v>
                </c:pt>
                <c:pt idx="184">
                  <c:v>44089110.835815877</c:v>
                </c:pt>
                <c:pt idx="185">
                  <c:v>44328725.568619229</c:v>
                </c:pt>
                <c:pt idx="186">
                  <c:v>44568340.301422574</c:v>
                </c:pt>
                <c:pt idx="187">
                  <c:v>44807955.034225918</c:v>
                </c:pt>
                <c:pt idx="188">
                  <c:v>45047569.767029271</c:v>
                </c:pt>
                <c:pt idx="189">
                  <c:v>45287184.499832623</c:v>
                </c:pt>
                <c:pt idx="190">
                  <c:v>45526799.23263596</c:v>
                </c:pt>
                <c:pt idx="191">
                  <c:v>45766413.965439312</c:v>
                </c:pt>
                <c:pt idx="192">
                  <c:v>46006028.698242657</c:v>
                </c:pt>
                <c:pt idx="193">
                  <c:v>46245643.431046002</c:v>
                </c:pt>
                <c:pt idx="194">
                  <c:v>46485258.163849346</c:v>
                </c:pt>
                <c:pt idx="195">
                  <c:v>46724872.896652699</c:v>
                </c:pt>
                <c:pt idx="196">
                  <c:v>46964487.629456043</c:v>
                </c:pt>
                <c:pt idx="197">
                  <c:v>47204102.362259403</c:v>
                </c:pt>
                <c:pt idx="198">
                  <c:v>47443717.09506274</c:v>
                </c:pt>
                <c:pt idx="199">
                  <c:v>47683331.827866077</c:v>
                </c:pt>
                <c:pt idx="200">
                  <c:v>47922946.560669437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3.3075417533776449E-2</c:v>
                </c:pt>
                <c:pt idx="2">
                  <c:v>6.9961395306939331E-2</c:v>
                </c:pt>
                <c:pt idx="3">
                  <c:v>0.10840144496738</c:v>
                </c:pt>
                <c:pt idx="4">
                  <c:v>0.14784638509086859</c:v>
                </c:pt>
                <c:pt idx="5">
                  <c:v>0.18801177771844441</c:v>
                </c:pt>
                <c:pt idx="6">
                  <c:v>0.22871415288175281</c:v>
                </c:pt>
                <c:pt idx="7">
                  <c:v>0.26981994386142411</c:v>
                </c:pt>
                <c:pt idx="8">
                  <c:v>0.31122408150994352</c:v>
                </c:pt>
                <c:pt idx="9">
                  <c:v>0.35283940524078389</c:v>
                </c:pt>
                <c:pt idx="10">
                  <c:v>0.39459082871179052</c:v>
                </c:pt>
                <c:pt idx="11">
                  <c:v>0.4364118723854738</c:v>
                </c:pt>
                <c:pt idx="12">
                  <c:v>0.47824248486576593</c:v>
                </c:pt>
                <c:pt idx="13">
                  <c:v>0.52002761525761254</c:v>
                </c:pt>
                <c:pt idx="14">
                  <c:v>0.56171624699294076</c:v>
                </c:pt>
                <c:pt idx="15">
                  <c:v>0.60326072742088266</c:v>
                </c:pt>
                <c:pt idx="16">
                  <c:v>0.64461629349683014</c:v>
                </c:pt>
                <c:pt idx="17">
                  <c:v>0.68574073108095757</c:v>
                </c:pt>
                <c:pt idx="18">
                  <c:v>0.72659412726070893</c:v>
                </c:pt>
                <c:pt idx="19">
                  <c:v>0.7671386885287762</c:v>
                </c:pt>
                <c:pt idx="20">
                  <c:v>0.80733860614831321</c:v>
                </c:pt>
                <c:pt idx="21">
                  <c:v>0.84715995558400092</c:v>
                </c:pt>
                <c:pt idx="22">
                  <c:v>0.88657062059411851</c:v>
                </c:pt>
                <c:pt idx="23">
                  <c:v>0.92554023512877592</c:v>
                </c:pt>
                <c:pt idx="24">
                  <c:v>0.96404013796712384</c:v>
                </c:pt>
                <c:pt idx="25">
                  <c:v>1.0020433363053269</c:v>
                </c:pt>
                <c:pt idx="26">
                  <c:v>1.039524475438258</c:v>
                </c:pt>
                <c:pt idx="27">
                  <c:v>1.0764598123678379</c:v>
                </c:pt>
                <c:pt idx="28">
                  <c:v>1.112827191690646</c:v>
                </c:pt>
                <c:pt idx="29">
                  <c:v>1.1486060225135499</c:v>
                </c:pt>
                <c:pt idx="30">
                  <c:v>1.183777255453196</c:v>
                </c:pt>
                <c:pt idx="31">
                  <c:v>1.2183233590147959</c:v>
                </c:pt>
                <c:pt idx="32">
                  <c:v>1.2522282948358741</c:v>
                </c:pt>
                <c:pt idx="33">
                  <c:v>1.285477491431438</c:v>
                </c:pt>
                <c:pt idx="34">
                  <c:v>1.318057816198428</c:v>
                </c:pt>
                <c:pt idx="35">
                  <c:v>1.3499575455351751</c:v>
                </c:pt>
                <c:pt idx="36">
                  <c:v>1.381166333010021</c:v>
                </c:pt>
                <c:pt idx="37">
                  <c:v>1.4116751755771491</c:v>
                </c:pt>
                <c:pt idx="38">
                  <c:v>1.4414763778884361</c:v>
                </c:pt>
                <c:pt idx="39">
                  <c:v>1.4705635147907561</c:v>
                </c:pt>
                <c:pt idx="40">
                  <c:v>1.498931392130183</c:v>
                </c:pt>
                <c:pt idx="41">
                  <c:v>1.526576006009007</c:v>
                </c:pt>
                <c:pt idx="42">
                  <c:v>1.5534945006599561</c:v>
                </c:pt>
                <c:pt idx="43">
                  <c:v>1.5796851251148341</c:v>
                </c:pt>
                <c:pt idx="44">
                  <c:v>1.605147188853761</c:v>
                </c:pt>
                <c:pt idx="45">
                  <c:v>1.629881016625367</c:v>
                </c:pt>
                <c:pt idx="46">
                  <c:v>1.653887902630095</c:v>
                </c:pt>
                <c:pt idx="47">
                  <c:v>1.6771700642571989</c:v>
                </c:pt>
                <c:pt idx="48">
                  <c:v>1.699730595562295</c:v>
                </c:pt>
                <c:pt idx="49">
                  <c:v>1.721573420666612</c:v>
                </c:pt>
                <c:pt idx="50">
                  <c:v>1.742703247251798</c:v>
                </c:pt>
                <c:pt idx="51">
                  <c:v>1.763125520315606</c:v>
                </c:pt>
                <c:pt idx="52">
                  <c:v>1.78284637634391</c:v>
                </c:pt>
                <c:pt idx="53">
                  <c:v>1.8018725980442449</c:v>
                </c:pt>
                <c:pt idx="54">
                  <c:v>1.820211569775217</c:v>
                </c:pt>
                <c:pt idx="55">
                  <c:v>1.837871233794339</c:v>
                </c:pt>
                <c:pt idx="56">
                  <c:v>1.854860047435799</c:v>
                </c:pt>
                <c:pt idx="57">
                  <c:v>1.8711869413178119</c:v>
                </c:pt>
                <c:pt idx="58">
                  <c:v>1.886861278667614</c:v>
                </c:pt>
                <c:pt idx="59">
                  <c:v>1.9018928158413979</c:v>
                </c:pt>
                <c:pt idx="60">
                  <c:v>1.9162916641046721</c:v>
                </c:pt>
                <c:pt idx="61">
                  <c:v>1.9300682527287381</c:v>
                </c:pt>
                <c:pt idx="62">
                  <c:v>1.943233293448192</c:v>
                </c:pt>
                <c:pt idx="63">
                  <c:v>1.955797746315139</c:v>
                </c:pt>
                <c:pt idx="64">
                  <c:v>1.967772786976316</c:v>
                </c:pt>
                <c:pt idx="65">
                  <c:v>1.979169775391052</c:v>
                </c:pt>
                <c:pt idx="66">
                  <c:v>1.9900002259997049</c:v>
                </c:pt>
                <c:pt idx="67">
                  <c:v>2.0002757793452899</c:v>
                </c:pt>
                <c:pt idx="68">
                  <c:v>2.0100081751436178</c:v>
                </c:pt>
                <c:pt idx="69">
                  <c:v>2.0192092267916948</c:v>
                </c:pt>
                <c:pt idx="70">
                  <c:v>2.0278907972981641</c:v>
                </c:pt>
                <c:pt idx="71">
                  <c:v>2.0360647766145861</c:v>
                </c:pt>
                <c:pt idx="72">
                  <c:v>2.0437430603421518</c:v>
                </c:pt>
                <c:pt idx="73">
                  <c:v>2.050937529784163</c:v>
                </c:pt>
                <c:pt idx="74">
                  <c:v>2.057660033311361</c:v>
                </c:pt>
                <c:pt idx="75">
                  <c:v>2.063922369004445</c:v>
                </c:pt>
                <c:pt idx="76">
                  <c:v>2.069736268535205</c:v>
                </c:pt>
                <c:pt idx="77">
                  <c:v>2.0751133822462191</c:v>
                </c:pt>
                <c:pt idx="78">
                  <c:v>2.0800652653868452</c:v>
                </c:pt>
                <c:pt idx="79">
                  <c:v>2.0846033654624612</c:v>
                </c:pt>
                <c:pt idx="80">
                  <c:v>2.0887390106528829</c:v>
                </c:pt>
                <c:pt idx="81">
                  <c:v>2.09248339925482</c:v>
                </c:pt>
                <c:pt idx="82">
                  <c:v>2.0958475901038169</c:v>
                </c:pt>
                <c:pt idx="83">
                  <c:v>2.0988424939300518</c:v>
                </c:pt>
                <c:pt idx="84">
                  <c:v>2.1014788656033412</c:v>
                </c:pt>
                <c:pt idx="85">
                  <c:v>2.1037672972226469</c:v>
                </c:pt>
                <c:pt idx="86">
                  <c:v>2.1057182120060398</c:v>
                </c:pt>
                <c:pt idx="87">
                  <c:v>2.1073418589378572</c:v>
                </c:pt>
                <c:pt idx="88">
                  <c:v>2.108648308130582</c:v>
                </c:pt>
                <c:pt idx="89">
                  <c:v>2.1096474468600741</c:v>
                </c:pt>
                <c:pt idx="90">
                  <c:v>2.1103489762335759</c:v>
                </c:pt>
                <c:pt idx="91">
                  <c:v>2.110762408451579</c:v>
                </c:pt>
                <c:pt idx="92">
                  <c:v>2.1108970646253078</c:v>
                </c:pt>
                <c:pt idx="93">
                  <c:v>2.1107620731133632</c:v>
                </c:pt>
                <c:pt idx="94">
                  <c:v>2.110366368342055</c:v>
                </c:pt>
                <c:pt idx="95">
                  <c:v>2.109718690075514</c:v>
                </c:pt>
                <c:pt idx="96">
                  <c:v>2.1088275831030221</c:v>
                </c:pt>
                <c:pt idx="97">
                  <c:v>2.1077013973123031</c:v>
                </c:pt>
                <c:pt idx="98">
                  <c:v>2.1063482881189999</c:v>
                </c:pt>
                <c:pt idx="99">
                  <c:v>2.1047762172239688</c:v>
                </c:pt>
                <c:pt idx="100">
                  <c:v>2.1029929536713401</c:v>
                </c:pt>
                <c:pt idx="101">
                  <c:v>2.1010060751815791</c:v>
                </c:pt>
                <c:pt idx="102">
                  <c:v>2.0988229697353651</c:v>
                </c:pt>
                <c:pt idx="103">
                  <c:v>2.0964508373851092</c:v>
                </c:pt>
                <c:pt idx="104">
                  <c:v>2.093896692272367</c:v>
                </c:pt>
                <c:pt idx="105">
                  <c:v>2.0911673648306328</c:v>
                </c:pt>
                <c:pt idx="106">
                  <c:v>2.0882695041541992</c:v>
                </c:pt>
                <c:pt idx="107">
                  <c:v>2.0852095805148321</c:v>
                </c:pt>
                <c:pt idx="108">
                  <c:v>2.081993888009257</c:v>
                </c:pt>
                <c:pt idx="109">
                  <c:v>2.078628547321471</c:v>
                </c:pt>
                <c:pt idx="110">
                  <c:v>2.0751195085848582</c:v>
                </c:pt>
                <c:pt idx="111">
                  <c:v>2.071472554330327</c:v>
                </c:pt>
                <c:pt idx="112">
                  <c:v>2.067693302507227</c:v>
                </c:pt>
                <c:pt idx="113">
                  <c:v>2.0637872095651382</c:v>
                </c:pt>
                <c:pt idx="114">
                  <c:v>2.0597595735851941</c:v>
                </c:pt>
                <c:pt idx="115">
                  <c:v>2.0556155374505338</c:v>
                </c:pt>
                <c:pt idx="116">
                  <c:v>2.0513600920462949</c:v>
                </c:pt>
                <c:pt idx="117">
                  <c:v>2.0469980794801912</c:v>
                </c:pt>
                <c:pt idx="118">
                  <c:v>2.0425341963154908</c:v>
                </c:pt>
                <c:pt idx="119">
                  <c:v>2.0379729968089122</c:v>
                </c:pt>
                <c:pt idx="120">
                  <c:v>2.033318896146477</c:v>
                </c:pt>
                <c:pt idx="121">
                  <c:v>2.0285761736709911</c:v>
                </c:pt>
                <c:pt idx="122">
                  <c:v>2.0237489760955181</c:v>
                </c:pt>
                <c:pt idx="123">
                  <c:v>2.0188413206973821</c:v>
                </c:pt>
                <c:pt idx="124">
                  <c:v>2.0138570984882058</c:v>
                </c:pt>
                <c:pt idx="125">
                  <c:v>2.0088000773554859</c:v>
                </c:pt>
                <c:pt idx="126">
                  <c:v>2.0036739051720169</c:v>
                </c:pt>
                <c:pt idx="127">
                  <c:v>1.998482112869546</c:v>
                </c:pt>
                <c:pt idx="128">
                  <c:v>1.9932281174737221</c:v>
                </c:pt>
                <c:pt idx="129">
                  <c:v>1.987915225097534</c:v>
                </c:pt>
                <c:pt idx="130">
                  <c:v>1.9825466338908719</c:v>
                </c:pt>
                <c:pt idx="131">
                  <c:v>1.9771254369440521</c:v>
                </c:pt>
                <c:pt idx="132">
                  <c:v>1.971654625143588</c:v>
                </c:pt>
                <c:pt idx="133">
                  <c:v>1.966137089978572</c:v>
                </c:pt>
                <c:pt idx="134">
                  <c:v>1.9605756262964</c:v>
                </c:pt>
                <c:pt idx="135">
                  <c:v>1.954972935006692</c:v>
                </c:pt>
                <c:pt idx="136">
                  <c:v>1.9493316257326021</c:v>
                </c:pt>
                <c:pt idx="137">
                  <c:v>1.943654219408802</c:v>
                </c:pt>
                <c:pt idx="138">
                  <c:v>1.9379431508255509</c:v>
                </c:pt>
                <c:pt idx="139">
                  <c:v>1.93220077111859</c:v>
                </c:pt>
                <c:pt idx="140">
                  <c:v>1.926429350204605</c:v>
                </c:pt>
                <c:pt idx="141">
                  <c:v>1.920631079162157</c:v>
                </c:pt>
                <c:pt idx="142">
                  <c:v>1.9148080725581751</c:v>
                </c:pt>
                <c:pt idx="143">
                  <c:v>1.9089623707201371</c:v>
                </c:pt>
                <c:pt idx="144">
                  <c:v>1.903095941954178</c:v>
                </c:pt>
                <c:pt idx="145">
                  <c:v>1.897210684709534</c:v>
                </c:pt>
                <c:pt idx="146">
                  <c:v>1.891308429689682</c:v>
                </c:pt>
                <c:pt idx="147">
                  <c:v>1.8853909419107111</c:v>
                </c:pt>
                <c:pt idx="148">
                  <c:v>1.8794599227075039</c:v>
                </c:pt>
                <c:pt idx="149">
                  <c:v>1.8735170116883419</c:v>
                </c:pt>
                <c:pt idx="150">
                  <c:v>1.8675637886385881</c:v>
                </c:pt>
                <c:pt idx="151">
                  <c:v>1.86160177537425</c:v>
                </c:pt>
                <c:pt idx="152">
                  <c:v>1.855632437546088</c:v>
                </c:pt>
                <c:pt idx="153">
                  <c:v>1.8496571863951441</c:v>
                </c:pt>
                <c:pt idx="154">
                  <c:v>1.843677380460464</c:v>
                </c:pt>
                <c:pt idx="155">
                  <c:v>1.837694327239938</c:v>
                </c:pt>
                <c:pt idx="156">
                  <c:v>1.83170928480505</c:v>
                </c:pt>
                <c:pt idx="157">
                  <c:v>1.82572346337049</c:v>
                </c:pt>
                <c:pt idx="158">
                  <c:v>1.8197380268194989</c:v>
                </c:pt>
                <c:pt idx="159">
                  <c:v>1.8137540941858881</c:v>
                </c:pt>
                <c:pt idx="160">
                  <c:v>1.807772741093622</c:v>
                </c:pt>
                <c:pt idx="161">
                  <c:v>1.801795001154938</c:v>
                </c:pt>
                <c:pt idx="162">
                  <c:v>1.7958218673278681</c:v>
                </c:pt>
                <c:pt idx="163">
                  <c:v>1.789854293234155</c:v>
                </c:pt>
                <c:pt idx="164">
                  <c:v>1.783893194438477</c:v>
                </c:pt>
                <c:pt idx="165">
                  <c:v>1.777939449689824</c:v>
                </c:pt>
                <c:pt idx="166">
                  <c:v>1.771993902126084</c:v>
                </c:pt>
                <c:pt idx="167">
                  <c:v>1.766057360442626</c:v>
                </c:pt>
                <c:pt idx="168">
                  <c:v>1.760130600025825</c:v>
                </c:pt>
                <c:pt idx="169">
                  <c:v>1.7542143640524639</c:v>
                </c:pt>
                <c:pt idx="170">
                  <c:v>1.748309364555797</c:v>
                </c:pt>
                <c:pt idx="171">
                  <c:v>1.742416283459254</c:v>
                </c:pt>
                <c:pt idx="172">
                  <c:v>1.736535773578531</c:v>
                </c:pt>
                <c:pt idx="173">
                  <c:v>1.730668459593022</c:v>
                </c:pt>
                <c:pt idx="174">
                  <c:v>1.724814938987334</c:v>
                </c:pt>
                <c:pt idx="175">
                  <c:v>1.718975782963742</c:v>
                </c:pt>
                <c:pt idx="176">
                  <c:v>1.713151537326385</c:v>
                </c:pt>
                <c:pt idx="177">
                  <c:v>1.7073427233379721</c:v>
                </c:pt>
                <c:pt idx="178">
                  <c:v>1.7015498385497869</c:v>
                </c:pt>
                <c:pt idx="179">
                  <c:v>1.695773357605733</c:v>
                </c:pt>
                <c:pt idx="180">
                  <c:v>1.6900137330211751</c:v>
                </c:pt>
                <c:pt idx="181">
                  <c:v>1.6842713959372519</c:v>
                </c:pt>
                <c:pt idx="182">
                  <c:v>1.678546756851468</c:v>
                </c:pt>
                <c:pt idx="183">
                  <c:v>1.672840206325128</c:v>
                </c:pt>
                <c:pt idx="184">
                  <c:v>1.667152115668397</c:v>
                </c:pt>
                <c:pt idx="185">
                  <c:v>1.661482837603576</c:v>
                </c:pt>
                <c:pt idx="186">
                  <c:v>1.6558327069072849</c:v>
                </c:pt>
                <c:pt idx="187">
                  <c:v>1.6502020410321361</c:v>
                </c:pt>
                <c:pt idx="188">
                  <c:v>1.6445911407085561</c:v>
                </c:pt>
                <c:pt idx="189">
                  <c:v>1.639000290527304</c:v>
                </c:pt>
                <c:pt idx="190">
                  <c:v>1.63342975950332</c:v>
                </c:pt>
                <c:pt idx="191">
                  <c:v>1.627879801621412</c:v>
                </c:pt>
                <c:pt idx="192">
                  <c:v>1.6223506563643959</c:v>
                </c:pt>
                <c:pt idx="193">
                  <c:v>1.6168425492241709</c:v>
                </c:pt>
                <c:pt idx="194">
                  <c:v>1.6113556921962691</c:v>
                </c:pt>
                <c:pt idx="195">
                  <c:v>1.6058902842584191</c:v>
                </c:pt>
                <c:pt idx="196">
                  <c:v>1.600446511833558</c:v>
                </c:pt>
                <c:pt idx="197">
                  <c:v>1.595024549237827</c:v>
                </c:pt>
                <c:pt idx="198">
                  <c:v>1.589624559113969</c:v>
                </c:pt>
                <c:pt idx="199">
                  <c:v>1.5842466928506489</c:v>
                </c:pt>
                <c:pt idx="200">
                  <c:v>1.5788910909880469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5C-493D-A453-6653E5FC9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5746303"/>
        <c:axId val="815735743"/>
      </c:lineChart>
      <c:catAx>
        <c:axId val="211879178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  <c:valAx>
        <c:axId val="815735743"/>
        <c:scaling>
          <c:orientation val="minMax"/>
        </c:scaling>
        <c:delete val="0"/>
        <c:axPos val="r"/>
        <c:numFmt formatCode="#,##0.00" sourceLinked="0"/>
        <c:majorTickMark val="out"/>
        <c:minorTickMark val="none"/>
        <c:tickLblPos val="nextTo"/>
        <c:crossAx val="815746303"/>
        <c:crosses val="max"/>
        <c:crossBetween val="between"/>
      </c:valAx>
      <c:catAx>
        <c:axId val="8157463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15735743"/>
        <c:crosses val="autoZero"/>
        <c:auto val="1"/>
        <c:lblAlgn val="ctr"/>
        <c:lblOffset val="100"/>
        <c:noMultiLvlLbl val="0"/>
      </c:cat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0.54316692238188513</c:v>
                </c:pt>
                <c:pt idx="2">
                  <c:v>1.08633384476377</c:v>
                </c:pt>
                <c:pt idx="3">
                  <c:v>1.6295007671456549</c:v>
                </c:pt>
                <c:pt idx="4">
                  <c:v>2.172667689527541</c:v>
                </c:pt>
                <c:pt idx="5">
                  <c:v>2.715834611909425</c:v>
                </c:pt>
                <c:pt idx="6">
                  <c:v>3.2590015342913108</c:v>
                </c:pt>
                <c:pt idx="7">
                  <c:v>3.8021684566731961</c:v>
                </c:pt>
                <c:pt idx="8">
                  <c:v>4.3453353790550819</c:v>
                </c:pt>
                <c:pt idx="9">
                  <c:v>4.8885023014369668</c:v>
                </c:pt>
                <c:pt idx="10">
                  <c:v>5.4316692238188518</c:v>
                </c:pt>
                <c:pt idx="11">
                  <c:v>5.9748361462007384</c:v>
                </c:pt>
                <c:pt idx="12">
                  <c:v>6.5180030685826216</c:v>
                </c:pt>
                <c:pt idx="13">
                  <c:v>7.0611699909645083</c:v>
                </c:pt>
                <c:pt idx="14">
                  <c:v>7.6043369133463932</c:v>
                </c:pt>
                <c:pt idx="15">
                  <c:v>8.1475038357282781</c:v>
                </c:pt>
                <c:pt idx="16">
                  <c:v>8.6906707581101639</c:v>
                </c:pt>
                <c:pt idx="17">
                  <c:v>9.2338376804920497</c:v>
                </c:pt>
                <c:pt idx="18">
                  <c:v>9.7770046028739337</c:v>
                </c:pt>
                <c:pt idx="19">
                  <c:v>10.320171525255819</c:v>
                </c:pt>
                <c:pt idx="20">
                  <c:v>10.8633384476377</c:v>
                </c:pt>
                <c:pt idx="21">
                  <c:v>11.406505370019589</c:v>
                </c:pt>
                <c:pt idx="22">
                  <c:v>11.94967229240147</c:v>
                </c:pt>
                <c:pt idx="23">
                  <c:v>12.492839214783359</c:v>
                </c:pt>
                <c:pt idx="24">
                  <c:v>13.03600613716524</c:v>
                </c:pt>
                <c:pt idx="25">
                  <c:v>13.57917305954712</c:v>
                </c:pt>
                <c:pt idx="26">
                  <c:v>14.122339981929009</c:v>
                </c:pt>
                <c:pt idx="27">
                  <c:v>14.66550690431089</c:v>
                </c:pt>
                <c:pt idx="28">
                  <c:v>15.208673826692779</c:v>
                </c:pt>
                <c:pt idx="29">
                  <c:v>15.75184074907466</c:v>
                </c:pt>
                <c:pt idx="30">
                  <c:v>16.295007671456549</c:v>
                </c:pt>
                <c:pt idx="31">
                  <c:v>16.838174593838431</c:v>
                </c:pt>
                <c:pt idx="32">
                  <c:v>17.38134151622031</c:v>
                </c:pt>
                <c:pt idx="33">
                  <c:v>17.924508438602199</c:v>
                </c:pt>
                <c:pt idx="34">
                  <c:v>18.467675360984082</c:v>
                </c:pt>
                <c:pt idx="35">
                  <c:v>19.010842283365971</c:v>
                </c:pt>
                <c:pt idx="36">
                  <c:v>19.55400920574785</c:v>
                </c:pt>
                <c:pt idx="37">
                  <c:v>20.097176128129739</c:v>
                </c:pt>
                <c:pt idx="38">
                  <c:v>20.640343050511621</c:v>
                </c:pt>
                <c:pt idx="39">
                  <c:v>21.1835099728935</c:v>
                </c:pt>
                <c:pt idx="40">
                  <c:v>21.726676895275389</c:v>
                </c:pt>
                <c:pt idx="41">
                  <c:v>22.269843817657272</c:v>
                </c:pt>
                <c:pt idx="42">
                  <c:v>22.813010740039161</c:v>
                </c:pt>
                <c:pt idx="43">
                  <c:v>23.35617766242104</c:v>
                </c:pt>
                <c:pt idx="44">
                  <c:v>23.899344584802929</c:v>
                </c:pt>
                <c:pt idx="45">
                  <c:v>24.442511507184811</c:v>
                </c:pt>
                <c:pt idx="46">
                  <c:v>24.98567842956669</c:v>
                </c:pt>
                <c:pt idx="47">
                  <c:v>25.528845351948579</c:v>
                </c:pt>
                <c:pt idx="48">
                  <c:v>26.072012274330461</c:v>
                </c:pt>
                <c:pt idx="49">
                  <c:v>26.615179196712351</c:v>
                </c:pt>
                <c:pt idx="50">
                  <c:v>27.158346119094229</c:v>
                </c:pt>
                <c:pt idx="51">
                  <c:v>27.701513041476119</c:v>
                </c:pt>
                <c:pt idx="52">
                  <c:v>28.244679963858001</c:v>
                </c:pt>
                <c:pt idx="53">
                  <c:v>28.78784688623988</c:v>
                </c:pt>
                <c:pt idx="54">
                  <c:v>29.331013808621769</c:v>
                </c:pt>
                <c:pt idx="55">
                  <c:v>29.874180731003651</c:v>
                </c:pt>
                <c:pt idx="56">
                  <c:v>30.41734765338553</c:v>
                </c:pt>
                <c:pt idx="57">
                  <c:v>30.960514575767419</c:v>
                </c:pt>
                <c:pt idx="58">
                  <c:v>31.503681498149309</c:v>
                </c:pt>
                <c:pt idx="59">
                  <c:v>32.046848420531191</c:v>
                </c:pt>
                <c:pt idx="60">
                  <c:v>32.59001534291307</c:v>
                </c:pt>
                <c:pt idx="61">
                  <c:v>33.133182265294963</c:v>
                </c:pt>
                <c:pt idx="62">
                  <c:v>33.676349187676841</c:v>
                </c:pt>
                <c:pt idx="63">
                  <c:v>34.219516110058727</c:v>
                </c:pt>
                <c:pt idx="64">
                  <c:v>34.762683032440613</c:v>
                </c:pt>
                <c:pt idx="65">
                  <c:v>35.305849954822492</c:v>
                </c:pt>
                <c:pt idx="66">
                  <c:v>35.849016877204377</c:v>
                </c:pt>
                <c:pt idx="67">
                  <c:v>36.392183799586263</c:v>
                </c:pt>
                <c:pt idx="68">
                  <c:v>36.935350721968149</c:v>
                </c:pt>
                <c:pt idx="69">
                  <c:v>37.478517644350028</c:v>
                </c:pt>
                <c:pt idx="70">
                  <c:v>38.021684566731913</c:v>
                </c:pt>
                <c:pt idx="71">
                  <c:v>38.564851489113799</c:v>
                </c:pt>
                <c:pt idx="72">
                  <c:v>39.108018411495692</c:v>
                </c:pt>
                <c:pt idx="73">
                  <c:v>39.651185333877571</c:v>
                </c:pt>
                <c:pt idx="74">
                  <c:v>40.194352256259457</c:v>
                </c:pt>
                <c:pt idx="75">
                  <c:v>40.73751917864135</c:v>
                </c:pt>
                <c:pt idx="76">
                  <c:v>41.280686101023242</c:v>
                </c:pt>
                <c:pt idx="77">
                  <c:v>41.823853023405128</c:v>
                </c:pt>
                <c:pt idx="78">
                  <c:v>42.367019945787007</c:v>
                </c:pt>
                <c:pt idx="79">
                  <c:v>42.9101868681689</c:v>
                </c:pt>
                <c:pt idx="80">
                  <c:v>43.453353790550793</c:v>
                </c:pt>
                <c:pt idx="81">
                  <c:v>43.996520712932679</c:v>
                </c:pt>
                <c:pt idx="82">
                  <c:v>44.539687635314571</c:v>
                </c:pt>
                <c:pt idx="83">
                  <c:v>45.082854557696457</c:v>
                </c:pt>
                <c:pt idx="84">
                  <c:v>45.626021480078343</c:v>
                </c:pt>
                <c:pt idx="85">
                  <c:v>46.169188402460243</c:v>
                </c:pt>
                <c:pt idx="86">
                  <c:v>46.712355324842122</c:v>
                </c:pt>
                <c:pt idx="87">
                  <c:v>47.255522247224008</c:v>
                </c:pt>
                <c:pt idx="88">
                  <c:v>47.7986891696059</c:v>
                </c:pt>
                <c:pt idx="89">
                  <c:v>48.341856091987793</c:v>
                </c:pt>
                <c:pt idx="90">
                  <c:v>48.885023014369679</c:v>
                </c:pt>
                <c:pt idx="91">
                  <c:v>49.428189936751558</c:v>
                </c:pt>
                <c:pt idx="92">
                  <c:v>49.971356859133451</c:v>
                </c:pt>
                <c:pt idx="93">
                  <c:v>50.514523781515337</c:v>
                </c:pt>
                <c:pt idx="94">
                  <c:v>51.057690703897229</c:v>
                </c:pt>
                <c:pt idx="95">
                  <c:v>51.600857626279122</c:v>
                </c:pt>
                <c:pt idx="96">
                  <c:v>52.144024548661008</c:v>
                </c:pt>
                <c:pt idx="97">
                  <c:v>52.687191471042887</c:v>
                </c:pt>
                <c:pt idx="98">
                  <c:v>53.230358393424787</c:v>
                </c:pt>
                <c:pt idx="99">
                  <c:v>53.773525315806673</c:v>
                </c:pt>
                <c:pt idx="100">
                  <c:v>54.316692238188573</c:v>
                </c:pt>
                <c:pt idx="101">
                  <c:v>54.859859160570451</c:v>
                </c:pt>
                <c:pt idx="102">
                  <c:v>55.403026082952337</c:v>
                </c:pt>
                <c:pt idx="103">
                  <c:v>55.94619300533423</c:v>
                </c:pt>
                <c:pt idx="104">
                  <c:v>56.489359927716123</c:v>
                </c:pt>
                <c:pt idx="105">
                  <c:v>57.032526850098002</c:v>
                </c:pt>
                <c:pt idx="106">
                  <c:v>57.575693772479887</c:v>
                </c:pt>
                <c:pt idx="107">
                  <c:v>58.11886069486178</c:v>
                </c:pt>
                <c:pt idx="108">
                  <c:v>58.662027617243673</c:v>
                </c:pt>
                <c:pt idx="109">
                  <c:v>59.205194539625559</c:v>
                </c:pt>
                <c:pt idx="110">
                  <c:v>59.748361462007438</c:v>
                </c:pt>
                <c:pt idx="111">
                  <c:v>60.291528384389338</c:v>
                </c:pt>
                <c:pt idx="112">
                  <c:v>60.834695306771223</c:v>
                </c:pt>
                <c:pt idx="113">
                  <c:v>61.377862229153124</c:v>
                </c:pt>
                <c:pt idx="114">
                  <c:v>61.921029151535002</c:v>
                </c:pt>
                <c:pt idx="115">
                  <c:v>62.464196073916888</c:v>
                </c:pt>
                <c:pt idx="116">
                  <c:v>63.007362996298781</c:v>
                </c:pt>
                <c:pt idx="117">
                  <c:v>63.550529918680667</c:v>
                </c:pt>
                <c:pt idx="118">
                  <c:v>64.093696841062552</c:v>
                </c:pt>
                <c:pt idx="119">
                  <c:v>64.636863763444438</c:v>
                </c:pt>
                <c:pt idx="120">
                  <c:v>65.180030685826338</c:v>
                </c:pt>
                <c:pt idx="121">
                  <c:v>65.723197608208224</c:v>
                </c:pt>
                <c:pt idx="122">
                  <c:v>66.26636453059011</c:v>
                </c:pt>
                <c:pt idx="123">
                  <c:v>66.809531452971996</c:v>
                </c:pt>
                <c:pt idx="124">
                  <c:v>67.352698375353881</c:v>
                </c:pt>
                <c:pt idx="125">
                  <c:v>67.895865297735781</c:v>
                </c:pt>
                <c:pt idx="126">
                  <c:v>68.439032220117667</c:v>
                </c:pt>
                <c:pt idx="127">
                  <c:v>68.982199142499553</c:v>
                </c:pt>
                <c:pt idx="128">
                  <c:v>69.525366064881439</c:v>
                </c:pt>
                <c:pt idx="129">
                  <c:v>70.068532987263325</c:v>
                </c:pt>
                <c:pt idx="130">
                  <c:v>70.611699909645225</c:v>
                </c:pt>
                <c:pt idx="131">
                  <c:v>71.15486683202711</c:v>
                </c:pt>
                <c:pt idx="132">
                  <c:v>71.698033754408996</c:v>
                </c:pt>
                <c:pt idx="133">
                  <c:v>72.241200676790882</c:v>
                </c:pt>
                <c:pt idx="134">
                  <c:v>72.784367599172768</c:v>
                </c:pt>
                <c:pt idx="135">
                  <c:v>73.327534521554668</c:v>
                </c:pt>
                <c:pt idx="136">
                  <c:v>73.870701443936554</c:v>
                </c:pt>
                <c:pt idx="137">
                  <c:v>74.413868366318439</c:v>
                </c:pt>
                <c:pt idx="138">
                  <c:v>74.957035288700325</c:v>
                </c:pt>
                <c:pt idx="139">
                  <c:v>75.500202211082211</c:v>
                </c:pt>
                <c:pt idx="140">
                  <c:v>76.043369133464097</c:v>
                </c:pt>
                <c:pt idx="141">
                  <c:v>76.586536055845997</c:v>
                </c:pt>
                <c:pt idx="142">
                  <c:v>77.129702978227883</c:v>
                </c:pt>
                <c:pt idx="143">
                  <c:v>77.672869900609768</c:v>
                </c:pt>
                <c:pt idx="144">
                  <c:v>78.216036822991654</c:v>
                </c:pt>
                <c:pt idx="145">
                  <c:v>78.75920374537354</c:v>
                </c:pt>
                <c:pt idx="146">
                  <c:v>79.30237066775544</c:v>
                </c:pt>
                <c:pt idx="147">
                  <c:v>79.845537590137326</c:v>
                </c:pt>
                <c:pt idx="148">
                  <c:v>80.388704512519212</c:v>
                </c:pt>
                <c:pt idx="149">
                  <c:v>80.931871434901097</c:v>
                </c:pt>
                <c:pt idx="150">
                  <c:v>81.475038357282983</c:v>
                </c:pt>
                <c:pt idx="151">
                  <c:v>82.018205279664883</c:v>
                </c:pt>
                <c:pt idx="152">
                  <c:v>82.561372202046769</c:v>
                </c:pt>
                <c:pt idx="153">
                  <c:v>83.104539124428655</c:v>
                </c:pt>
                <c:pt idx="154">
                  <c:v>83.647706046810541</c:v>
                </c:pt>
                <c:pt idx="155">
                  <c:v>84.190872969192426</c:v>
                </c:pt>
                <c:pt idx="156">
                  <c:v>84.734039891574326</c:v>
                </c:pt>
                <c:pt idx="157">
                  <c:v>85.277206813956212</c:v>
                </c:pt>
                <c:pt idx="158">
                  <c:v>85.820373736338098</c:v>
                </c:pt>
                <c:pt idx="159">
                  <c:v>86.363540658719984</c:v>
                </c:pt>
                <c:pt idx="160">
                  <c:v>86.90670758110187</c:v>
                </c:pt>
                <c:pt idx="161">
                  <c:v>87.44987450348377</c:v>
                </c:pt>
                <c:pt idx="162">
                  <c:v>87.993041425865655</c:v>
                </c:pt>
                <c:pt idx="163">
                  <c:v>88.536208348247541</c:v>
                </c:pt>
                <c:pt idx="164">
                  <c:v>89.079375270629427</c:v>
                </c:pt>
                <c:pt idx="165">
                  <c:v>89.622542193011313</c:v>
                </c:pt>
                <c:pt idx="166">
                  <c:v>90.165709115393213</c:v>
                </c:pt>
                <c:pt idx="167">
                  <c:v>90.708876037775099</c:v>
                </c:pt>
                <c:pt idx="168">
                  <c:v>91.252042960156984</c:v>
                </c:pt>
                <c:pt idx="169">
                  <c:v>91.79520988253887</c:v>
                </c:pt>
                <c:pt idx="170">
                  <c:v>92.338376804920756</c:v>
                </c:pt>
                <c:pt idx="171">
                  <c:v>92.881543727302642</c:v>
                </c:pt>
                <c:pt idx="172">
                  <c:v>93.424710649684542</c:v>
                </c:pt>
                <c:pt idx="173">
                  <c:v>93.967877572066428</c:v>
                </c:pt>
                <c:pt idx="174">
                  <c:v>94.511044494448313</c:v>
                </c:pt>
                <c:pt idx="175">
                  <c:v>95.054211416830199</c:v>
                </c:pt>
                <c:pt idx="176">
                  <c:v>95.597378339212085</c:v>
                </c:pt>
                <c:pt idx="177">
                  <c:v>96.140545261593985</c:v>
                </c:pt>
                <c:pt idx="178">
                  <c:v>96.683712183975871</c:v>
                </c:pt>
                <c:pt idx="179">
                  <c:v>97.226879106357757</c:v>
                </c:pt>
                <c:pt idx="180">
                  <c:v>97.770046028739642</c:v>
                </c:pt>
                <c:pt idx="181">
                  <c:v>98.313212951121528</c:v>
                </c:pt>
                <c:pt idx="182">
                  <c:v>98.856379873503428</c:v>
                </c:pt>
                <c:pt idx="183">
                  <c:v>99.399546795885314</c:v>
                </c:pt>
                <c:pt idx="184">
                  <c:v>99.9427137182672</c:v>
                </c:pt>
                <c:pt idx="185">
                  <c:v>100.4858806406491</c:v>
                </c:pt>
                <c:pt idx="186">
                  <c:v>101.029047563031</c:v>
                </c:pt>
                <c:pt idx="187">
                  <c:v>101.5722144854129</c:v>
                </c:pt>
                <c:pt idx="188">
                  <c:v>102.1153814077948</c:v>
                </c:pt>
                <c:pt idx="189">
                  <c:v>102.6585483301766</c:v>
                </c:pt>
                <c:pt idx="190">
                  <c:v>103.2017152525585</c:v>
                </c:pt>
                <c:pt idx="191">
                  <c:v>103.7448821749404</c:v>
                </c:pt>
                <c:pt idx="192">
                  <c:v>104.2880490973223</c:v>
                </c:pt>
                <c:pt idx="193">
                  <c:v>104.8312160197042</c:v>
                </c:pt>
                <c:pt idx="194">
                  <c:v>105.3743829420861</c:v>
                </c:pt>
                <c:pt idx="195">
                  <c:v>105.917549864468</c:v>
                </c:pt>
                <c:pt idx="196">
                  <c:v>106.4607167868499</c:v>
                </c:pt>
                <c:pt idx="197">
                  <c:v>107.0038837092317</c:v>
                </c:pt>
                <c:pt idx="198">
                  <c:v>107.5470506316136</c:v>
                </c:pt>
                <c:pt idx="199">
                  <c:v>108.0902175539955</c:v>
                </c:pt>
                <c:pt idx="200">
                  <c:v>108.6333844763774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0.17171956889532719</c:v>
                </c:pt>
                <c:pt idx="2">
                  <c:v>0.47415536565743699</c:v>
                </c:pt>
                <c:pt idx="3">
                  <c:v>0.85811448203774221</c:v>
                </c:pt>
                <c:pt idx="4">
                  <c:v>1.3061404111971799</c:v>
                </c:pt>
                <c:pt idx="5">
                  <c:v>1.808016055893495</c:v>
                </c:pt>
                <c:pt idx="6">
                  <c:v>2.3567209916807399</c:v>
                </c:pt>
                <c:pt idx="7">
                  <c:v>2.94699044633033</c:v>
                </c:pt>
                <c:pt idx="8">
                  <c:v>3.5746500944704209</c:v>
                </c:pt>
                <c:pt idx="9">
                  <c:v>4.2362599591749408</c:v>
                </c:pt>
                <c:pt idx="10">
                  <c:v>4.9289040890764371</c:v>
                </c:pt>
                <c:pt idx="11">
                  <c:v>5.6500572311130064</c:v>
                </c:pt>
                <c:pt idx="12">
                  <c:v>6.3974956576432032</c:v>
                </c:pt>
                <c:pt idx="13">
                  <c:v>7.169234955169121</c:v>
                </c:pt>
                <c:pt idx="14">
                  <c:v>7.9634851141014993</c:v>
                </c:pt>
                <c:pt idx="15">
                  <c:v>8.7786171769045716</c:v>
                </c:pt>
                <c:pt idx="16">
                  <c:v>9.6131378703387451</c:v>
                </c:pt>
                <c:pt idx="17">
                  <c:v>10.4656699102965</c:v>
                </c:pt>
                <c:pt idx="18">
                  <c:v>11.3349364351195</c:v>
                </c:pt>
                <c:pt idx="19">
                  <c:v>12.21974850682404</c:v>
                </c:pt>
                <c:pt idx="20">
                  <c:v>13.118994933995189</c:v>
                </c:pt>
                <c:pt idx="21">
                  <c:v>14.03163388006884</c:v>
                </c:pt>
                <c:pt idx="22">
                  <c:v>14.956685864351019</c:v>
                </c:pt>
                <c:pt idx="23">
                  <c:v>15.893227863477669</c:v>
                </c:pt>
                <c:pt idx="24">
                  <c:v>16.840388292468798</c:v>
                </c:pt>
                <c:pt idx="25">
                  <c:v>17.797342696272711</c:v>
                </c:pt>
                <c:pt idx="26">
                  <c:v>18.763310020741489</c:v>
                </c:pt>
                <c:pt idx="27">
                  <c:v>19.737549360343479</c:v>
                </c:pt>
                <c:pt idx="28">
                  <c:v>20.719357101334129</c:v>
                </c:pt>
                <c:pt idx="29">
                  <c:v>21.70806439546427</c:v>
                </c:pt>
                <c:pt idx="30">
                  <c:v>22.703034911929809</c:v>
                </c:pt>
                <c:pt idx="31">
                  <c:v>23.703662825108829</c:v>
                </c:pt>
                <c:pt idx="32">
                  <c:v>24.70937100337127</c:v>
                </c:pt>
                <c:pt idx="33">
                  <c:v>25.719609370384941</c:v>
                </c:pt>
                <c:pt idx="34">
                  <c:v>26.733853415246688</c:v>
                </c:pt>
                <c:pt idx="35">
                  <c:v>27.751602831715921</c:v>
                </c:pt>
                <c:pt idx="36">
                  <c:v>28.77238027002781</c:v>
                </c:pt>
                <c:pt idx="37">
                  <c:v>29.795730187370388</c:v>
                </c:pt>
                <c:pt idx="38">
                  <c:v>30.821217785252081</c:v>
                </c:pt>
                <c:pt idx="39">
                  <c:v>31.848428023746759</c:v>
                </c:pt>
                <c:pt idx="40">
                  <c:v>32.876964704069067</c:v>
                </c:pt>
                <c:pt idx="41">
                  <c:v>33.90644961214764</c:v>
                </c:pt>
                <c:pt idx="42">
                  <c:v>34.936521716884251</c:v>
                </c:pt>
                <c:pt idx="43">
                  <c:v>35.966836417641836</c:v>
                </c:pt>
                <c:pt idx="44">
                  <c:v>36.997064836226933</c:v>
                </c:pt>
                <c:pt idx="45">
                  <c:v>38.026893149242532</c:v>
                </c:pt>
                <c:pt idx="46">
                  <c:v>39.056021957207633</c:v>
                </c:pt>
                <c:pt idx="47">
                  <c:v>40.084165687282741</c:v>
                </c:pt>
                <c:pt idx="48">
                  <c:v>41.111052026818207</c:v>
                </c:pt>
                <c:pt idx="49">
                  <c:v>42.136421385269948</c:v>
                </c:pt>
                <c:pt idx="50">
                  <c:v>43.160026382305183</c:v>
                </c:pt>
                <c:pt idx="51">
                  <c:v>44.181631360162953</c:v>
                </c:pt>
                <c:pt idx="52">
                  <c:v>45.201011918544431</c:v>
                </c:pt>
                <c:pt idx="53">
                  <c:v>46.217954470488479</c:v>
                </c:pt>
                <c:pt idx="54">
                  <c:v>47.23225581784677</c:v>
                </c:pt>
                <c:pt idx="55">
                  <c:v>48.243722745110723</c:v>
                </c:pt>
                <c:pt idx="56">
                  <c:v>49.252171630462598</c:v>
                </c:pt>
                <c:pt idx="57">
                  <c:v>50.257428073030603</c:v>
                </c:pt>
                <c:pt idx="58">
                  <c:v>51.25932653541819</c:v>
                </c:pt>
                <c:pt idx="59">
                  <c:v>52.257710000662712</c:v>
                </c:pt>
                <c:pt idx="60">
                  <c:v>53.252429642849101</c:v>
                </c:pt>
                <c:pt idx="61">
                  <c:v>54.243344510668813</c:v>
                </c:pt>
                <c:pt idx="62">
                  <c:v>55.230321223271922</c:v>
                </c:pt>
                <c:pt idx="63">
                  <c:v>56.213233677809598</c:v>
                </c:pt>
                <c:pt idx="64">
                  <c:v>57.191962768111161</c:v>
                </c:pt>
                <c:pt idx="65">
                  <c:v>58.166396113977932</c:v>
                </c:pt>
                <c:pt idx="66">
                  <c:v>59.136427800615323</c:v>
                </c:pt>
                <c:pt idx="67">
                  <c:v>60.101958127753868</c:v>
                </c:pt>
                <c:pt idx="68">
                  <c:v>61.062893368041991</c:v>
                </c:pt>
                <c:pt idx="69">
                  <c:v>62.019145534317758</c:v>
                </c:pt>
                <c:pt idx="70">
                  <c:v>62.970632155392273</c:v>
                </c:pt>
                <c:pt idx="71">
                  <c:v>63.917276059997953</c:v>
                </c:pt>
                <c:pt idx="72">
                  <c:v>64.859005168575635</c:v>
                </c:pt>
                <c:pt idx="73">
                  <c:v>65.795752292591459</c:v>
                </c:pt>
                <c:pt idx="74">
                  <c:v>66.727454941092944</c:v>
                </c:pt>
                <c:pt idx="75">
                  <c:v>67.654055134225175</c:v>
                </c:pt>
                <c:pt idx="76">
                  <c:v>68.575499223447125</c:v>
                </c:pt>
                <c:pt idx="77">
                  <c:v>69.491737718195594</c:v>
                </c:pt>
                <c:pt idx="78">
                  <c:v>70.402725118760401</c:v>
                </c:pt>
                <c:pt idx="79">
                  <c:v>71.308419755141784</c:v>
                </c:pt>
                <c:pt idx="80">
                  <c:v>72.208783631675729</c:v>
                </c:pt>
                <c:pt idx="81">
                  <c:v>73.103782277216936</c:v>
                </c:pt>
                <c:pt idx="82">
                  <c:v>73.993384600682759</c:v>
                </c:pt>
                <c:pt idx="83">
                  <c:v>74.877562751767343</c:v>
                </c:pt>
                <c:pt idx="84">
                  <c:v>75.756291986643319</c:v>
                </c:pt>
                <c:pt idx="85">
                  <c:v>76.629550538476039</c:v>
                </c:pt>
                <c:pt idx="86">
                  <c:v>77.497319492582321</c:v>
                </c:pt>
                <c:pt idx="87">
                  <c:v>78.359582666071589</c:v>
                </c:pt>
                <c:pt idx="88">
                  <c:v>79.216326491814272</c:v>
                </c:pt>
                <c:pt idx="89">
                  <c:v>80.067539906587783</c:v>
                </c:pt>
                <c:pt idx="90">
                  <c:v>80.91321424325497</c:v>
                </c:pt>
                <c:pt idx="91">
                  <c:v>81.75334312683772</c:v>
                </c:pt>
                <c:pt idx="92">
                  <c:v>82.587922374350256</c:v>
                </c:pt>
                <c:pt idx="93">
                  <c:v>83.416949898263951</c:v>
                </c:pt>
                <c:pt idx="94">
                  <c:v>84.240425613478834</c:v>
                </c:pt>
                <c:pt idx="95">
                  <c:v>85.05835134768185</c:v>
                </c:pt>
                <c:pt idx="96">
                  <c:v>85.870730754974872</c:v>
                </c:pt>
                <c:pt idx="97">
                  <c:v>86.677569232662279</c:v>
                </c:pt>
                <c:pt idx="98">
                  <c:v>87.478873841087704</c:v>
                </c:pt>
                <c:pt idx="99">
                  <c:v>88.274653226417868</c:v>
                </c:pt>
                <c:pt idx="100">
                  <c:v>89.064917546270308</c:v>
                </c:pt>
                <c:pt idx="101">
                  <c:v>89.849678398089267</c:v>
                </c:pt>
                <c:pt idx="102">
                  <c:v>90.628948750174587</c:v>
                </c:pt>
                <c:pt idx="103">
                  <c:v>91.402742875272352</c:v>
                </c:pt>
                <c:pt idx="104">
                  <c:v>92.171076286640186</c:v>
                </c:pt>
                <c:pt idx="105">
                  <c:v>92.9339656765017</c:v>
                </c:pt>
                <c:pt idx="106">
                  <c:v>93.691428856806823</c:v>
                </c:pt>
                <c:pt idx="107">
                  <c:v>94.443484702220545</c:v>
                </c:pt>
                <c:pt idx="108">
                  <c:v>95.190153095261351</c:v>
                </c:pt>
                <c:pt idx="109">
                  <c:v>95.93145487351569</c:v>
                </c:pt>
                <c:pt idx="110">
                  <c:v>96.667411778857726</c:v>
                </c:pt>
                <c:pt idx="111">
                  <c:v>97.398046408602113</c:v>
                </c:pt>
                <c:pt idx="112">
                  <c:v>98.123382168526362</c:v>
                </c:pt>
                <c:pt idx="113">
                  <c:v>98.843443227694038</c:v>
                </c:pt>
                <c:pt idx="114">
                  <c:v>99.55825447501941</c:v>
                </c:pt>
                <c:pt idx="115">
                  <c:v>100.2678414775105</c:v>
                </c:pt>
                <c:pt idx="116">
                  <c:v>100.97223044013229</c:v>
                </c:pt>
                <c:pt idx="117">
                  <c:v>101.671448167235</c:v>
                </c:pt>
                <c:pt idx="118">
                  <c:v>102.36552202549009</c:v>
                </c:pt>
                <c:pt idx="119">
                  <c:v>103.0544799082828</c:v>
                </c:pt>
                <c:pt idx="120">
                  <c:v>103.73835020150899</c:v>
                </c:pt>
                <c:pt idx="121">
                  <c:v>104.4171617507279</c:v>
                </c:pt>
                <c:pt idx="122">
                  <c:v>105.0909438296212</c:v>
                </c:pt>
                <c:pt idx="123">
                  <c:v>105.7597261097137</c:v>
                </c:pt>
                <c:pt idx="124">
                  <c:v>106.42353863131</c:v>
                </c:pt>
                <c:pt idx="125">
                  <c:v>107.0824117756045</c:v>
                </c:pt>
                <c:pt idx="126">
                  <c:v>107.7363762379222</c:v>
                </c:pt>
                <c:pt idx="127">
                  <c:v>108.3854630020505</c:v>
                </c:pt>
                <c:pt idx="128">
                  <c:v>109.02970331562361</c:v>
                </c:pt>
                <c:pt idx="129">
                  <c:v>109.66912866652</c:v>
                </c:pt>
                <c:pt idx="130">
                  <c:v>110.30377076023809</c:v>
                </c:pt>
                <c:pt idx="131">
                  <c:v>110.9336614982151</c:v>
                </c:pt>
                <c:pt idx="132">
                  <c:v>111.5588329570536</c:v>
                </c:pt>
                <c:pt idx="133">
                  <c:v>112.1793173686242</c:v>
                </c:pt>
                <c:pt idx="134">
                  <c:v>112.7951471010125</c:v>
                </c:pt>
                <c:pt idx="135">
                  <c:v>113.4063546402792</c:v>
                </c:pt>
                <c:pt idx="136">
                  <c:v>114.01297257300369</c:v>
                </c:pt>
                <c:pt idx="137">
                  <c:v>114.6150335695839</c:v>
                </c:pt>
                <c:pt idx="138">
                  <c:v>115.2125703682625</c:v>
                </c:pt>
                <c:pt idx="139">
                  <c:v>115.8056157598551</c:v>
                </c:pt>
                <c:pt idx="140">
                  <c:v>116.39420257315329</c:v>
                </c:pt>
                <c:pt idx="141">
                  <c:v>116.978363660978</c:v>
                </c:pt>
                <c:pt idx="142">
                  <c:v>117.5581318868593</c:v>
                </c:pt>
                <c:pt idx="143">
                  <c:v>118.1335401123202</c:v>
                </c:pt>
                <c:pt idx="144">
                  <c:v>118.70462118473939</c:v>
                </c:pt>
                <c:pt idx="145">
                  <c:v>119.2714079257761</c:v>
                </c:pt>
                <c:pt idx="146">
                  <c:v>119.8339331203303</c:v>
                </c:pt>
                <c:pt idx="147">
                  <c:v>120.39222950602429</c:v>
                </c:pt>
                <c:pt idx="148">
                  <c:v>120.9463297631806</c:v>
                </c:pt>
                <c:pt idx="149">
                  <c:v>121.49626650528199</c:v>
                </c:pt>
                <c:pt idx="150">
                  <c:v>122.0420722698923</c:v>
                </c:pt>
                <c:pt idx="151">
                  <c:v>122.58377951002259</c:v>
                </c:pt>
                <c:pt idx="152">
                  <c:v>123.12142058592519</c:v>
                </c:pt>
                <c:pt idx="153">
                  <c:v>123.6550277572988</c:v>
                </c:pt>
                <c:pt idx="154">
                  <c:v>124.1846331758901</c:v>
                </c:pt>
                <c:pt idx="155">
                  <c:v>124.7102688784755</c:v>
                </c:pt>
                <c:pt idx="156">
                  <c:v>125.2319667802095</c:v>
                </c:pt>
                <c:pt idx="157">
                  <c:v>125.7497586683252</c:v>
                </c:pt>
                <c:pt idx="158">
                  <c:v>126.26367619617329</c:v>
                </c:pt>
                <c:pt idx="159">
                  <c:v>126.7737508775858</c:v>
                </c:pt>
                <c:pt idx="160">
                  <c:v>127.2800140815538</c:v>
                </c:pt>
                <c:pt idx="161">
                  <c:v>127.78249702720539</c:v>
                </c:pt>
                <c:pt idx="162">
                  <c:v>128.28123077907111</c:v>
                </c:pt>
                <c:pt idx="163">
                  <c:v>128.77624624262921</c:v>
                </c:pt>
                <c:pt idx="164">
                  <c:v>129.26757416011631</c:v>
                </c:pt>
                <c:pt idx="165">
                  <c:v>129.75524510659321</c:v>
                </c:pt>
                <c:pt idx="166">
                  <c:v>130.23928948625911</c:v>
                </c:pt>
                <c:pt idx="167">
                  <c:v>130.7197375289993</c:v>
                </c:pt>
                <c:pt idx="168">
                  <c:v>131.19661928716079</c:v>
                </c:pt>
                <c:pt idx="169">
                  <c:v>131.6699646325464</c:v>
                </c:pt>
                <c:pt idx="170">
                  <c:v>132.1398032536149</c:v>
                </c:pt>
                <c:pt idx="171">
                  <c:v>132.60616465288501</c:v>
                </c:pt>
                <c:pt idx="172">
                  <c:v>133.06907814452839</c:v>
                </c:pt>
                <c:pt idx="173">
                  <c:v>133.52857285214961</c:v>
                </c:pt>
                <c:pt idx="174">
                  <c:v>133.98467770674009</c:v>
                </c:pt>
                <c:pt idx="175">
                  <c:v>134.43742144480481</c:v>
                </c:pt>
                <c:pt idx="176">
                  <c:v>134.886832606648</c:v>
                </c:pt>
                <c:pt idx="177">
                  <c:v>135.33293953481709</c:v>
                </c:pt>
                <c:pt idx="178">
                  <c:v>135.77577037269489</c:v>
                </c:pt>
                <c:pt idx="179">
                  <c:v>136.21535306323389</c:v>
                </c:pt>
                <c:pt idx="180">
                  <c:v>136.65171534782871</c:v>
                </c:pt>
                <c:pt idx="181">
                  <c:v>137.0848847653177</c:v>
                </c:pt>
                <c:pt idx="182">
                  <c:v>137.5148886511123</c:v>
                </c:pt>
                <c:pt idx="183">
                  <c:v>137.94175413644379</c:v>
                </c:pt>
                <c:pt idx="184">
                  <c:v>138.36550814772639</c:v>
                </c:pt>
                <c:pt idx="185">
                  <c:v>138.78617740602911</c:v>
                </c:pt>
                <c:pt idx="186">
                  <c:v>139.20378842665289</c:v>
                </c:pt>
                <c:pt idx="187">
                  <c:v>139.61836751880821</c:v>
                </c:pt>
                <c:pt idx="188">
                  <c:v>140.0299407853872</c:v>
                </c:pt>
                <c:pt idx="189">
                  <c:v>140.43853412282871</c:v>
                </c:pt>
                <c:pt idx="190">
                  <c:v>140.8441732210691</c:v>
                </c:pt>
                <c:pt idx="191">
                  <c:v>141.24688356357731</c:v>
                </c:pt>
                <c:pt idx="192">
                  <c:v>141.64669042746851</c:v>
                </c:pt>
                <c:pt idx="193">
                  <c:v>142.04361888369479</c:v>
                </c:pt>
                <c:pt idx="194">
                  <c:v>142.4376937973054</c:v>
                </c:pt>
                <c:pt idx="195">
                  <c:v>142.82893982777881</c:v>
                </c:pt>
                <c:pt idx="196">
                  <c:v>143.21738142941749</c:v>
                </c:pt>
                <c:pt idx="197">
                  <c:v>143.60304285180641</c:v>
                </c:pt>
                <c:pt idx="198">
                  <c:v>143.98594814033001</c:v>
                </c:pt>
                <c:pt idx="199">
                  <c:v>144.3661211367457</c:v>
                </c:pt>
                <c:pt idx="200">
                  <c:v>144.74358547981089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02-4F10-8572-7633F5E6A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0.54316692238188513</c:v>
                </c:pt>
                <c:pt idx="2">
                  <c:v>1.08633384476377</c:v>
                </c:pt>
                <c:pt idx="3">
                  <c:v>1.6295007671456549</c:v>
                </c:pt>
                <c:pt idx="4">
                  <c:v>2.172667689527541</c:v>
                </c:pt>
                <c:pt idx="5">
                  <c:v>2.715834611909425</c:v>
                </c:pt>
                <c:pt idx="6">
                  <c:v>3.2590015342913108</c:v>
                </c:pt>
                <c:pt idx="7">
                  <c:v>3.8021684566731961</c:v>
                </c:pt>
                <c:pt idx="8">
                  <c:v>4.3453353790550819</c:v>
                </c:pt>
                <c:pt idx="9">
                  <c:v>4.8885023014369668</c:v>
                </c:pt>
                <c:pt idx="10">
                  <c:v>5.4316692238188518</c:v>
                </c:pt>
                <c:pt idx="11">
                  <c:v>5.9748361462007384</c:v>
                </c:pt>
                <c:pt idx="12">
                  <c:v>6.5180030685826216</c:v>
                </c:pt>
                <c:pt idx="13">
                  <c:v>7.0611699909645083</c:v>
                </c:pt>
                <c:pt idx="14">
                  <c:v>7.6043369133463932</c:v>
                </c:pt>
                <c:pt idx="15">
                  <c:v>8.1475038357282781</c:v>
                </c:pt>
                <c:pt idx="16">
                  <c:v>8.6906707581101639</c:v>
                </c:pt>
                <c:pt idx="17">
                  <c:v>9.2338376804920497</c:v>
                </c:pt>
                <c:pt idx="18">
                  <c:v>9.7770046028739337</c:v>
                </c:pt>
                <c:pt idx="19">
                  <c:v>10.320171525255819</c:v>
                </c:pt>
                <c:pt idx="20">
                  <c:v>10.8633384476377</c:v>
                </c:pt>
                <c:pt idx="21">
                  <c:v>11.406505370019589</c:v>
                </c:pt>
                <c:pt idx="22">
                  <c:v>11.94967229240147</c:v>
                </c:pt>
                <c:pt idx="23">
                  <c:v>12.492839214783359</c:v>
                </c:pt>
                <c:pt idx="24">
                  <c:v>13.03600613716524</c:v>
                </c:pt>
                <c:pt idx="25">
                  <c:v>13.57917305954712</c:v>
                </c:pt>
                <c:pt idx="26">
                  <c:v>14.122339981929009</c:v>
                </c:pt>
                <c:pt idx="27">
                  <c:v>14.66550690431089</c:v>
                </c:pt>
                <c:pt idx="28">
                  <c:v>15.208673826692779</c:v>
                </c:pt>
                <c:pt idx="29">
                  <c:v>15.75184074907466</c:v>
                </c:pt>
                <c:pt idx="30">
                  <c:v>16.295007671456549</c:v>
                </c:pt>
                <c:pt idx="31">
                  <c:v>16.838174593838431</c:v>
                </c:pt>
                <c:pt idx="32">
                  <c:v>17.38134151622031</c:v>
                </c:pt>
                <c:pt idx="33">
                  <c:v>17.924508438602199</c:v>
                </c:pt>
                <c:pt idx="34">
                  <c:v>18.467675360984082</c:v>
                </c:pt>
                <c:pt idx="35">
                  <c:v>19.010842283365971</c:v>
                </c:pt>
                <c:pt idx="36">
                  <c:v>19.55400920574785</c:v>
                </c:pt>
                <c:pt idx="37">
                  <c:v>20.097176128129739</c:v>
                </c:pt>
                <c:pt idx="38">
                  <c:v>20.640343050511621</c:v>
                </c:pt>
                <c:pt idx="39">
                  <c:v>21.1835099728935</c:v>
                </c:pt>
                <c:pt idx="40">
                  <c:v>21.726676895275389</c:v>
                </c:pt>
                <c:pt idx="41">
                  <c:v>22.269843817657272</c:v>
                </c:pt>
                <c:pt idx="42">
                  <c:v>22.813010740039161</c:v>
                </c:pt>
                <c:pt idx="43">
                  <c:v>23.35617766242104</c:v>
                </c:pt>
                <c:pt idx="44">
                  <c:v>23.899344584802929</c:v>
                </c:pt>
                <c:pt idx="45">
                  <c:v>24.442511507184811</c:v>
                </c:pt>
                <c:pt idx="46">
                  <c:v>24.98567842956669</c:v>
                </c:pt>
                <c:pt idx="47">
                  <c:v>25.528845351948579</c:v>
                </c:pt>
                <c:pt idx="48">
                  <c:v>26.072012274330461</c:v>
                </c:pt>
                <c:pt idx="49">
                  <c:v>26.615179196712351</c:v>
                </c:pt>
                <c:pt idx="50">
                  <c:v>27.158346119094229</c:v>
                </c:pt>
                <c:pt idx="51">
                  <c:v>27.701513041476119</c:v>
                </c:pt>
                <c:pt idx="52">
                  <c:v>28.244679963858001</c:v>
                </c:pt>
                <c:pt idx="53">
                  <c:v>28.78784688623988</c:v>
                </c:pt>
                <c:pt idx="54">
                  <c:v>29.331013808621769</c:v>
                </c:pt>
                <c:pt idx="55">
                  <c:v>29.874180731003651</c:v>
                </c:pt>
                <c:pt idx="56">
                  <c:v>30.41734765338553</c:v>
                </c:pt>
                <c:pt idx="57">
                  <c:v>30.960514575767419</c:v>
                </c:pt>
                <c:pt idx="58">
                  <c:v>31.503681498149309</c:v>
                </c:pt>
                <c:pt idx="59">
                  <c:v>32.046848420531191</c:v>
                </c:pt>
                <c:pt idx="60">
                  <c:v>32.59001534291307</c:v>
                </c:pt>
                <c:pt idx="61">
                  <c:v>33.133182265294963</c:v>
                </c:pt>
                <c:pt idx="62">
                  <c:v>33.676349187676841</c:v>
                </c:pt>
                <c:pt idx="63">
                  <c:v>34.219516110058727</c:v>
                </c:pt>
                <c:pt idx="64">
                  <c:v>34.762683032440613</c:v>
                </c:pt>
                <c:pt idx="65">
                  <c:v>35.305849954822492</c:v>
                </c:pt>
                <c:pt idx="66">
                  <c:v>35.849016877204377</c:v>
                </c:pt>
                <c:pt idx="67">
                  <c:v>36.392183799586263</c:v>
                </c:pt>
                <c:pt idx="68">
                  <c:v>36.935350721968149</c:v>
                </c:pt>
                <c:pt idx="69">
                  <c:v>37.478517644350028</c:v>
                </c:pt>
                <c:pt idx="70">
                  <c:v>38.021684566731913</c:v>
                </c:pt>
                <c:pt idx="71">
                  <c:v>38.564851489113799</c:v>
                </c:pt>
                <c:pt idx="72">
                  <c:v>39.108018411495692</c:v>
                </c:pt>
                <c:pt idx="73">
                  <c:v>39.651185333877571</c:v>
                </c:pt>
                <c:pt idx="74">
                  <c:v>40.194352256259457</c:v>
                </c:pt>
                <c:pt idx="75">
                  <c:v>40.73751917864135</c:v>
                </c:pt>
                <c:pt idx="76">
                  <c:v>41.280686101023242</c:v>
                </c:pt>
                <c:pt idx="77">
                  <c:v>41.823853023405128</c:v>
                </c:pt>
                <c:pt idx="78">
                  <c:v>42.367019945787007</c:v>
                </c:pt>
                <c:pt idx="79">
                  <c:v>42.9101868681689</c:v>
                </c:pt>
                <c:pt idx="80">
                  <c:v>43.453353790550793</c:v>
                </c:pt>
                <c:pt idx="81">
                  <c:v>43.996520712932679</c:v>
                </c:pt>
                <c:pt idx="82">
                  <c:v>44.539687635314571</c:v>
                </c:pt>
                <c:pt idx="83">
                  <c:v>45.082854557696457</c:v>
                </c:pt>
                <c:pt idx="84">
                  <c:v>45.626021480078343</c:v>
                </c:pt>
                <c:pt idx="85">
                  <c:v>46.169188402460243</c:v>
                </c:pt>
                <c:pt idx="86">
                  <c:v>46.712355324842122</c:v>
                </c:pt>
                <c:pt idx="87">
                  <c:v>47.255522247224008</c:v>
                </c:pt>
                <c:pt idx="88">
                  <c:v>47.7986891696059</c:v>
                </c:pt>
                <c:pt idx="89">
                  <c:v>48.341856091987793</c:v>
                </c:pt>
                <c:pt idx="90">
                  <c:v>48.885023014369679</c:v>
                </c:pt>
                <c:pt idx="91">
                  <c:v>49.428189936751558</c:v>
                </c:pt>
                <c:pt idx="92">
                  <c:v>49.971356859133451</c:v>
                </c:pt>
                <c:pt idx="93">
                  <c:v>50.514523781515337</c:v>
                </c:pt>
                <c:pt idx="94">
                  <c:v>51.057690703897229</c:v>
                </c:pt>
                <c:pt idx="95">
                  <c:v>51.600857626279122</c:v>
                </c:pt>
                <c:pt idx="96">
                  <c:v>52.144024548661008</c:v>
                </c:pt>
                <c:pt idx="97">
                  <c:v>52.687191471042887</c:v>
                </c:pt>
                <c:pt idx="98">
                  <c:v>53.230358393424787</c:v>
                </c:pt>
                <c:pt idx="99">
                  <c:v>53.773525315806673</c:v>
                </c:pt>
                <c:pt idx="100">
                  <c:v>54.316692238188573</c:v>
                </c:pt>
                <c:pt idx="101">
                  <c:v>54.859859160570451</c:v>
                </c:pt>
                <c:pt idx="102">
                  <c:v>55.403026082952337</c:v>
                </c:pt>
                <c:pt idx="103">
                  <c:v>55.94619300533423</c:v>
                </c:pt>
                <c:pt idx="104">
                  <c:v>56.489359927716123</c:v>
                </c:pt>
                <c:pt idx="105">
                  <c:v>57.032526850098002</c:v>
                </c:pt>
                <c:pt idx="106">
                  <c:v>57.575693772479887</c:v>
                </c:pt>
                <c:pt idx="107">
                  <c:v>58.11886069486178</c:v>
                </c:pt>
                <c:pt idx="108">
                  <c:v>58.662027617243673</c:v>
                </c:pt>
                <c:pt idx="109">
                  <c:v>59.205194539625559</c:v>
                </c:pt>
                <c:pt idx="110">
                  <c:v>59.748361462007438</c:v>
                </c:pt>
                <c:pt idx="111">
                  <c:v>60.291528384389338</c:v>
                </c:pt>
                <c:pt idx="112">
                  <c:v>60.834695306771223</c:v>
                </c:pt>
                <c:pt idx="113">
                  <c:v>61.377862229153124</c:v>
                </c:pt>
                <c:pt idx="114">
                  <c:v>61.921029151535002</c:v>
                </c:pt>
                <c:pt idx="115">
                  <c:v>62.464196073916888</c:v>
                </c:pt>
                <c:pt idx="116">
                  <c:v>63.007362996298781</c:v>
                </c:pt>
                <c:pt idx="117">
                  <c:v>63.550529918680667</c:v>
                </c:pt>
                <c:pt idx="118">
                  <c:v>64.093696841062552</c:v>
                </c:pt>
                <c:pt idx="119">
                  <c:v>64.636863763444438</c:v>
                </c:pt>
                <c:pt idx="120">
                  <c:v>65.180030685826338</c:v>
                </c:pt>
                <c:pt idx="121">
                  <c:v>65.723197608208224</c:v>
                </c:pt>
                <c:pt idx="122">
                  <c:v>66.26636453059011</c:v>
                </c:pt>
                <c:pt idx="123">
                  <c:v>66.809531452971996</c:v>
                </c:pt>
                <c:pt idx="124">
                  <c:v>67.352698375353881</c:v>
                </c:pt>
                <c:pt idx="125">
                  <c:v>67.895865297735781</c:v>
                </c:pt>
                <c:pt idx="126">
                  <c:v>68.439032220117667</c:v>
                </c:pt>
                <c:pt idx="127">
                  <c:v>68.982199142499553</c:v>
                </c:pt>
                <c:pt idx="128">
                  <c:v>69.525366064881439</c:v>
                </c:pt>
                <c:pt idx="129">
                  <c:v>70.068532987263325</c:v>
                </c:pt>
                <c:pt idx="130">
                  <c:v>70.611699909645225</c:v>
                </c:pt>
                <c:pt idx="131">
                  <c:v>71.15486683202711</c:v>
                </c:pt>
                <c:pt idx="132">
                  <c:v>71.698033754408996</c:v>
                </c:pt>
                <c:pt idx="133">
                  <c:v>72.241200676790882</c:v>
                </c:pt>
                <c:pt idx="134">
                  <c:v>72.784367599172768</c:v>
                </c:pt>
                <c:pt idx="135">
                  <c:v>73.327534521554668</c:v>
                </c:pt>
                <c:pt idx="136">
                  <c:v>73.870701443936554</c:v>
                </c:pt>
                <c:pt idx="137">
                  <c:v>74.413868366318439</c:v>
                </c:pt>
                <c:pt idx="138">
                  <c:v>74.957035288700325</c:v>
                </c:pt>
                <c:pt idx="139">
                  <c:v>75.500202211082211</c:v>
                </c:pt>
                <c:pt idx="140">
                  <c:v>76.043369133464097</c:v>
                </c:pt>
                <c:pt idx="141">
                  <c:v>76.586536055845997</c:v>
                </c:pt>
                <c:pt idx="142">
                  <c:v>77.129702978227883</c:v>
                </c:pt>
                <c:pt idx="143">
                  <c:v>77.672869900609768</c:v>
                </c:pt>
                <c:pt idx="144">
                  <c:v>78.216036822991654</c:v>
                </c:pt>
                <c:pt idx="145">
                  <c:v>78.75920374537354</c:v>
                </c:pt>
                <c:pt idx="146">
                  <c:v>79.30237066775544</c:v>
                </c:pt>
                <c:pt idx="147">
                  <c:v>79.845537590137326</c:v>
                </c:pt>
                <c:pt idx="148">
                  <c:v>80.388704512519212</c:v>
                </c:pt>
                <c:pt idx="149">
                  <c:v>80.931871434901097</c:v>
                </c:pt>
                <c:pt idx="150">
                  <c:v>81.475038357282983</c:v>
                </c:pt>
                <c:pt idx="151">
                  <c:v>82.018205279664883</c:v>
                </c:pt>
                <c:pt idx="152">
                  <c:v>82.561372202046769</c:v>
                </c:pt>
                <c:pt idx="153">
                  <c:v>83.104539124428655</c:v>
                </c:pt>
                <c:pt idx="154">
                  <c:v>83.647706046810541</c:v>
                </c:pt>
                <c:pt idx="155">
                  <c:v>84.190872969192426</c:v>
                </c:pt>
                <c:pt idx="156">
                  <c:v>84.734039891574326</c:v>
                </c:pt>
                <c:pt idx="157">
                  <c:v>85.277206813956212</c:v>
                </c:pt>
                <c:pt idx="158">
                  <c:v>85.820373736338098</c:v>
                </c:pt>
                <c:pt idx="159">
                  <c:v>86.363540658719984</c:v>
                </c:pt>
                <c:pt idx="160">
                  <c:v>86.90670758110187</c:v>
                </c:pt>
                <c:pt idx="161">
                  <c:v>87.44987450348377</c:v>
                </c:pt>
                <c:pt idx="162">
                  <c:v>87.993041425865655</c:v>
                </c:pt>
                <c:pt idx="163">
                  <c:v>88.536208348247541</c:v>
                </c:pt>
                <c:pt idx="164">
                  <c:v>89.079375270629427</c:v>
                </c:pt>
                <c:pt idx="165">
                  <c:v>89.622542193011313</c:v>
                </c:pt>
                <c:pt idx="166">
                  <c:v>90.165709115393213</c:v>
                </c:pt>
                <c:pt idx="167">
                  <c:v>90.708876037775099</c:v>
                </c:pt>
                <c:pt idx="168">
                  <c:v>91.252042960156984</c:v>
                </c:pt>
                <c:pt idx="169">
                  <c:v>91.79520988253887</c:v>
                </c:pt>
                <c:pt idx="170">
                  <c:v>92.338376804920756</c:v>
                </c:pt>
                <c:pt idx="171">
                  <c:v>92.881543727302642</c:v>
                </c:pt>
                <c:pt idx="172">
                  <c:v>93.424710649684542</c:v>
                </c:pt>
                <c:pt idx="173">
                  <c:v>93.967877572066428</c:v>
                </c:pt>
                <c:pt idx="174">
                  <c:v>94.511044494448313</c:v>
                </c:pt>
                <c:pt idx="175">
                  <c:v>95.054211416830199</c:v>
                </c:pt>
                <c:pt idx="176">
                  <c:v>95.597378339212085</c:v>
                </c:pt>
                <c:pt idx="177">
                  <c:v>96.140545261593985</c:v>
                </c:pt>
                <c:pt idx="178">
                  <c:v>96.683712183975871</c:v>
                </c:pt>
                <c:pt idx="179">
                  <c:v>97.226879106357757</c:v>
                </c:pt>
                <c:pt idx="180">
                  <c:v>97.770046028739642</c:v>
                </c:pt>
                <c:pt idx="181">
                  <c:v>98.313212951121528</c:v>
                </c:pt>
                <c:pt idx="182">
                  <c:v>98.856379873503428</c:v>
                </c:pt>
                <c:pt idx="183">
                  <c:v>99.399546795885314</c:v>
                </c:pt>
                <c:pt idx="184">
                  <c:v>99.9427137182672</c:v>
                </c:pt>
                <c:pt idx="185">
                  <c:v>100.4858806406491</c:v>
                </c:pt>
                <c:pt idx="186">
                  <c:v>101.029047563031</c:v>
                </c:pt>
                <c:pt idx="187">
                  <c:v>101.5722144854129</c:v>
                </c:pt>
                <c:pt idx="188">
                  <c:v>102.1153814077948</c:v>
                </c:pt>
                <c:pt idx="189">
                  <c:v>102.6585483301766</c:v>
                </c:pt>
                <c:pt idx="190">
                  <c:v>103.2017152525585</c:v>
                </c:pt>
                <c:pt idx="191">
                  <c:v>103.7448821749404</c:v>
                </c:pt>
                <c:pt idx="192">
                  <c:v>104.2880490973223</c:v>
                </c:pt>
                <c:pt idx="193">
                  <c:v>104.8312160197042</c:v>
                </c:pt>
                <c:pt idx="194">
                  <c:v>105.3743829420861</c:v>
                </c:pt>
                <c:pt idx="195">
                  <c:v>105.917549864468</c:v>
                </c:pt>
                <c:pt idx="196">
                  <c:v>106.4607167868499</c:v>
                </c:pt>
                <c:pt idx="197">
                  <c:v>107.0038837092317</c:v>
                </c:pt>
                <c:pt idx="198">
                  <c:v>107.5470506316136</c:v>
                </c:pt>
                <c:pt idx="199">
                  <c:v>108.0902175539955</c:v>
                </c:pt>
                <c:pt idx="200">
                  <c:v>108.6333844763774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0.29382373890891711</c:v>
                </c:pt>
                <c:pt idx="2">
                  <c:v>0.40565587037466633</c:v>
                </c:pt>
                <c:pt idx="3">
                  <c:v>0.48943054296063432</c:v>
                </c:pt>
                <c:pt idx="4">
                  <c:v>0.55872353632555194</c:v>
                </c:pt>
                <c:pt idx="5">
                  <c:v>0.61872742980597606</c:v>
                </c:pt>
                <c:pt idx="6">
                  <c:v>0.67208470356190608</c:v>
                </c:pt>
                <c:pt idx="7">
                  <c:v>0.72035699753295224</c:v>
                </c:pt>
                <c:pt idx="8">
                  <c:v>0.76455836018363188</c:v>
                </c:pt>
                <c:pt idx="9">
                  <c:v>0.80539176506217958</c:v>
                </c:pt>
                <c:pt idx="10">
                  <c:v>0.84336866059724735</c:v>
                </c:pt>
                <c:pt idx="11">
                  <c:v>0.87887528770655365</c:v>
                </c:pt>
                <c:pt idx="12">
                  <c:v>0.91221213452580363</c:v>
                </c:pt>
                <c:pt idx="13">
                  <c:v>0.94361872996472906</c:v>
                </c:pt>
                <c:pt idx="14">
                  <c:v>0.97328992597105646</c:v>
                </c:pt>
                <c:pt idx="15">
                  <c:v>1.001386985366594</c:v>
                </c:pt>
                <c:pt idx="16">
                  <c:v>1.028045365577833</c:v>
                </c:pt>
                <c:pt idx="17">
                  <c:v>1.053380326119792</c:v>
                </c:pt>
                <c:pt idx="18">
                  <c:v>1.077491059369087</c:v>
                </c:pt>
                <c:pt idx="19">
                  <c:v>1.1004637931664401</c:v>
                </c:pt>
                <c:pt idx="20">
                  <c:v>1.1223741612650009</c:v>
                </c:pt>
                <c:pt idx="21">
                  <c:v>1.1432890419800441</c:v>
                </c:pt>
                <c:pt idx="22">
                  <c:v>1.1632680037099901</c:v>
                </c:pt>
                <c:pt idx="23">
                  <c:v>1.182364455231405</c:v>
                </c:pt>
                <c:pt idx="24">
                  <c:v>1.2006265711304589</c:v>
                </c:pt>
                <c:pt idx="25">
                  <c:v>1.218098043758705</c:v>
                </c:pt>
                <c:pt idx="26">
                  <c:v>1.234818699793115</c:v>
                </c:pt>
                <c:pt idx="27">
                  <c:v>1.250825009994976</c:v>
                </c:pt>
                <c:pt idx="28">
                  <c:v>1.266150513901015</c:v>
                </c:pt>
                <c:pt idx="29">
                  <c:v>1.280826176149866</c:v>
                </c:pt>
                <c:pt idx="30">
                  <c:v>1.29488068741291</c:v>
                </c:pt>
                <c:pt idx="31">
                  <c:v>1.3083407200948891</c:v>
                </c:pt>
                <c:pt idx="32">
                  <c:v>1.321231146842172</c:v>
                </c:pt>
                <c:pt idx="33">
                  <c:v>1.3335752282662821</c:v>
                </c:pt>
                <c:pt idx="34">
                  <c:v>1.3453947750294311</c:v>
                </c:pt>
                <c:pt idx="35">
                  <c:v>1.3567102884554829</c:v>
                </c:pt>
                <c:pt idx="36">
                  <c:v>1.367541083056619</c:v>
                </c:pt>
                <c:pt idx="37">
                  <c:v>1.3779053937535419</c:v>
                </c:pt>
                <c:pt idx="38">
                  <c:v>1.387820470078676</c:v>
                </c:pt>
                <c:pt idx="39">
                  <c:v>1.3973026592594591</c:v>
                </c:pt>
                <c:pt idx="40">
                  <c:v>1.4063674797620791</c:v>
                </c:pt>
                <c:pt idx="41">
                  <c:v>1.415029686618366</c:v>
                </c:pt>
                <c:pt idx="42">
                  <c:v>1.423303329648153</c:v>
                </c:pt>
                <c:pt idx="43">
                  <c:v>1.4312018055165161</c:v>
                </c:pt>
                <c:pt idx="44">
                  <c:v>1.4387379044225941</c:v>
                </c:pt>
                <c:pt idx="45">
                  <c:v>1.445923852098266</c:v>
                </c:pt>
                <c:pt idx="46">
                  <c:v>1.45277134769636</c:v>
                </c:pt>
                <c:pt idx="47">
                  <c:v>1.4592915980655059</c:v>
                </c:pt>
                <c:pt idx="48">
                  <c:v>1.46549534883939</c:v>
                </c:pt>
                <c:pt idx="49">
                  <c:v>1.471392912709742</c:v>
                </c:pt>
                <c:pt idx="50">
                  <c:v>1.4769941952028169</c:v>
                </c:pt>
                <c:pt idx="51">
                  <c:v>1.482308718237112</c:v>
                </c:pt>
                <c:pt idx="52">
                  <c:v>1.4873456417042259</c:v>
                </c:pt>
                <c:pt idx="53">
                  <c:v>1.4921137832841</c:v>
                </c:pt>
                <c:pt idx="54">
                  <c:v>1.496621636679605</c:v>
                </c:pt>
                <c:pt idx="55">
                  <c:v>1.500877388432825</c:v>
                </c:pt>
                <c:pt idx="56">
                  <c:v>1.504888933465889</c:v>
                </c:pt>
                <c:pt idx="57">
                  <c:v>1.5086638894723381</c:v>
                </c:pt>
                <c:pt idx="58">
                  <c:v>1.5122096102703431</c:v>
                </c:pt>
                <c:pt idx="59">
                  <c:v>1.5155331982164311</c:v>
                </c:pt>
                <c:pt idx="60">
                  <c:v>1.5186415157672579</c:v>
                </c:pt>
                <c:pt idx="61">
                  <c:v>1.521541196267266</c:v>
                </c:pt>
                <c:pt idx="62">
                  <c:v>1.524238654031645</c:v>
                </c:pt>
                <c:pt idx="63">
                  <c:v>1.526740093786523</c:v>
                </c:pt>
                <c:pt idx="64">
                  <c:v>1.5290515195218179</c:v>
                </c:pt>
                <c:pt idx="65">
                  <c:v>1.531178742806387</c:v>
                </c:pt>
                <c:pt idx="66">
                  <c:v>1.5331273906100891</c:v>
                </c:pt>
                <c:pt idx="67">
                  <c:v>1.5349029126728031</c:v>
                </c:pt>
                <c:pt idx="68">
                  <c:v>1.536510588456538</c:v>
                </c:pt>
                <c:pt idx="69">
                  <c:v>1.5379555337132</c:v>
                </c:pt>
                <c:pt idx="70">
                  <c:v>1.539242706697455</c:v>
                </c:pt>
                <c:pt idx="71">
                  <c:v>1.540376914051347</c:v>
                </c:pt>
                <c:pt idx="72">
                  <c:v>1.5413628163847961</c:v>
                </c:pt>
                <c:pt idx="73">
                  <c:v>1.5422049335739441</c:v>
                </c:pt>
                <c:pt idx="74">
                  <c:v>1.54290764979727</c:v>
                </c:pt>
                <c:pt idx="75">
                  <c:v>1.5434752183276259</c:v>
                </c:pt>
                <c:pt idx="76">
                  <c:v>1.543911766096784</c:v>
                </c:pt>
                <c:pt idx="77">
                  <c:v>1.544221298047592</c:v>
                </c:pt>
                <c:pt idx="78">
                  <c:v>1.544407701287599</c:v>
                </c:pt>
                <c:pt idx="79">
                  <c:v>1.5444747490567869</c:v>
                </c:pt>
                <c:pt idx="80">
                  <c:v>1.5444261045210821</c:v>
                </c:pt>
                <c:pt idx="81">
                  <c:v>1.544265324402279</c:v>
                </c:pt>
                <c:pt idx="82">
                  <c:v>1.5439958624542109</c:v>
                </c:pt>
                <c:pt idx="83">
                  <c:v>1.5436210727942321</c:v>
                </c:pt>
                <c:pt idx="84">
                  <c:v>1.5431442130983151</c:v>
                </c:pt>
                <c:pt idx="85">
                  <c:v>1.5425684476675059</c:v>
                </c:pt>
                <c:pt idx="86">
                  <c:v>1.541896850372837</c:v>
                </c:pt>
                <c:pt idx="87">
                  <c:v>1.5411324074853061</c:v>
                </c:pt>
                <c:pt idx="88">
                  <c:v>1.540278020397035</c:v>
                </c:pt>
                <c:pt idx="89">
                  <c:v>1.5393365082393029</c:v>
                </c:pt>
                <c:pt idx="90">
                  <c:v>1.5383106104027049</c:v>
                </c:pt>
                <c:pt idx="91">
                  <c:v>1.5372029889643819</c:v>
                </c:pt>
                <c:pt idx="92">
                  <c:v>1.536016231026891</c:v>
                </c:pt>
                <c:pt idx="93">
                  <c:v>1.534752850972976</c:v>
                </c:pt>
                <c:pt idx="94">
                  <c:v>1.5334152926402731</c:v>
                </c:pt>
                <c:pt idx="95">
                  <c:v>1.5320059314196419</c:v>
                </c:pt>
                <c:pt idx="96">
                  <c:v>1.530527076280644</c:v>
                </c:pt>
                <c:pt idx="97">
                  <c:v>1.5289809717274681</c:v>
                </c:pt>
                <c:pt idx="98">
                  <c:v>1.527369799688332</c:v>
                </c:pt>
                <c:pt idx="99">
                  <c:v>1.52569568134133</c:v>
                </c:pt>
                <c:pt idx="100">
                  <c:v>1.523960678879368</c:v>
                </c:pt>
                <c:pt idx="101">
                  <c:v>1.522166797216828</c:v>
                </c:pt>
                <c:pt idx="102">
                  <c:v>1.5203159856403321</c:v>
                </c:pt>
                <c:pt idx="103">
                  <c:v>1.51841013940591</c:v>
                </c:pt>
                <c:pt idx="104">
                  <c:v>1.516451101284729</c:v>
                </c:pt>
                <c:pt idx="105">
                  <c:v>1.51444066305944</c:v>
                </c:pt>
                <c:pt idx="106">
                  <c:v>1.5123805669730379</c:v>
                </c:pt>
                <c:pt idx="107">
                  <c:v>1.510272507132115</c:v>
                </c:pt>
                <c:pt idx="108">
                  <c:v>1.5081181308662139</c:v>
                </c:pt>
                <c:pt idx="109">
                  <c:v>1.505919040044948</c:v>
                </c:pt>
                <c:pt idx="110">
                  <c:v>1.5036767923544621</c:v>
                </c:pt>
                <c:pt idx="111">
                  <c:v>1.5013929025346999</c:v>
                </c:pt>
                <c:pt idx="112">
                  <c:v>1.4990688435789501</c:v>
                </c:pt>
                <c:pt idx="113">
                  <c:v>1.4967060478969689</c:v>
                </c:pt>
                <c:pt idx="114">
                  <c:v>1.4943059084430179</c:v>
                </c:pt>
                <c:pt idx="115">
                  <c:v>1.4918697798100291</c:v>
                </c:pt>
                <c:pt idx="116">
                  <c:v>1.4893989792910729</c:v>
                </c:pt>
                <c:pt idx="117">
                  <c:v>1.486894787909266</c:v>
                </c:pt>
                <c:pt idx="118">
                  <c:v>1.484358451417195</c:v>
                </c:pt>
                <c:pt idx="119">
                  <c:v>1.481791181266878</c:v>
                </c:pt>
                <c:pt idx="120">
                  <c:v>1.4791941555512571</c:v>
                </c:pt>
                <c:pt idx="121">
                  <c:v>1.4765685199181739</c:v>
                </c:pt>
                <c:pt idx="122">
                  <c:v>1.473915388457725</c:v>
                </c:pt>
                <c:pt idx="123">
                  <c:v>1.47123584456388</c:v>
                </c:pt>
                <c:pt idx="124">
                  <c:v>1.468530941771176</c:v>
                </c:pt>
                <c:pt idx="125">
                  <c:v>1.4658017045673339</c:v>
                </c:pt>
                <c:pt idx="126">
                  <c:v>1.463049129182513</c:v>
                </c:pt>
                <c:pt idx="127">
                  <c:v>1.4602741843559941</c:v>
                </c:pt>
                <c:pt idx="128">
                  <c:v>1.457477812080977</c:v>
                </c:pt>
                <c:pt idx="129">
                  <c:v>1.454660928328199</c:v>
                </c:pt>
                <c:pt idx="130">
                  <c:v>1.451824423749005</c:v>
                </c:pt>
                <c:pt idx="131">
                  <c:v>1.4489691643585469</c:v>
                </c:pt>
                <c:pt idx="132">
                  <c:v>1.446095992199703</c:v>
                </c:pt>
                <c:pt idx="133">
                  <c:v>1.4432057259882991</c:v>
                </c:pt>
                <c:pt idx="134">
                  <c:v>1.440299161740231</c:v>
                </c:pt>
                <c:pt idx="135">
                  <c:v>1.43737707338103</c:v>
                </c:pt>
                <c:pt idx="136">
                  <c:v>1.4344402133383689</c:v>
                </c:pt>
                <c:pt idx="137">
                  <c:v>1.4314893131180859</c:v>
                </c:pt>
                <c:pt idx="138">
                  <c:v>1.4285250838641641</c:v>
                </c:pt>
                <c:pt idx="139">
                  <c:v>1.425548216903171</c:v>
                </c:pt>
                <c:pt idx="140">
                  <c:v>1.422559384273627</c:v>
                </c:pt>
                <c:pt idx="141">
                  <c:v>1.4195592392407339</c:v>
                </c:pt>
                <c:pt idx="142">
                  <c:v>1.4165484167969</c:v>
                </c:pt>
                <c:pt idx="143">
                  <c:v>1.4135275341484861</c:v>
                </c:pt>
                <c:pt idx="144">
                  <c:v>1.4104971911891711</c:v>
                </c:pt>
                <c:pt idx="145">
                  <c:v>1.4074579709603341</c:v>
                </c:pt>
                <c:pt idx="146">
                  <c:v>1.4044104400988211</c:v>
                </c:pt>
                <c:pt idx="147">
                  <c:v>1.4013551492724721</c:v>
                </c:pt>
                <c:pt idx="148">
                  <c:v>1.3982926336037591</c:v>
                </c:pt>
                <c:pt idx="149">
                  <c:v>1.3952234130818819</c:v>
                </c:pt>
                <c:pt idx="150">
                  <c:v>1.3921479929636491</c:v>
                </c:pt>
                <c:pt idx="151">
                  <c:v>1.389066864163464</c:v>
                </c:pt>
                <c:pt idx="152">
                  <c:v>1.3859805036327431</c:v>
                </c:pt>
                <c:pt idx="153">
                  <c:v>1.38288937472905</c:v>
                </c:pt>
                <c:pt idx="154">
                  <c:v>1.3797939275752491</c:v>
                </c:pt>
                <c:pt idx="155">
                  <c:v>1.376694599408959</c:v>
                </c:pt>
                <c:pt idx="156">
                  <c:v>1.373591814922583</c:v>
                </c:pt>
                <c:pt idx="157">
                  <c:v>1.3704859865941781</c:v>
                </c:pt>
                <c:pt idx="158">
                  <c:v>1.367377515009438</c:v>
                </c:pt>
                <c:pt idx="159">
                  <c:v>1.364266789175006</c:v>
                </c:pt>
                <c:pt idx="160">
                  <c:v>1.3611541868234081</c:v>
                </c:pt>
                <c:pt idx="161">
                  <c:v>1.358040074709802</c:v>
                </c:pt>
                <c:pt idx="162">
                  <c:v>1.3549248089007819</c:v>
                </c:pt>
                <c:pt idx="163">
                  <c:v>1.351808735055489</c:v>
                </c:pt>
                <c:pt idx="164">
                  <c:v>1.3486921886991921</c:v>
                </c:pt>
                <c:pt idx="165">
                  <c:v>1.3455754954895871</c:v>
                </c:pt>
                <c:pt idx="166">
                  <c:v>1.342458971476018</c:v>
                </c:pt>
                <c:pt idx="167">
                  <c:v>1.339342923351778</c:v>
                </c:pt>
                <c:pt idx="168">
                  <c:v>1.336227648699724</c:v>
                </c:pt>
                <c:pt idx="169">
                  <c:v>1.333113436231387</c:v>
                </c:pt>
                <c:pt idx="170">
                  <c:v>1.330000566019707</c:v>
                </c:pt>
                <c:pt idx="171">
                  <c:v>1.326889309725648</c:v>
                </c:pt>
                <c:pt idx="172">
                  <c:v>1.323779930818791</c:v>
                </c:pt>
                <c:pt idx="173">
                  <c:v>1.3206726847921151</c:v>
                </c:pt>
                <c:pt idx="174">
                  <c:v>1.3175678193710989</c:v>
                </c:pt>
                <c:pt idx="175">
                  <c:v>1.3144655747173231</c:v>
                </c:pt>
                <c:pt idx="176">
                  <c:v>1.311366183626695</c:v>
                </c:pt>
                <c:pt idx="177">
                  <c:v>1.308269871722471</c:v>
                </c:pt>
                <c:pt idx="178">
                  <c:v>1.305176857643209</c:v>
                </c:pt>
                <c:pt idx="179">
                  <c:v>1.302087353225764</c:v>
                </c:pt>
                <c:pt idx="180">
                  <c:v>1.2990015636835119</c:v>
                </c:pt>
                <c:pt idx="181">
                  <c:v>1.2959196877798791</c:v>
                </c:pt>
                <c:pt idx="182">
                  <c:v>1.292841917997354</c:v>
                </c:pt>
                <c:pt idx="183">
                  <c:v>1.2897684407020531</c:v>
                </c:pt>
                <c:pt idx="184">
                  <c:v>1.286699436304003</c:v>
                </c:pt>
                <c:pt idx="185">
                  <c:v>1.2836350794132361</c:v>
                </c:pt>
                <c:pt idx="186">
                  <c:v>1.280575538991807</c:v>
                </c:pt>
                <c:pt idx="187">
                  <c:v>1.2775209785018651</c:v>
                </c:pt>
                <c:pt idx="188">
                  <c:v>1.2744715560498501</c:v>
                </c:pt>
                <c:pt idx="189">
                  <c:v>1.2714274245269559</c:v>
                </c:pt>
                <c:pt idx="190">
                  <c:v>1.2683887317459359</c:v>
                </c:pt>
                <c:pt idx="191">
                  <c:v>1.265355620574351</c:v>
                </c:pt>
                <c:pt idx="192">
                  <c:v>1.2623282290643749</c:v>
                </c:pt>
                <c:pt idx="193">
                  <c:v>1.2593066905792261</c:v>
                </c:pt>
                <c:pt idx="194">
                  <c:v>1.2562911339163181</c:v>
                </c:pt>
                <c:pt idx="195">
                  <c:v>1.253281683427244</c:v>
                </c:pt>
                <c:pt idx="196">
                  <c:v>1.2502784591346341</c:v>
                </c:pt>
                <c:pt idx="197">
                  <c:v>1.2472815768460139</c:v>
                </c:pt>
                <c:pt idx="198">
                  <c:v>1.244291148264713</c:v>
                </c:pt>
                <c:pt idx="199">
                  <c:v>1.2413072810979131</c:v>
                </c:pt>
                <c:pt idx="200">
                  <c:v>1.2383300791619209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02-4F10-8572-7633F5E6A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1576431"/>
        <c:axId val="1649410383"/>
      </c:lineChart>
      <c:catAx>
        <c:axId val="2118791784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  <c:valAx>
        <c:axId val="1649410383"/>
        <c:scaling>
          <c:orientation val="minMax"/>
        </c:scaling>
        <c:delete val="0"/>
        <c:axPos val="r"/>
        <c:numFmt formatCode="#,##0.00" sourceLinked="0"/>
        <c:majorTickMark val="out"/>
        <c:minorTickMark val="none"/>
        <c:tickLblPos val="nextTo"/>
        <c:crossAx val="1191576431"/>
        <c:crosses val="max"/>
        <c:crossBetween val="between"/>
      </c:valAx>
      <c:catAx>
        <c:axId val="11915764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49410383"/>
        <c:crosses val="autoZero"/>
        <c:auto val="1"/>
        <c:lblAlgn val="ctr"/>
        <c:lblOffset val="100"/>
        <c:noMultiLvlLbl val="0"/>
      </c:cat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80.350271359173774</c:v>
                </c:pt>
                <c:pt idx="2">
                  <c:v>160.70054271834749</c:v>
                </c:pt>
                <c:pt idx="3">
                  <c:v>241.0508140775213</c:v>
                </c:pt>
                <c:pt idx="4">
                  <c:v>321.4010854366951</c:v>
                </c:pt>
                <c:pt idx="5">
                  <c:v>401.7513567958689</c:v>
                </c:pt>
                <c:pt idx="6">
                  <c:v>482.10162815504259</c:v>
                </c:pt>
                <c:pt idx="7">
                  <c:v>562.45189951421639</c:v>
                </c:pt>
                <c:pt idx="8">
                  <c:v>642.8021708733902</c:v>
                </c:pt>
                <c:pt idx="9">
                  <c:v>723.152442232564</c:v>
                </c:pt>
                <c:pt idx="10">
                  <c:v>803.5027135917378</c:v>
                </c:pt>
                <c:pt idx="11">
                  <c:v>883.85298495091149</c:v>
                </c:pt>
                <c:pt idx="12">
                  <c:v>964.20325631008529</c:v>
                </c:pt>
                <c:pt idx="13">
                  <c:v>1044.553527669259</c:v>
                </c:pt>
                <c:pt idx="14">
                  <c:v>1124.903799028433</c:v>
                </c:pt>
                <c:pt idx="15">
                  <c:v>1205.254070387607</c:v>
                </c:pt>
                <c:pt idx="16">
                  <c:v>1285.6043417467799</c:v>
                </c:pt>
                <c:pt idx="17">
                  <c:v>1365.954613105954</c:v>
                </c:pt>
                <c:pt idx="18">
                  <c:v>1446.304884465128</c:v>
                </c:pt>
                <c:pt idx="19">
                  <c:v>1526.655155824302</c:v>
                </c:pt>
                <c:pt idx="20">
                  <c:v>1607.0054271834761</c:v>
                </c:pt>
                <c:pt idx="21">
                  <c:v>1687.355698542649</c:v>
                </c:pt>
                <c:pt idx="22">
                  <c:v>1767.705969901823</c:v>
                </c:pt>
                <c:pt idx="23">
                  <c:v>1848.056241260997</c:v>
                </c:pt>
                <c:pt idx="24">
                  <c:v>1928.406512620171</c:v>
                </c:pt>
                <c:pt idx="25">
                  <c:v>2008.7567839793439</c:v>
                </c:pt>
                <c:pt idx="26">
                  <c:v>2089.107055338518</c:v>
                </c:pt>
                <c:pt idx="27">
                  <c:v>2169.4573266976922</c:v>
                </c:pt>
                <c:pt idx="28">
                  <c:v>2249.807598056866</c:v>
                </c:pt>
                <c:pt idx="29">
                  <c:v>2330.1578694160389</c:v>
                </c:pt>
                <c:pt idx="30">
                  <c:v>2410.5081407752132</c:v>
                </c:pt>
                <c:pt idx="31">
                  <c:v>2490.858412134387</c:v>
                </c:pt>
                <c:pt idx="32">
                  <c:v>2571.2086834935608</c:v>
                </c:pt>
                <c:pt idx="33">
                  <c:v>2651.558954852735</c:v>
                </c:pt>
                <c:pt idx="34">
                  <c:v>2731.9092262119079</c:v>
                </c:pt>
                <c:pt idx="35">
                  <c:v>2812.2594975710822</c:v>
                </c:pt>
                <c:pt idx="36">
                  <c:v>2892.609768930256</c:v>
                </c:pt>
                <c:pt idx="37">
                  <c:v>2972.9600402894298</c:v>
                </c:pt>
                <c:pt idx="38">
                  <c:v>3053.3103116486041</c:v>
                </c:pt>
                <c:pt idx="39">
                  <c:v>3133.6605830077769</c:v>
                </c:pt>
                <c:pt idx="40">
                  <c:v>3214.0108543669512</c:v>
                </c:pt>
                <c:pt idx="41">
                  <c:v>3294.361125726125</c:v>
                </c:pt>
                <c:pt idx="42">
                  <c:v>3374.7113970852979</c:v>
                </c:pt>
                <c:pt idx="43">
                  <c:v>3455.0616684444722</c:v>
                </c:pt>
                <c:pt idx="44">
                  <c:v>3535.411939803646</c:v>
                </c:pt>
                <c:pt idx="45">
                  <c:v>3615.7622111628202</c:v>
                </c:pt>
                <c:pt idx="46">
                  <c:v>3696.112482521994</c:v>
                </c:pt>
                <c:pt idx="47">
                  <c:v>3776.4627538811669</c:v>
                </c:pt>
                <c:pt idx="48">
                  <c:v>3856.8130252403412</c:v>
                </c:pt>
                <c:pt idx="49">
                  <c:v>3937.163296599515</c:v>
                </c:pt>
                <c:pt idx="50">
                  <c:v>4017.5135679586888</c:v>
                </c:pt>
                <c:pt idx="51">
                  <c:v>4097.8638393178626</c:v>
                </c:pt>
                <c:pt idx="52">
                  <c:v>4178.2141106770359</c:v>
                </c:pt>
                <c:pt idx="53">
                  <c:v>4258.5643820362102</c:v>
                </c:pt>
                <c:pt idx="54">
                  <c:v>4338.9146533953844</c:v>
                </c:pt>
                <c:pt idx="55">
                  <c:v>4419.2649247545578</c:v>
                </c:pt>
                <c:pt idx="56">
                  <c:v>4499.6151961137311</c:v>
                </c:pt>
                <c:pt idx="57">
                  <c:v>4579.9654674729054</c:v>
                </c:pt>
                <c:pt idx="58">
                  <c:v>4660.3157388320788</c:v>
                </c:pt>
                <c:pt idx="59">
                  <c:v>4740.666010191253</c:v>
                </c:pt>
                <c:pt idx="60">
                  <c:v>4821.0162815504264</c:v>
                </c:pt>
                <c:pt idx="61">
                  <c:v>4901.3665529096006</c:v>
                </c:pt>
                <c:pt idx="62">
                  <c:v>4981.716824268774</c:v>
                </c:pt>
                <c:pt idx="63">
                  <c:v>5062.0670956279482</c:v>
                </c:pt>
                <c:pt idx="64">
                  <c:v>5142.4173669871216</c:v>
                </c:pt>
                <c:pt idx="65">
                  <c:v>5222.7676383462958</c:v>
                </c:pt>
                <c:pt idx="66">
                  <c:v>5303.1179097054692</c:v>
                </c:pt>
                <c:pt idx="67">
                  <c:v>5383.4681810646434</c:v>
                </c:pt>
                <c:pt idx="68">
                  <c:v>5463.8184524238168</c:v>
                </c:pt>
                <c:pt idx="69">
                  <c:v>5544.1687237829901</c:v>
                </c:pt>
                <c:pt idx="70">
                  <c:v>5624.5189951421644</c:v>
                </c:pt>
                <c:pt idx="71">
                  <c:v>5704.8692665013377</c:v>
                </c:pt>
                <c:pt idx="72">
                  <c:v>5785.219537860512</c:v>
                </c:pt>
                <c:pt idx="73">
                  <c:v>5865.5698092196853</c:v>
                </c:pt>
                <c:pt idx="74">
                  <c:v>5945.9200805788596</c:v>
                </c:pt>
                <c:pt idx="75">
                  <c:v>6026.2703519380329</c:v>
                </c:pt>
                <c:pt idx="76">
                  <c:v>6106.6206232972072</c:v>
                </c:pt>
                <c:pt idx="77">
                  <c:v>6186.9708946563806</c:v>
                </c:pt>
                <c:pt idx="78">
                  <c:v>6267.3211660155548</c:v>
                </c:pt>
                <c:pt idx="79">
                  <c:v>6347.6714373747282</c:v>
                </c:pt>
                <c:pt idx="80">
                  <c:v>6428.0217087339024</c:v>
                </c:pt>
                <c:pt idx="81">
                  <c:v>6508.3719800930758</c:v>
                </c:pt>
                <c:pt idx="82">
                  <c:v>6588.7222514522491</c:v>
                </c:pt>
                <c:pt idx="83">
                  <c:v>6669.0725228114234</c:v>
                </c:pt>
                <c:pt idx="84">
                  <c:v>6749.4227941705967</c:v>
                </c:pt>
                <c:pt idx="85">
                  <c:v>6829.773065529771</c:v>
                </c:pt>
                <c:pt idx="86">
                  <c:v>6910.1233368889443</c:v>
                </c:pt>
                <c:pt idx="87">
                  <c:v>6990.4736082481186</c:v>
                </c:pt>
                <c:pt idx="88">
                  <c:v>7070.8238796072919</c:v>
                </c:pt>
                <c:pt idx="89">
                  <c:v>7151.1741509664662</c:v>
                </c:pt>
                <c:pt idx="90">
                  <c:v>7231.5244223256404</c:v>
                </c:pt>
                <c:pt idx="91">
                  <c:v>7311.8746936848138</c:v>
                </c:pt>
                <c:pt idx="92">
                  <c:v>7392.2249650439871</c:v>
                </c:pt>
                <c:pt idx="93">
                  <c:v>7472.5752364031614</c:v>
                </c:pt>
                <c:pt idx="94">
                  <c:v>7552.9255077623347</c:v>
                </c:pt>
                <c:pt idx="95">
                  <c:v>7633.275779121509</c:v>
                </c:pt>
                <c:pt idx="96">
                  <c:v>7713.6260504806824</c:v>
                </c:pt>
                <c:pt idx="97">
                  <c:v>7793.9763218398566</c:v>
                </c:pt>
                <c:pt idx="98">
                  <c:v>7874.32659319903</c:v>
                </c:pt>
                <c:pt idx="99">
                  <c:v>7954.6768645582033</c:v>
                </c:pt>
                <c:pt idx="100">
                  <c:v>8035.0271359173776</c:v>
                </c:pt>
                <c:pt idx="101">
                  <c:v>8115.3774072765509</c:v>
                </c:pt>
                <c:pt idx="102">
                  <c:v>8195.7276786357252</c:v>
                </c:pt>
                <c:pt idx="103">
                  <c:v>8276.0779499948985</c:v>
                </c:pt>
                <c:pt idx="104">
                  <c:v>8356.4282213540719</c:v>
                </c:pt>
                <c:pt idx="105">
                  <c:v>8436.778492713247</c:v>
                </c:pt>
                <c:pt idx="106">
                  <c:v>8517.1287640724204</c:v>
                </c:pt>
                <c:pt idx="107">
                  <c:v>8597.4790354315937</c:v>
                </c:pt>
                <c:pt idx="108">
                  <c:v>8677.8293067907671</c:v>
                </c:pt>
                <c:pt idx="109">
                  <c:v>8758.1795781499422</c:v>
                </c:pt>
                <c:pt idx="110">
                  <c:v>8838.5298495091156</c:v>
                </c:pt>
                <c:pt idx="111">
                  <c:v>8918.8801208682889</c:v>
                </c:pt>
                <c:pt idx="112">
                  <c:v>8999.2303922274623</c:v>
                </c:pt>
                <c:pt idx="113">
                  <c:v>9079.5806635866375</c:v>
                </c:pt>
                <c:pt idx="114">
                  <c:v>9159.9309349458108</c:v>
                </c:pt>
                <c:pt idx="115">
                  <c:v>9240.2812063049842</c:v>
                </c:pt>
                <c:pt idx="116">
                  <c:v>9320.6314776641575</c:v>
                </c:pt>
                <c:pt idx="117">
                  <c:v>9400.9817490233308</c:v>
                </c:pt>
                <c:pt idx="118">
                  <c:v>9481.332020382506</c:v>
                </c:pt>
                <c:pt idx="119">
                  <c:v>9561.6822917416794</c:v>
                </c:pt>
                <c:pt idx="120">
                  <c:v>9642.0325631008527</c:v>
                </c:pt>
                <c:pt idx="121">
                  <c:v>9722.3828344600261</c:v>
                </c:pt>
                <c:pt idx="122">
                  <c:v>9802.7331058192012</c:v>
                </c:pt>
                <c:pt idx="123">
                  <c:v>9883.0833771783746</c:v>
                </c:pt>
                <c:pt idx="124">
                  <c:v>9963.4336485375479</c:v>
                </c:pt>
                <c:pt idx="125">
                  <c:v>10043.783919896719</c:v>
                </c:pt>
                <c:pt idx="126">
                  <c:v>10124.1341912559</c:v>
                </c:pt>
                <c:pt idx="127">
                  <c:v>10204.48446261507</c:v>
                </c:pt>
                <c:pt idx="128">
                  <c:v>10284.834733974239</c:v>
                </c:pt>
                <c:pt idx="129">
                  <c:v>10365.18500533342</c:v>
                </c:pt>
                <c:pt idx="130">
                  <c:v>10445.53527669259</c:v>
                </c:pt>
                <c:pt idx="131">
                  <c:v>10525.88554805176</c:v>
                </c:pt>
                <c:pt idx="132">
                  <c:v>10606.23581941094</c:v>
                </c:pt>
                <c:pt idx="133">
                  <c:v>10686.58609077011</c:v>
                </c:pt>
                <c:pt idx="134">
                  <c:v>10766.936362129291</c:v>
                </c:pt>
                <c:pt idx="135">
                  <c:v>10847.28663348846</c:v>
                </c:pt>
                <c:pt idx="136">
                  <c:v>10927.63690484763</c:v>
                </c:pt>
                <c:pt idx="137">
                  <c:v>11007.987176206811</c:v>
                </c:pt>
                <c:pt idx="138">
                  <c:v>11088.33744756598</c:v>
                </c:pt>
                <c:pt idx="139">
                  <c:v>11168.687718925161</c:v>
                </c:pt>
                <c:pt idx="140">
                  <c:v>11249.037990284331</c:v>
                </c:pt>
                <c:pt idx="141">
                  <c:v>11329.3882616435</c:v>
                </c:pt>
                <c:pt idx="142">
                  <c:v>11409.738533002679</c:v>
                </c:pt>
                <c:pt idx="143">
                  <c:v>11490.088804361851</c:v>
                </c:pt>
                <c:pt idx="144">
                  <c:v>11570.43907572102</c:v>
                </c:pt>
                <c:pt idx="145">
                  <c:v>11650.789347080199</c:v>
                </c:pt>
                <c:pt idx="146">
                  <c:v>11731.139618439371</c:v>
                </c:pt>
                <c:pt idx="147">
                  <c:v>11811.48988979854</c:v>
                </c:pt>
                <c:pt idx="148">
                  <c:v>11891.840161157719</c:v>
                </c:pt>
                <c:pt idx="149">
                  <c:v>11972.190432516891</c:v>
                </c:pt>
                <c:pt idx="150">
                  <c:v>12052.54070387607</c:v>
                </c:pt>
                <c:pt idx="151">
                  <c:v>12132.890975235239</c:v>
                </c:pt>
                <c:pt idx="152">
                  <c:v>12213.241246594411</c:v>
                </c:pt>
                <c:pt idx="153">
                  <c:v>12293.59151795359</c:v>
                </c:pt>
                <c:pt idx="154">
                  <c:v>12373.941789312759</c:v>
                </c:pt>
                <c:pt idx="155">
                  <c:v>12454.292060671931</c:v>
                </c:pt>
                <c:pt idx="156">
                  <c:v>12534.64233203111</c:v>
                </c:pt>
                <c:pt idx="157">
                  <c:v>12614.992603390279</c:v>
                </c:pt>
                <c:pt idx="158">
                  <c:v>12695.34287474946</c:v>
                </c:pt>
                <c:pt idx="159">
                  <c:v>12775.69314610863</c:v>
                </c:pt>
                <c:pt idx="160">
                  <c:v>12856.043417467799</c:v>
                </c:pt>
                <c:pt idx="161">
                  <c:v>12936.39368882698</c:v>
                </c:pt>
                <c:pt idx="162">
                  <c:v>13016.74396018615</c:v>
                </c:pt>
                <c:pt idx="163">
                  <c:v>13097.094231545319</c:v>
                </c:pt>
                <c:pt idx="164">
                  <c:v>13177.4445029045</c:v>
                </c:pt>
                <c:pt idx="165">
                  <c:v>13257.79477426367</c:v>
                </c:pt>
                <c:pt idx="166">
                  <c:v>13338.14504562285</c:v>
                </c:pt>
                <c:pt idx="167">
                  <c:v>13418.49531698202</c:v>
                </c:pt>
                <c:pt idx="168">
                  <c:v>13498.84558834119</c:v>
                </c:pt>
                <c:pt idx="169">
                  <c:v>13579.19585970037</c:v>
                </c:pt>
                <c:pt idx="170">
                  <c:v>13659.54613105954</c:v>
                </c:pt>
                <c:pt idx="171">
                  <c:v>13739.896402418721</c:v>
                </c:pt>
                <c:pt idx="172">
                  <c:v>13820.24667377789</c:v>
                </c:pt>
                <c:pt idx="173">
                  <c:v>13900.59694513706</c:v>
                </c:pt>
                <c:pt idx="174">
                  <c:v>13980.947216496241</c:v>
                </c:pt>
                <c:pt idx="175">
                  <c:v>14061.297487855411</c:v>
                </c:pt>
                <c:pt idx="176">
                  <c:v>14141.64775921458</c:v>
                </c:pt>
                <c:pt idx="177">
                  <c:v>14221.998030573761</c:v>
                </c:pt>
                <c:pt idx="178">
                  <c:v>14302.348301932931</c:v>
                </c:pt>
                <c:pt idx="179">
                  <c:v>14382.698573292109</c:v>
                </c:pt>
                <c:pt idx="180">
                  <c:v>14463.048844651281</c:v>
                </c:pt>
                <c:pt idx="181">
                  <c:v>14543.399116010451</c:v>
                </c:pt>
                <c:pt idx="182">
                  <c:v>14623.749387369629</c:v>
                </c:pt>
                <c:pt idx="183">
                  <c:v>14704.099658728799</c:v>
                </c:pt>
                <c:pt idx="184">
                  <c:v>14784.449930087971</c:v>
                </c:pt>
                <c:pt idx="185">
                  <c:v>14864.800201447149</c:v>
                </c:pt>
                <c:pt idx="186">
                  <c:v>14945.150472806319</c:v>
                </c:pt>
                <c:pt idx="187">
                  <c:v>15025.5007441655</c:v>
                </c:pt>
                <c:pt idx="188">
                  <c:v>15105.851015524669</c:v>
                </c:pt>
                <c:pt idx="189">
                  <c:v>15186.201286883839</c:v>
                </c:pt>
                <c:pt idx="190">
                  <c:v>15266.55155824302</c:v>
                </c:pt>
                <c:pt idx="191">
                  <c:v>15346.90182960219</c:v>
                </c:pt>
                <c:pt idx="192">
                  <c:v>15427.252100961359</c:v>
                </c:pt>
                <c:pt idx="193">
                  <c:v>15507.60237232054</c:v>
                </c:pt>
                <c:pt idx="194">
                  <c:v>15587.95264367971</c:v>
                </c:pt>
                <c:pt idx="195">
                  <c:v>15668.30291503889</c:v>
                </c:pt>
                <c:pt idx="196">
                  <c:v>15748.65318639806</c:v>
                </c:pt>
                <c:pt idx="197">
                  <c:v>15829.00345775723</c:v>
                </c:pt>
                <c:pt idx="198">
                  <c:v>15909.35372911641</c:v>
                </c:pt>
                <c:pt idx="199">
                  <c:v>15989.70400047558</c:v>
                </c:pt>
                <c:pt idx="200">
                  <c:v>16070.054271834761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1.859807913173759E-7</c:v>
                </c:pt>
                <c:pt idx="2">
                  <c:v>6.1193365235795074E-6</c:v>
                </c:pt>
                <c:pt idx="3">
                  <c:v>4.7231347292977778E-5</c:v>
                </c:pt>
                <c:pt idx="4">
                  <c:v>2.0134415000622541E-4</c:v>
                </c:pt>
                <c:pt idx="5">
                  <c:v>6.1997837208011941E-4</c:v>
                </c:pt>
                <c:pt idx="6">
                  <c:v>1.5540112292983931E-3</c:v>
                </c:pt>
                <c:pt idx="7">
                  <c:v>3.3795656670477119E-3</c:v>
                </c:pt>
                <c:pt idx="8">
                  <c:v>6.6240274959320248E-3</c:v>
                </c:pt>
                <c:pt idx="9">
                  <c:v>1.199206710105569E-2</c:v>
                </c:pt>
                <c:pt idx="10">
                  <c:v>2.0391496071056229E-2</c:v>
                </c:pt>
                <c:pt idx="11">
                  <c:v>3.2958718348407919E-2</c:v>
                </c:pt>
                <c:pt idx="12">
                  <c:v>5.1083439291972559E-2</c:v>
                </c:pt>
                <c:pt idx="13">
                  <c:v>7.643217306041869E-2</c:v>
                </c:pt>
                <c:pt idx="14">
                  <c:v>0.1109699382648969</c:v>
                </c:pt>
                <c:pt idx="15">
                  <c:v>0.15697935456519349</c:v>
                </c:pt>
                <c:pt idx="16">
                  <c:v>0.21707615164965771</c:v>
                </c:pt>
                <c:pt idx="17">
                  <c:v>0.29421988282943812</c:v>
                </c:pt>
                <c:pt idx="18">
                  <c:v>0.39171840845858541</c:v>
                </c:pt>
                <c:pt idx="19">
                  <c:v>0.51322449501065726</c:v>
                </c:pt>
                <c:pt idx="20">
                  <c:v>0.66272268562745218</c:v>
                </c:pt>
                <c:pt idx="21">
                  <c:v>0.8445044659890909</c:v>
                </c:pt>
                <c:pt idx="22">
                  <c:v>1.0631297110965969</c:v>
                </c:pt>
                <c:pt idx="23">
                  <c:v>1.323372495605224</c:v>
                </c:pt>
                <c:pt idx="24">
                  <c:v>1.630149627662056</c:v>
                </c:pt>
                <c:pt idx="25">
                  <c:v>1.9884307675868831</c:v>
                </c:pt>
                <c:pt idx="26">
                  <c:v>2.4031297540664509</c:v>
                </c:pt>
                <c:pt idx="27">
                  <c:v>2.8789778008425531</c:v>
                </c:pt>
                <c:pt idx="28">
                  <c:v>3.4203805379236032</c:v>
                </c:pt>
                <c:pt idx="29">
                  <c:v>4.0312624070660936</c:v>
                </c:pt>
                <c:pt idx="30">
                  <c:v>4.7149035893032369</c:v>
                </c:pt>
                <c:pt idx="31">
                  <c:v>5.4737763005318447</c:v>
                </c:pt>
                <c:pt idx="32">
                  <c:v>6.3093887524039332</c:v>
                </c:pt>
                <c:pt idx="33">
                  <c:v>7.2221461229671906</c:v>
                </c:pt>
                <c:pt idx="34">
                  <c:v>8.2112382945216478</c:v>
                </c:pt>
                <c:pt idx="35">
                  <c:v>9.2745637080587304</c:v>
                </c:pt>
                <c:pt idx="36">
                  <c:v>10.408697341305061</c:v>
                </c:pt>
                <c:pt idx="37">
                  <c:v>11.608908538260771</c:v>
                </c:pt>
                <c:pt idx="38">
                  <c:v>12.869231333294319</c:v>
                </c:pt>
                <c:pt idx="39">
                  <c:v>14.182586287766521</c:v>
                </c:pt>
                <c:pt idx="40">
                  <c:v>15.540949065145369</c:v>
                </c:pt>
                <c:pt idx="41">
                  <c:v>16.935557441177519</c:v>
                </c:pt>
                <c:pt idx="42">
                  <c:v>18.35714559636941</c:v>
                </c:pt>
                <c:pt idx="43">
                  <c:v>19.796192703706229</c:v>
                </c:pt>
                <c:pt idx="44">
                  <c:v>21.24317220078149</c:v>
                </c:pt>
                <c:pt idx="45">
                  <c:v>22.68878874847897</c:v>
                </c:pt>
                <c:pt idx="46">
                  <c:v>24.124191587755959</c:v>
                </c:pt>
                <c:pt idx="47">
                  <c:v>25.541155538783869</c:v>
                </c:pt>
                <c:pt idx="48">
                  <c:v>26.932223891637889</c:v>
                </c:pt>
                <c:pt idx="49">
                  <c:v>28.2908105480799</c:v>
                </c:pt>
                <c:pt idx="50">
                  <c:v>29.61126166339859</c:v>
                </c:pt>
                <c:pt idx="51">
                  <c:v>30.888879459691861</c:v>
                </c:pt>
                <c:pt idx="52">
                  <c:v>32.119912690769063</c:v>
                </c:pt>
                <c:pt idx="53">
                  <c:v>33.3015193859977</c:v>
                </c:pt>
                <c:pt idx="54">
                  <c:v>34.43170802061443</c:v>
                </c:pt>
                <c:pt idx="55">
                  <c:v>35.509263246316642</c:v>
                </c:pt>
                <c:pt idx="56">
                  <c:v>36.533661893363757</c:v>
                </c:pt>
                <c:pt idx="57">
                  <c:v>37.504984257411557</c:v>
                </c:pt>
                <c:pt idx="58">
                  <c:v>38.423824835098188</c:v>
                </c:pt>
                <c:pt idx="59">
                  <c:v>39.2912057757665</c:v>
                </c:pt>
                <c:pt idx="60">
                  <c:v>40.108495451083293</c:v>
                </c:pt>
                <c:pt idx="61">
                  <c:v>40.877333762426147</c:v>
                </c:pt>
                <c:pt idx="62">
                  <c:v>41.599565137738793</c:v>
                </c:pt>
                <c:pt idx="63">
                  <c:v>42.277179626757203</c:v>
                </c:pt>
                <c:pt idx="64">
                  <c:v>42.912262084388708</c:v>
                </c:pt>
                <c:pt idx="65">
                  <c:v>43.50694912616185</c:v>
                </c:pt>
                <c:pt idx="66">
                  <c:v>44.063393331730623</c:v>
                </c:pt>
                <c:pt idx="67">
                  <c:v>44.583734045186468</c:v>
                </c:pt>
                <c:pt idx="68">
                  <c:v>45.070074057275583</c:v>
                </c:pt>
                <c:pt idx="69">
                  <c:v>45.524461438842579</c:v>
                </c:pt>
                <c:pt idx="70">
                  <c:v>45.948875813323554</c:v>
                </c:pt>
                <c:pt idx="71">
                  <c:v>46.345218397645368</c:v>
                </c:pt>
                <c:pt idx="72">
                  <c:v>46.715305196534302</c:v>
                </c:pt>
                <c:pt idx="73">
                  <c:v>47.06086279818075</c:v>
                </c:pt>
                <c:pt idx="74">
                  <c:v>47.383526284459663</c:v>
                </c:pt>
                <c:pt idx="75">
                  <c:v>47.684838832973078</c:v>
                </c:pt>
                <c:pt idx="76">
                  <c:v>47.966252648761547</c:v>
                </c:pt>
                <c:pt idx="77">
                  <c:v>48.229130919238912</c:v>
                </c:pt>
                <c:pt idx="78">
                  <c:v>48.474750536023912</c:v>
                </c:pt>
                <c:pt idx="79">
                  <c:v>48.704305371647962</c:v>
                </c:pt>
                <c:pt idx="80">
                  <c:v>48.918909937709167</c:v>
                </c:pt>
                <c:pt idx="81">
                  <c:v>49.119603284236931</c:v>
                </c:pt>
                <c:pt idx="82">
                  <c:v>49.307353028259932</c:v>
                </c:pt>
                <c:pt idx="83">
                  <c:v>49.483059423343803</c:v>
                </c:pt>
                <c:pt idx="84">
                  <c:v>49.647559401692249</c:v>
                </c:pt>
                <c:pt idx="85">
                  <c:v>49.801630536800751</c:v>
                </c:pt>
                <c:pt idx="86">
                  <c:v>49.945994888088457</c:v>
                </c:pt>
                <c:pt idx="87">
                  <c:v>50.08132269985046</c:v>
                </c:pt>
                <c:pt idx="88">
                  <c:v>50.208235935658998</c:v>
                </c:pt>
                <c:pt idx="89">
                  <c:v>50.327311636346607</c:v>
                </c:pt>
                <c:pt idx="90">
                  <c:v>50.43908509522457</c:v>
                </c:pt>
                <c:pt idx="91">
                  <c:v>50.544052848486238</c:v>
                </c:pt>
                <c:pt idx="92">
                  <c:v>50.642675482038683</c:v>
                </c:pt>
                <c:pt idx="93">
                  <c:v>50.735380258481143</c:v>
                </c:pt>
                <c:pt idx="94">
                  <c:v>50.822563569765251</c:v>
                </c:pt>
                <c:pt idx="95">
                  <c:v>50.904593222356993</c:v>
                </c:pt>
                <c:pt idx="96">
                  <c:v>50.981810562584393</c:v>
                </c:pt>
                <c:pt idx="97">
                  <c:v>51.054532450386873</c:v>
                </c:pt>
                <c:pt idx="98">
                  <c:v>51.123053089953729</c:v>
                </c:pt>
                <c:pt idx="99">
                  <c:v>51.18764572581108</c:v>
                </c:pt>
                <c:pt idx="100">
                  <c:v>51.248564212837728</c:v>
                </c:pt>
                <c:pt idx="101">
                  <c:v>51.306044468497042</c:v>
                </c:pt>
                <c:pt idx="102">
                  <c:v>51.360305815298638</c:v>
                </c:pt>
                <c:pt idx="103">
                  <c:v>51.411552221172371</c:v>
                </c:pt>
                <c:pt idx="104">
                  <c:v>51.459973445068172</c:v>
                </c:pt>
                <c:pt idx="105">
                  <c:v>51.505746094705742</c:v>
                </c:pt>
                <c:pt idx="106">
                  <c:v>51.549034602996258</c:v>
                </c:pt>
                <c:pt idx="107">
                  <c:v>51.589992129256373</c:v>
                </c:pt>
                <c:pt idx="108">
                  <c:v>51.628761390938067</c:v>
                </c:pt>
                <c:pt idx="109">
                  <c:v>51.665475431211568</c:v>
                </c:pt>
                <c:pt idx="110">
                  <c:v>51.700258327365987</c:v>
                </c:pt>
                <c:pt idx="111">
                  <c:v>51.733225844636792</c:v>
                </c:pt>
                <c:pt idx="112">
                  <c:v>51.764486039730713</c:v>
                </c:pt>
                <c:pt idx="113">
                  <c:v>51.794139818000268</c:v>
                </c:pt>
                <c:pt idx="114">
                  <c:v>51.822281447919472</c:v>
                </c:pt>
                <c:pt idx="115">
                  <c:v>51.848999036231866</c:v>
                </c:pt>
                <c:pt idx="116">
                  <c:v>51.87437496687965</c:v>
                </c:pt>
                <c:pt idx="117">
                  <c:v>51.898486306578768</c:v>
                </c:pt>
                <c:pt idx="118">
                  <c:v>51.921405179678523</c:v>
                </c:pt>
                <c:pt idx="119">
                  <c:v>51.943199114733993</c:v>
                </c:pt>
                <c:pt idx="120">
                  <c:v>51.963931365025822</c:v>
                </c:pt>
                <c:pt idx="121">
                  <c:v>51.983661205082157</c:v>
                </c:pt>
                <c:pt idx="122">
                  <c:v>52.002444205092537</c:v>
                </c:pt>
                <c:pt idx="123">
                  <c:v>52.020332484950742</c:v>
                </c:pt>
                <c:pt idx="124">
                  <c:v>52.03737494952329</c:v>
                </c:pt>
                <c:pt idx="125">
                  <c:v>52.053617506611431</c:v>
                </c:pt>
                <c:pt idx="126">
                  <c:v>52.069103268955303</c:v>
                </c:pt>
                <c:pt idx="127">
                  <c:v>52.083872741520253</c:v>
                </c:pt>
                <c:pt idx="128">
                  <c:v>52.097963995204758</c:v>
                </c:pt>
                <c:pt idx="129">
                  <c:v>52.111412828017777</c:v>
                </c:pt>
                <c:pt idx="130">
                  <c:v>52.124252914688462</c:v>
                </c:pt>
                <c:pt idx="131">
                  <c:v>52.136515945594013</c:v>
                </c:pt>
                <c:pt idx="132">
                  <c:v>52.148231755820092</c:v>
                </c:pt>
                <c:pt idx="133">
                  <c:v>52.15942844510333</c:v>
                </c:pt>
                <c:pt idx="134">
                  <c:v>52.170132489344873</c:v>
                </c:pt>
                <c:pt idx="135">
                  <c:v>52.180368844329891</c:v>
                </c:pt>
                <c:pt idx="136">
                  <c:v>52.190161042236888</c:v>
                </c:pt>
                <c:pt idx="137">
                  <c:v>52.199531281474577</c:v>
                </c:pt>
                <c:pt idx="138">
                  <c:v>52.208500510341963</c:v>
                </c:pt>
                <c:pt idx="139">
                  <c:v>52.217088504967613</c:v>
                </c:pt>
                <c:pt idx="140">
                  <c:v>52.225313941949388</c:v>
                </c:pt>
                <c:pt idx="141">
                  <c:v>52.233194466081997</c:v>
                </c:pt>
                <c:pt idx="142">
                  <c:v>52.240746753530019</c:v>
                </c:pt>
                <c:pt idx="143">
                  <c:v>52.247986570776881</c:v>
                </c:pt>
                <c:pt idx="144">
                  <c:v>52.254928829653849</c:v>
                </c:pt>
                <c:pt idx="145">
                  <c:v>52.261587638730397</c:v>
                </c:pt>
                <c:pt idx="146">
                  <c:v>52.267976351325643</c:v>
                </c:pt>
                <c:pt idx="147">
                  <c:v>52.274107610380611</c:v>
                </c:pt>
                <c:pt idx="148">
                  <c:v>52.27999339041336</c:v>
                </c:pt>
                <c:pt idx="149">
                  <c:v>52.285645036761501</c:v>
                </c:pt>
                <c:pt idx="150">
                  <c:v>52.291073302302209</c:v>
                </c:pt>
                <c:pt idx="151">
                  <c:v>52.296288381824773</c:v>
                </c:pt>
                <c:pt idx="152">
                  <c:v>52.301299944218322</c:v>
                </c:pt>
                <c:pt idx="153">
                  <c:v>52.306117162624943</c:v>
                </c:pt>
                <c:pt idx="154">
                  <c:v>52.310748742697477</c:v>
                </c:pt>
                <c:pt idx="155">
                  <c:v>52.315202949091173</c:v>
                </c:pt>
                <c:pt idx="156">
                  <c:v>52.319487630308721</c:v>
                </c:pt>
                <c:pt idx="157">
                  <c:v>52.323610242009593</c:v>
                </c:pt>
                <c:pt idx="158">
                  <c:v>52.327577868886763</c:v>
                </c:pt>
                <c:pt idx="159">
                  <c:v>52.331397245206162</c:v>
                </c:pt>
                <c:pt idx="160">
                  <c:v>52.335074774097727</c:v>
                </c:pt>
                <c:pt idx="161">
                  <c:v>52.33861654568026</c:v>
                </c:pt>
                <c:pt idx="162">
                  <c:v>52.342028354096648</c:v>
                </c:pt>
                <c:pt idx="163">
                  <c:v>52.345315713530702</c:v>
                </c:pt>
                <c:pt idx="164">
                  <c:v>52.348483873271682</c:v>
                </c:pt>
                <c:pt idx="165">
                  <c:v>52.351537831887818</c:v>
                </c:pt>
                <c:pt idx="166">
                  <c:v>52.354482350566578</c:v>
                </c:pt>
                <c:pt idx="167">
                  <c:v>52.357321965674267</c:v>
                </c:pt>
                <c:pt idx="168">
                  <c:v>52.360061000585382</c:v>
                </c:pt>
                <c:pt idx="169">
                  <c:v>52.362703576827172</c:v>
                </c:pt>
                <c:pt idx="170">
                  <c:v>52.365253624583019</c:v>
                </c:pt>
                <c:pt idx="171">
                  <c:v>52.367714892594549</c:v>
                </c:pt>
                <c:pt idx="172">
                  <c:v>52.370090957499983</c:v>
                </c:pt>
                <c:pt idx="173">
                  <c:v>52.372385232643559</c:v>
                </c:pt>
                <c:pt idx="174">
                  <c:v>52.374600976388876</c:v>
                </c:pt>
                <c:pt idx="175">
                  <c:v>52.376741299966227</c:v>
                </c:pt>
                <c:pt idx="176">
                  <c:v>52.378809174882683</c:v>
                </c:pt>
                <c:pt idx="177">
                  <c:v>52.380807439921242</c:v>
                </c:pt>
                <c:pt idx="178">
                  <c:v>52.382738807753988</c:v>
                </c:pt>
                <c:pt idx="179">
                  <c:v>52.384605871192328</c:v>
                </c:pt>
                <c:pt idx="180">
                  <c:v>52.386411109096173</c:v>
                </c:pt>
                <c:pt idx="181">
                  <c:v>52.388156891962133</c:v>
                </c:pt>
                <c:pt idx="182">
                  <c:v>52.389845487209939</c:v>
                </c:pt>
                <c:pt idx="183">
                  <c:v>52.391479064184693</c:v>
                </c:pt>
                <c:pt idx="184">
                  <c:v>52.393059698891641</c:v>
                </c:pt>
                <c:pt idx="185">
                  <c:v>52.39458937847909</c:v>
                </c:pt>
                <c:pt idx="186">
                  <c:v>52.396070005484113</c:v>
                </c:pt>
                <c:pt idx="187">
                  <c:v>52.397503401854571</c:v>
                </c:pt>
                <c:pt idx="188">
                  <c:v>52.398891312760462</c:v>
                </c:pt>
                <c:pt idx="189">
                  <c:v>52.400235410206569</c:v>
                </c:pt>
                <c:pt idx="190">
                  <c:v>52.401537296457747</c:v>
                </c:pt>
                <c:pt idx="191">
                  <c:v>52.402798507287372</c:v>
                </c:pt>
                <c:pt idx="192">
                  <c:v>52.404020515058903</c:v>
                </c:pt>
                <c:pt idx="193">
                  <c:v>52.405204731650123</c:v>
                </c:pt>
                <c:pt idx="194">
                  <c:v>52.406352511228476</c:v>
                </c:pt>
                <c:pt idx="195">
                  <c:v>52.407465152886147</c:v>
                </c:pt>
                <c:pt idx="196">
                  <c:v>52.408543903142267</c:v>
                </c:pt>
                <c:pt idx="197">
                  <c:v>52.409589958319849</c:v>
                </c:pt>
                <c:pt idx="198">
                  <c:v>52.410604466804067</c:v>
                </c:pt>
                <c:pt idx="199">
                  <c:v>52.411588531188642</c:v>
                </c:pt>
                <c:pt idx="200">
                  <c:v>52.412543210315938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CE-4137-A4C6-62F9F1C52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80.350271359173774</c:v>
                </c:pt>
                <c:pt idx="2">
                  <c:v>160.70054271834749</c:v>
                </c:pt>
                <c:pt idx="3">
                  <c:v>241.0508140775213</c:v>
                </c:pt>
                <c:pt idx="4">
                  <c:v>321.4010854366951</c:v>
                </c:pt>
                <c:pt idx="5">
                  <c:v>401.7513567958689</c:v>
                </c:pt>
                <c:pt idx="6">
                  <c:v>482.10162815504259</c:v>
                </c:pt>
                <c:pt idx="7">
                  <c:v>562.45189951421639</c:v>
                </c:pt>
                <c:pt idx="8">
                  <c:v>642.8021708733902</c:v>
                </c:pt>
                <c:pt idx="9">
                  <c:v>723.152442232564</c:v>
                </c:pt>
                <c:pt idx="10">
                  <c:v>803.5027135917378</c:v>
                </c:pt>
                <c:pt idx="11">
                  <c:v>883.85298495091149</c:v>
                </c:pt>
                <c:pt idx="12">
                  <c:v>964.20325631008529</c:v>
                </c:pt>
                <c:pt idx="13">
                  <c:v>1044.553527669259</c:v>
                </c:pt>
                <c:pt idx="14">
                  <c:v>1124.903799028433</c:v>
                </c:pt>
                <c:pt idx="15">
                  <c:v>1205.254070387607</c:v>
                </c:pt>
                <c:pt idx="16">
                  <c:v>1285.6043417467799</c:v>
                </c:pt>
                <c:pt idx="17">
                  <c:v>1365.954613105954</c:v>
                </c:pt>
                <c:pt idx="18">
                  <c:v>1446.304884465128</c:v>
                </c:pt>
                <c:pt idx="19">
                  <c:v>1526.655155824302</c:v>
                </c:pt>
                <c:pt idx="20">
                  <c:v>1607.0054271834761</c:v>
                </c:pt>
                <c:pt idx="21">
                  <c:v>1687.355698542649</c:v>
                </c:pt>
                <c:pt idx="22">
                  <c:v>1767.705969901823</c:v>
                </c:pt>
                <c:pt idx="23">
                  <c:v>1848.056241260997</c:v>
                </c:pt>
                <c:pt idx="24">
                  <c:v>1928.406512620171</c:v>
                </c:pt>
                <c:pt idx="25">
                  <c:v>2008.7567839793439</c:v>
                </c:pt>
                <c:pt idx="26">
                  <c:v>2089.107055338518</c:v>
                </c:pt>
                <c:pt idx="27">
                  <c:v>2169.4573266976922</c:v>
                </c:pt>
                <c:pt idx="28">
                  <c:v>2249.807598056866</c:v>
                </c:pt>
                <c:pt idx="29">
                  <c:v>2330.1578694160389</c:v>
                </c:pt>
                <c:pt idx="30">
                  <c:v>2410.5081407752132</c:v>
                </c:pt>
                <c:pt idx="31">
                  <c:v>2490.858412134387</c:v>
                </c:pt>
                <c:pt idx="32">
                  <c:v>2571.2086834935608</c:v>
                </c:pt>
                <c:pt idx="33">
                  <c:v>2651.558954852735</c:v>
                </c:pt>
                <c:pt idx="34">
                  <c:v>2731.9092262119079</c:v>
                </c:pt>
                <c:pt idx="35">
                  <c:v>2812.2594975710822</c:v>
                </c:pt>
                <c:pt idx="36">
                  <c:v>2892.609768930256</c:v>
                </c:pt>
                <c:pt idx="37">
                  <c:v>2972.9600402894298</c:v>
                </c:pt>
                <c:pt idx="38">
                  <c:v>3053.3103116486041</c:v>
                </c:pt>
                <c:pt idx="39">
                  <c:v>3133.6605830077769</c:v>
                </c:pt>
                <c:pt idx="40">
                  <c:v>3214.0108543669512</c:v>
                </c:pt>
                <c:pt idx="41">
                  <c:v>3294.361125726125</c:v>
                </c:pt>
                <c:pt idx="42">
                  <c:v>3374.7113970852979</c:v>
                </c:pt>
                <c:pt idx="43">
                  <c:v>3455.0616684444722</c:v>
                </c:pt>
                <c:pt idx="44">
                  <c:v>3535.411939803646</c:v>
                </c:pt>
                <c:pt idx="45">
                  <c:v>3615.7622111628202</c:v>
                </c:pt>
                <c:pt idx="46">
                  <c:v>3696.112482521994</c:v>
                </c:pt>
                <c:pt idx="47">
                  <c:v>3776.4627538811669</c:v>
                </c:pt>
                <c:pt idx="48">
                  <c:v>3856.8130252403412</c:v>
                </c:pt>
                <c:pt idx="49">
                  <c:v>3937.163296599515</c:v>
                </c:pt>
                <c:pt idx="50">
                  <c:v>4017.5135679586888</c:v>
                </c:pt>
                <c:pt idx="51">
                  <c:v>4097.8638393178626</c:v>
                </c:pt>
                <c:pt idx="52">
                  <c:v>4178.2141106770359</c:v>
                </c:pt>
                <c:pt idx="53">
                  <c:v>4258.5643820362102</c:v>
                </c:pt>
                <c:pt idx="54">
                  <c:v>4338.9146533953844</c:v>
                </c:pt>
                <c:pt idx="55">
                  <c:v>4419.2649247545578</c:v>
                </c:pt>
                <c:pt idx="56">
                  <c:v>4499.6151961137311</c:v>
                </c:pt>
                <c:pt idx="57">
                  <c:v>4579.9654674729054</c:v>
                </c:pt>
                <c:pt idx="58">
                  <c:v>4660.3157388320788</c:v>
                </c:pt>
                <c:pt idx="59">
                  <c:v>4740.666010191253</c:v>
                </c:pt>
                <c:pt idx="60">
                  <c:v>4821.0162815504264</c:v>
                </c:pt>
                <c:pt idx="61">
                  <c:v>4901.3665529096006</c:v>
                </c:pt>
                <c:pt idx="62">
                  <c:v>4981.716824268774</c:v>
                </c:pt>
                <c:pt idx="63">
                  <c:v>5062.0670956279482</c:v>
                </c:pt>
                <c:pt idx="64">
                  <c:v>5142.4173669871216</c:v>
                </c:pt>
                <c:pt idx="65">
                  <c:v>5222.7676383462958</c:v>
                </c:pt>
                <c:pt idx="66">
                  <c:v>5303.1179097054692</c:v>
                </c:pt>
                <c:pt idx="67">
                  <c:v>5383.4681810646434</c:v>
                </c:pt>
                <c:pt idx="68">
                  <c:v>5463.8184524238168</c:v>
                </c:pt>
                <c:pt idx="69">
                  <c:v>5544.1687237829901</c:v>
                </c:pt>
                <c:pt idx="70">
                  <c:v>5624.5189951421644</c:v>
                </c:pt>
                <c:pt idx="71">
                  <c:v>5704.8692665013377</c:v>
                </c:pt>
                <c:pt idx="72">
                  <c:v>5785.219537860512</c:v>
                </c:pt>
                <c:pt idx="73">
                  <c:v>5865.5698092196853</c:v>
                </c:pt>
                <c:pt idx="74">
                  <c:v>5945.9200805788596</c:v>
                </c:pt>
                <c:pt idx="75">
                  <c:v>6026.2703519380329</c:v>
                </c:pt>
                <c:pt idx="76">
                  <c:v>6106.6206232972072</c:v>
                </c:pt>
                <c:pt idx="77">
                  <c:v>6186.9708946563806</c:v>
                </c:pt>
                <c:pt idx="78">
                  <c:v>6267.3211660155548</c:v>
                </c:pt>
                <c:pt idx="79">
                  <c:v>6347.6714373747282</c:v>
                </c:pt>
                <c:pt idx="80">
                  <c:v>6428.0217087339024</c:v>
                </c:pt>
                <c:pt idx="81">
                  <c:v>6508.3719800930758</c:v>
                </c:pt>
                <c:pt idx="82">
                  <c:v>6588.7222514522491</c:v>
                </c:pt>
                <c:pt idx="83">
                  <c:v>6669.0725228114234</c:v>
                </c:pt>
                <c:pt idx="84">
                  <c:v>6749.4227941705967</c:v>
                </c:pt>
                <c:pt idx="85">
                  <c:v>6829.773065529771</c:v>
                </c:pt>
                <c:pt idx="86">
                  <c:v>6910.1233368889443</c:v>
                </c:pt>
                <c:pt idx="87">
                  <c:v>6990.4736082481186</c:v>
                </c:pt>
                <c:pt idx="88">
                  <c:v>7070.8238796072919</c:v>
                </c:pt>
                <c:pt idx="89">
                  <c:v>7151.1741509664662</c:v>
                </c:pt>
                <c:pt idx="90">
                  <c:v>7231.5244223256404</c:v>
                </c:pt>
                <c:pt idx="91">
                  <c:v>7311.8746936848138</c:v>
                </c:pt>
                <c:pt idx="92">
                  <c:v>7392.2249650439871</c:v>
                </c:pt>
                <c:pt idx="93">
                  <c:v>7472.5752364031614</c:v>
                </c:pt>
                <c:pt idx="94">
                  <c:v>7552.9255077623347</c:v>
                </c:pt>
                <c:pt idx="95">
                  <c:v>7633.275779121509</c:v>
                </c:pt>
                <c:pt idx="96">
                  <c:v>7713.6260504806824</c:v>
                </c:pt>
                <c:pt idx="97">
                  <c:v>7793.9763218398566</c:v>
                </c:pt>
                <c:pt idx="98">
                  <c:v>7874.32659319903</c:v>
                </c:pt>
                <c:pt idx="99">
                  <c:v>7954.6768645582033</c:v>
                </c:pt>
                <c:pt idx="100">
                  <c:v>8035.0271359173776</c:v>
                </c:pt>
                <c:pt idx="101">
                  <c:v>8115.3774072765509</c:v>
                </c:pt>
                <c:pt idx="102">
                  <c:v>8195.7276786357252</c:v>
                </c:pt>
                <c:pt idx="103">
                  <c:v>8276.0779499948985</c:v>
                </c:pt>
                <c:pt idx="104">
                  <c:v>8356.4282213540719</c:v>
                </c:pt>
                <c:pt idx="105">
                  <c:v>8436.778492713247</c:v>
                </c:pt>
                <c:pt idx="106">
                  <c:v>8517.1287640724204</c:v>
                </c:pt>
                <c:pt idx="107">
                  <c:v>8597.4790354315937</c:v>
                </c:pt>
                <c:pt idx="108">
                  <c:v>8677.8293067907671</c:v>
                </c:pt>
                <c:pt idx="109">
                  <c:v>8758.1795781499422</c:v>
                </c:pt>
                <c:pt idx="110">
                  <c:v>8838.5298495091156</c:v>
                </c:pt>
                <c:pt idx="111">
                  <c:v>8918.8801208682889</c:v>
                </c:pt>
                <c:pt idx="112">
                  <c:v>8999.2303922274623</c:v>
                </c:pt>
                <c:pt idx="113">
                  <c:v>9079.5806635866375</c:v>
                </c:pt>
                <c:pt idx="114">
                  <c:v>9159.9309349458108</c:v>
                </c:pt>
                <c:pt idx="115">
                  <c:v>9240.2812063049842</c:v>
                </c:pt>
                <c:pt idx="116">
                  <c:v>9320.6314776641575</c:v>
                </c:pt>
                <c:pt idx="117">
                  <c:v>9400.9817490233308</c:v>
                </c:pt>
                <c:pt idx="118">
                  <c:v>9481.332020382506</c:v>
                </c:pt>
                <c:pt idx="119">
                  <c:v>9561.6822917416794</c:v>
                </c:pt>
                <c:pt idx="120">
                  <c:v>9642.0325631008527</c:v>
                </c:pt>
                <c:pt idx="121">
                  <c:v>9722.3828344600261</c:v>
                </c:pt>
                <c:pt idx="122">
                  <c:v>9802.7331058192012</c:v>
                </c:pt>
                <c:pt idx="123">
                  <c:v>9883.0833771783746</c:v>
                </c:pt>
                <c:pt idx="124">
                  <c:v>9963.4336485375479</c:v>
                </c:pt>
                <c:pt idx="125">
                  <c:v>10043.783919896719</c:v>
                </c:pt>
                <c:pt idx="126">
                  <c:v>10124.1341912559</c:v>
                </c:pt>
                <c:pt idx="127">
                  <c:v>10204.48446261507</c:v>
                </c:pt>
                <c:pt idx="128">
                  <c:v>10284.834733974239</c:v>
                </c:pt>
                <c:pt idx="129">
                  <c:v>10365.18500533342</c:v>
                </c:pt>
                <c:pt idx="130">
                  <c:v>10445.53527669259</c:v>
                </c:pt>
                <c:pt idx="131">
                  <c:v>10525.88554805176</c:v>
                </c:pt>
                <c:pt idx="132">
                  <c:v>10606.23581941094</c:v>
                </c:pt>
                <c:pt idx="133">
                  <c:v>10686.58609077011</c:v>
                </c:pt>
                <c:pt idx="134">
                  <c:v>10766.936362129291</c:v>
                </c:pt>
                <c:pt idx="135">
                  <c:v>10847.28663348846</c:v>
                </c:pt>
                <c:pt idx="136">
                  <c:v>10927.63690484763</c:v>
                </c:pt>
                <c:pt idx="137">
                  <c:v>11007.987176206811</c:v>
                </c:pt>
                <c:pt idx="138">
                  <c:v>11088.33744756598</c:v>
                </c:pt>
                <c:pt idx="139">
                  <c:v>11168.687718925161</c:v>
                </c:pt>
                <c:pt idx="140">
                  <c:v>11249.037990284331</c:v>
                </c:pt>
                <c:pt idx="141">
                  <c:v>11329.3882616435</c:v>
                </c:pt>
                <c:pt idx="142">
                  <c:v>11409.738533002679</c:v>
                </c:pt>
                <c:pt idx="143">
                  <c:v>11490.088804361851</c:v>
                </c:pt>
                <c:pt idx="144">
                  <c:v>11570.43907572102</c:v>
                </c:pt>
                <c:pt idx="145">
                  <c:v>11650.789347080199</c:v>
                </c:pt>
                <c:pt idx="146">
                  <c:v>11731.139618439371</c:v>
                </c:pt>
                <c:pt idx="147">
                  <c:v>11811.48988979854</c:v>
                </c:pt>
                <c:pt idx="148">
                  <c:v>11891.840161157719</c:v>
                </c:pt>
                <c:pt idx="149">
                  <c:v>11972.190432516891</c:v>
                </c:pt>
                <c:pt idx="150">
                  <c:v>12052.54070387607</c:v>
                </c:pt>
                <c:pt idx="151">
                  <c:v>12132.890975235239</c:v>
                </c:pt>
                <c:pt idx="152">
                  <c:v>12213.241246594411</c:v>
                </c:pt>
                <c:pt idx="153">
                  <c:v>12293.59151795359</c:v>
                </c:pt>
                <c:pt idx="154">
                  <c:v>12373.941789312759</c:v>
                </c:pt>
                <c:pt idx="155">
                  <c:v>12454.292060671931</c:v>
                </c:pt>
                <c:pt idx="156">
                  <c:v>12534.64233203111</c:v>
                </c:pt>
                <c:pt idx="157">
                  <c:v>12614.992603390279</c:v>
                </c:pt>
                <c:pt idx="158">
                  <c:v>12695.34287474946</c:v>
                </c:pt>
                <c:pt idx="159">
                  <c:v>12775.69314610863</c:v>
                </c:pt>
                <c:pt idx="160">
                  <c:v>12856.043417467799</c:v>
                </c:pt>
                <c:pt idx="161">
                  <c:v>12936.39368882698</c:v>
                </c:pt>
                <c:pt idx="162">
                  <c:v>13016.74396018615</c:v>
                </c:pt>
                <c:pt idx="163">
                  <c:v>13097.094231545319</c:v>
                </c:pt>
                <c:pt idx="164">
                  <c:v>13177.4445029045</c:v>
                </c:pt>
                <c:pt idx="165">
                  <c:v>13257.79477426367</c:v>
                </c:pt>
                <c:pt idx="166">
                  <c:v>13338.14504562285</c:v>
                </c:pt>
                <c:pt idx="167">
                  <c:v>13418.49531698202</c:v>
                </c:pt>
                <c:pt idx="168">
                  <c:v>13498.84558834119</c:v>
                </c:pt>
                <c:pt idx="169">
                  <c:v>13579.19585970037</c:v>
                </c:pt>
                <c:pt idx="170">
                  <c:v>13659.54613105954</c:v>
                </c:pt>
                <c:pt idx="171">
                  <c:v>13739.896402418721</c:v>
                </c:pt>
                <c:pt idx="172">
                  <c:v>13820.24667377789</c:v>
                </c:pt>
                <c:pt idx="173">
                  <c:v>13900.59694513706</c:v>
                </c:pt>
                <c:pt idx="174">
                  <c:v>13980.947216496241</c:v>
                </c:pt>
                <c:pt idx="175">
                  <c:v>14061.297487855411</c:v>
                </c:pt>
                <c:pt idx="176">
                  <c:v>14141.64775921458</c:v>
                </c:pt>
                <c:pt idx="177">
                  <c:v>14221.998030573761</c:v>
                </c:pt>
                <c:pt idx="178">
                  <c:v>14302.348301932931</c:v>
                </c:pt>
                <c:pt idx="179">
                  <c:v>14382.698573292109</c:v>
                </c:pt>
                <c:pt idx="180">
                  <c:v>14463.048844651281</c:v>
                </c:pt>
                <c:pt idx="181">
                  <c:v>14543.399116010451</c:v>
                </c:pt>
                <c:pt idx="182">
                  <c:v>14623.749387369629</c:v>
                </c:pt>
                <c:pt idx="183">
                  <c:v>14704.099658728799</c:v>
                </c:pt>
                <c:pt idx="184">
                  <c:v>14784.449930087971</c:v>
                </c:pt>
                <c:pt idx="185">
                  <c:v>14864.800201447149</c:v>
                </c:pt>
                <c:pt idx="186">
                  <c:v>14945.150472806319</c:v>
                </c:pt>
                <c:pt idx="187">
                  <c:v>15025.5007441655</c:v>
                </c:pt>
                <c:pt idx="188">
                  <c:v>15105.851015524669</c:v>
                </c:pt>
                <c:pt idx="189">
                  <c:v>15186.201286883839</c:v>
                </c:pt>
                <c:pt idx="190">
                  <c:v>15266.55155824302</c:v>
                </c:pt>
                <c:pt idx="191">
                  <c:v>15346.90182960219</c:v>
                </c:pt>
                <c:pt idx="192">
                  <c:v>15427.252100961359</c:v>
                </c:pt>
                <c:pt idx="193">
                  <c:v>15507.60237232054</c:v>
                </c:pt>
                <c:pt idx="194">
                  <c:v>15587.95264367971</c:v>
                </c:pt>
                <c:pt idx="195">
                  <c:v>15668.30291503889</c:v>
                </c:pt>
                <c:pt idx="196">
                  <c:v>15748.65318639806</c:v>
                </c:pt>
                <c:pt idx="197">
                  <c:v>15829.00345775723</c:v>
                </c:pt>
                <c:pt idx="198">
                  <c:v>15909.35372911641</c:v>
                </c:pt>
                <c:pt idx="199">
                  <c:v>15989.70400047558</c:v>
                </c:pt>
                <c:pt idx="200">
                  <c:v>16070.054271834761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1.280601662255603E-6</c:v>
                </c:pt>
                <c:pt idx="2">
                  <c:v>2.106785455769052E-5</c:v>
                </c:pt>
                <c:pt idx="3">
                  <c:v>1.084064316992505E-4</c:v>
                </c:pt>
                <c:pt idx="4">
                  <c:v>3.4659715575600399E-4</c:v>
                </c:pt>
                <c:pt idx="5">
                  <c:v>8.5379283336143772E-4</c:v>
                </c:pt>
                <c:pt idx="6">
                  <c:v>1.7834004516514329E-3</c:v>
                </c:pt>
                <c:pt idx="7">
                  <c:v>3.3243659045701802E-3</c:v>
                </c:pt>
                <c:pt idx="8">
                  <c:v>5.7013553402684384E-3</c:v>
                </c:pt>
                <c:pt idx="9">
                  <c:v>9.1748191094314802E-3</c:v>
                </c:pt>
                <c:pt idx="10">
                  <c:v>1.404090367585905E-2</c:v>
                </c:pt>
                <c:pt idx="11">
                  <c:v>2.0631157758437171E-2</c:v>
                </c:pt>
                <c:pt idx="12">
                  <c:v>2.931195958807304E-2</c:v>
                </c:pt>
                <c:pt idx="13">
                  <c:v>4.0483572018239503E-2</c:v>
                </c:pt>
                <c:pt idx="14">
                  <c:v>5.457871151862323E-2</c:v>
                </c:pt>
                <c:pt idx="15">
                  <c:v>7.2060496488924805E-2</c:v>
                </c:pt>
                <c:pt idx="16">
                  <c:v>9.3419621009480605E-2</c:v>
                </c:pt>
                <c:pt idx="17">
                  <c:v>0.1191705837725167</c:v>
                </c:pt>
                <c:pt idx="18">
                  <c:v>0.14984679076410151</c:v>
                </c:pt>
                <c:pt idx="19">
                  <c:v>0.1859943471540019</c:v>
                </c:pt>
                <c:pt idx="20">
                  <c:v>0.22816436224876979</c:v>
                </c:pt>
                <c:pt idx="21">
                  <c:v>0.27690361519580298</c:v>
                </c:pt>
                <c:pt idx="22">
                  <c:v>0.33274347253820219</c:v>
                </c:pt>
                <c:pt idx="23">
                  <c:v>0.3961870156522192</c:v>
                </c:pt>
                <c:pt idx="24">
                  <c:v>0.46769442965101299</c:v>
                </c:pt>
                <c:pt idx="25">
                  <c:v>0.54766682692655921</c:v>
                </c:pt>
                <c:pt idx="26">
                  <c:v>0.63642882684376223</c:v>
                </c:pt>
                <c:pt idx="27">
                  <c:v>0.73421038314220177</c:v>
                </c:pt>
                <c:pt idx="28">
                  <c:v>0.84112853256537345</c:v>
                </c:pt>
                <c:pt idx="29">
                  <c:v>0.95716991707431198</c:v>
                </c:pt>
                <c:pt idx="30">
                  <c:v>1.0821750875574641</c:v>
                </c:pt>
                <c:pt idx="31">
                  <c:v>1.2158257051663901</c:v>
                </c:pt>
                <c:pt idx="32">
                  <c:v>1.3576357917988371</c:v>
                </c:pt>
                <c:pt idx="33">
                  <c:v>1.5069481205986579</c:v>
                </c:pt>
                <c:pt idx="34">
                  <c:v>1.662936664312141</c:v>
                </c:pt>
                <c:pt idx="35">
                  <c:v>1.824615729261351</c:v>
                </c:pt>
                <c:pt idx="36">
                  <c:v>1.9908560064446139</c:v>
                </c:pt>
                <c:pt idx="37">
                  <c:v>2.160407297073526</c:v>
                </c:pt>
                <c:pt idx="38">
                  <c:v>2.3319271619724602</c:v>
                </c:pt>
                <c:pt idx="39">
                  <c:v>2.5040142582008582</c:v>
                </c:pt>
                <c:pt idx="40">
                  <c:v>2.67524472082341</c:v>
                </c:pt>
                <c:pt idx="41">
                  <c:v>2.8442096754205348</c:v>
                </c:pt>
                <c:pt idx="42">
                  <c:v>3.009551864451637</c:v>
                </c:pt>
                <c:pt idx="43">
                  <c:v>3.169999452084816</c:v>
                </c:pt>
                <c:pt idx="44">
                  <c:v>3.324395326382136</c:v>
                </c:pt>
                <c:pt idx="45">
                  <c:v>3.471720610387071</c:v>
                </c:pt>
                <c:pt idx="46">
                  <c:v>3.6111115736179569</c:v>
                </c:pt>
                <c:pt idx="47">
                  <c:v>3.741869644138299</c:v>
                </c:pt>
                <c:pt idx="48">
                  <c:v>3.8634647024083599</c:v>
                </c:pt>
                <c:pt idx="49">
                  <c:v>3.9755322456167081</c:v>
                </c:pt>
                <c:pt idx="50">
                  <c:v>4.0778653149101851</c:v>
                </c:pt>
                <c:pt idx="51">
                  <c:v>4.1704022650120196</c:v>
                </c:pt>
                <c:pt idx="52">
                  <c:v>4.2532115291567738</c:v>
                </c:pt>
                <c:pt idx="53">
                  <c:v>4.3264745072791104</c:v>
                </c:pt>
                <c:pt idx="54">
                  <c:v>4.390467604622958</c:v>
                </c:pt>
                <c:pt idx="55">
                  <c:v>4.4455442968159087</c:v>
                </c:pt>
                <c:pt idx="56">
                  <c:v>4.4921179203439463</c:v>
                </c:pt>
                <c:pt idx="57">
                  <c:v>4.5306457049453757</c:v>
                </c:pt>
                <c:pt idx="58">
                  <c:v>4.5616143923827979</c:v>
                </c:pt>
                <c:pt idx="59">
                  <c:v>4.5855276347027916</c:v>
                </c:pt>
                <c:pt idx="60">
                  <c:v>4.6028952400051582</c:v>
                </c:pt>
                <c:pt idx="61">
                  <c:v>4.6142242365630084</c:v>
                </c:pt>
                <c:pt idx="62">
                  <c:v>4.6200116556911688</c:v>
                </c:pt>
                <c:pt idx="63">
                  <c:v>4.620738887082311</c:v>
                </c:pt>
                <c:pt idx="64">
                  <c:v>4.6168674335228594</c:v>
                </c:pt>
                <c:pt idx="65">
                  <c:v>4.6088358808025927</c:v>
                </c:pt>
                <c:pt idx="66">
                  <c:v>4.5970578992640361</c:v>
                </c:pt>
                <c:pt idx="67">
                  <c:v>4.5819211022790132</c:v>
                </c:pt>
                <c:pt idx="68">
                  <c:v>4.5637866010484096</c:v>
                </c:pt>
                <c:pt idx="69">
                  <c:v>4.5429891121675459</c:v>
                </c:pt>
                <c:pt idx="70">
                  <c:v>4.5198374926261096</c:v>
                </c:pt>
                <c:pt idx="71">
                  <c:v>4.4946155950614779</c:v>
                </c:pt>
                <c:pt idx="72">
                  <c:v>4.4675833533148301</c:v>
                </c:pt>
                <c:pt idx="73">
                  <c:v>4.4389780241343422</c:v>
                </c:pt>
                <c:pt idx="74">
                  <c:v>4.4090155249581473</c:v>
                </c:pt>
                <c:pt idx="75">
                  <c:v>4.3778918199989816</c:v>
                </c:pt>
                <c:pt idx="76">
                  <c:v>4.3457843173702484</c:v>
                </c:pt>
                <c:pt idx="77">
                  <c:v>4.3128532488460793</c:v>
                </c:pt>
                <c:pt idx="78">
                  <c:v>4.2792430111859652</c:v>
                </c:pt>
                <c:pt idx="79">
                  <c:v>4.2450834539498059</c:v>
                </c:pt>
                <c:pt idx="80">
                  <c:v>4.2104911035582306</c:v>
                </c:pt>
                <c:pt idx="81">
                  <c:v>4.1755703171866676</c:v>
                </c:pt>
                <c:pt idx="82">
                  <c:v>4.1404143630775607</c:v>
                </c:pt>
                <c:pt idx="83">
                  <c:v>4.1051064261565298</c:v>
                </c:pt>
                <c:pt idx="84">
                  <c:v>4.0697205395698148</c:v>
                </c:pt>
                <c:pt idx="85">
                  <c:v>4.0343224440302352</c:v>
                </c:pt>
                <c:pt idx="86">
                  <c:v>3.998970377759286</c:v>
                </c:pt>
                <c:pt idx="87">
                  <c:v>3.9637158004205459</c:v>
                </c:pt>
                <c:pt idx="88">
                  <c:v>3.928604054818519</c:v>
                </c:pt>
                <c:pt idx="89">
                  <c:v>3.8936749703395939</c:v>
                </c:pt>
                <c:pt idx="90">
                  <c:v>3.8589634121807772</c:v>
                </c:pt>
                <c:pt idx="91">
                  <c:v>3.824499780381184</c:v>
                </c:pt>
                <c:pt idx="92">
                  <c:v>3.7903104625687369</c:v>
                </c:pt>
                <c:pt idx="93">
                  <c:v>3.756418244181154</c:v>
                </c:pt>
                <c:pt idx="94">
                  <c:v>3.722842679733521</c:v>
                </c:pt>
                <c:pt idx="95">
                  <c:v>3.6896004284969721</c:v>
                </c:pt>
                <c:pt idx="96">
                  <c:v>3.6567055577346892</c:v>
                </c:pt>
                <c:pt idx="97">
                  <c:v>3.6241698164196108</c:v>
                </c:pt>
                <c:pt idx="98">
                  <c:v>3.5920028821387011</c:v>
                </c:pt>
                <c:pt idx="99">
                  <c:v>3.5602125836749421</c:v>
                </c:pt>
                <c:pt idx="100">
                  <c:v>3.5288051015535911</c:v>
                </c:pt>
                <c:pt idx="101">
                  <c:v>3.4977851486448812</c:v>
                </c:pt>
                <c:pt idx="102">
                  <c:v>3.4671561327328289</c:v>
                </c:pt>
                <c:pt idx="103">
                  <c:v>3.436920302789332</c:v>
                </c:pt>
                <c:pt idx="104">
                  <c:v>3.407078880534542</c:v>
                </c:pt>
                <c:pt idx="105">
                  <c:v>3.3776321787184882</c:v>
                </c:pt>
                <c:pt idx="106">
                  <c:v>3.3485797074245158</c:v>
                </c:pt>
                <c:pt idx="107">
                  <c:v>3.319920269572016</c:v>
                </c:pt>
                <c:pt idx="108">
                  <c:v>3.29165204668341</c:v>
                </c:pt>
                <c:pt idx="109">
                  <c:v>3.2637726758777612</c:v>
                </c:pt>
                <c:pt idx="110">
                  <c:v>3.2362793189601291</c:v>
                </c:pt>
                <c:pt idx="111">
                  <c:v>3.2091687243909921</c:v>
                </c:pt>
                <c:pt idx="112">
                  <c:v>3.1824372828433489</c:v>
                </c:pt>
                <c:pt idx="113">
                  <c:v>3.156081076985501</c:v>
                </c:pt>
                <c:pt idx="114">
                  <c:v>3.1300959260646661</c:v>
                </c:pt>
                <c:pt idx="115">
                  <c:v>3.1044774258097272</c:v>
                </c:pt>
                <c:pt idx="116">
                  <c:v>3.0792209841201168</c:v>
                </c:pt>
                <c:pt idx="117">
                  <c:v>3.0543218529615719</c:v>
                </c:pt>
                <c:pt idx="118">
                  <c:v>3.0297751568477018</c:v>
                </c:pt>
                <c:pt idx="119">
                  <c:v>3.0055759182487631</c:v>
                </c:pt>
                <c:pt idx="120">
                  <c:v>2.9817190802350568</c:v>
                </c:pt>
                <c:pt idx="121">
                  <c:v>2.9581995266319039</c:v>
                </c:pt>
                <c:pt idx="122">
                  <c:v>2.9350120999356002</c:v>
                </c:pt>
                <c:pt idx="123">
                  <c:v>2.9121516172150428</c:v>
                </c:pt>
                <c:pt idx="124">
                  <c:v>2.889612884201382</c:v>
                </c:pt>
                <c:pt idx="125">
                  <c:v>2.8673907077480418</c:v>
                </c:pt>
                <c:pt idx="126">
                  <c:v>2.8454799068253389</c:v>
                </c:pt>
                <c:pt idx="127">
                  <c:v>2.823875322197698</c:v>
                </c:pt>
                <c:pt idx="128">
                  <c:v>2.802571824916809</c:v>
                </c:pt>
                <c:pt idx="129">
                  <c:v>2.78156432375091</c:v>
                </c:pt>
                <c:pt idx="130">
                  <c:v>2.7608477716584772</c:v>
                </c:pt>
                <c:pt idx="131">
                  <c:v>2.7404171714039451</c:v>
                </c:pt>
                <c:pt idx="132">
                  <c:v>2.720267580403446</c:v>
                </c:pt>
                <c:pt idx="133">
                  <c:v>2.700394114879888</c:v>
                </c:pt>
                <c:pt idx="134">
                  <c:v>2.6807919533988578</c:v>
                </c:pt>
                <c:pt idx="135">
                  <c:v>2.6614563398498432</c:v>
                </c:pt>
                <c:pt idx="136">
                  <c:v>2.6423825859308709</c:v>
                </c:pt>
                <c:pt idx="137">
                  <c:v>2.6235660731889801</c:v>
                </c:pt>
                <c:pt idx="138">
                  <c:v>2.6050022546637668</c:v>
                </c:pt>
                <c:pt idx="139">
                  <c:v>2.5866866561766111</c:v>
                </c:pt>
                <c:pt idx="140">
                  <c:v>2.568614877303983</c:v>
                </c:pt>
                <c:pt idx="141">
                  <c:v>2.5507825920694569</c:v>
                </c:pt>
                <c:pt idx="142">
                  <c:v>2.533185549385637</c:v>
                </c:pt>
                <c:pt idx="143">
                  <c:v>2.5158195732741402</c:v>
                </c:pt>
                <c:pt idx="144">
                  <c:v>2.4986805628889699</c:v>
                </c:pt>
                <c:pt idx="145">
                  <c:v>2.4817644923661422</c:v>
                </c:pt>
                <c:pt idx="146">
                  <c:v>2.4650674105201191</c:v>
                </c:pt>
                <c:pt idx="147">
                  <c:v>2.448585440405612</c:v>
                </c:pt>
                <c:pt idx="148">
                  <c:v>2.432314778761409</c:v>
                </c:pt>
                <c:pt idx="149">
                  <c:v>2.4162516953512529</c:v>
                </c:pt>
                <c:pt idx="150">
                  <c:v>2.4003925322152848</c:v>
                </c:pt>
                <c:pt idx="151">
                  <c:v>2.3847337028441982</c:v>
                </c:pt>
                <c:pt idx="152">
                  <c:v>2.3692716912869982</c:v>
                </c:pt>
                <c:pt idx="153">
                  <c:v>2.3540030512022039</c:v>
                </c:pt>
                <c:pt idx="154">
                  <c:v>2.338924404861265</c:v>
                </c:pt>
                <c:pt idx="155">
                  <c:v>2.3240324421120908</c:v>
                </c:pt>
                <c:pt idx="156">
                  <c:v>2.3093239193097799</c:v>
                </c:pt>
                <c:pt idx="157">
                  <c:v>2.294795658220842</c:v>
                </c:pt>
                <c:pt idx="158">
                  <c:v>2.280444544906616</c:v>
                </c:pt>
                <c:pt idx="159">
                  <c:v>2.2662675285909</c:v>
                </c:pt>
                <c:pt idx="160">
                  <c:v>2.2522616205163168</c:v>
                </c:pt>
                <c:pt idx="161">
                  <c:v>2.2384238927934419</c:v>
                </c:pt>
                <c:pt idx="162">
                  <c:v>2.224751477246222</c:v>
                </c:pt>
                <c:pt idx="163">
                  <c:v>2.2112415642568788</c:v>
                </c:pt>
                <c:pt idx="164">
                  <c:v>2.197891401613099</c:v>
                </c:pt>
                <c:pt idx="165">
                  <c:v>2.184698293359947</c:v>
                </c:pt>
                <c:pt idx="166">
                  <c:v>2.171659598658727</c:v>
                </c:pt>
                <c:pt idx="167">
                  <c:v>2.1587727306546398</c:v>
                </c:pt>
                <c:pt idx="168">
                  <c:v>2.146035155354963</c:v>
                </c:pt>
                <c:pt idx="169">
                  <c:v>2.1334443905191498</c:v>
                </c:pt>
                <c:pt idx="170">
                  <c:v>2.1209980045621419</c:v>
                </c:pt>
                <c:pt idx="171">
                  <c:v>2.108693615471934</c:v>
                </c:pt>
                <c:pt idx="172">
                  <c:v>2.096528889742344</c:v>
                </c:pt>
                <c:pt idx="173">
                  <c:v>2.0845015413217398</c:v>
                </c:pt>
                <c:pt idx="174">
                  <c:v>2.0726093305783819</c:v>
                </c:pt>
                <c:pt idx="175">
                  <c:v>2.060850063282909</c:v>
                </c:pt>
                <c:pt idx="176">
                  <c:v>2.049221589608401</c:v>
                </c:pt>
                <c:pt idx="177">
                  <c:v>2.0377218031483602</c:v>
                </c:pt>
                <c:pt idx="178">
                  <c:v>2.026348639952849</c:v>
                </c:pt>
                <c:pt idx="179">
                  <c:v>2.0151000775829861</c:v>
                </c:pt>
                <c:pt idx="180">
                  <c:v>2.0039741341839119</c:v>
                </c:pt>
                <c:pt idx="181">
                  <c:v>1.99296886757627</c:v>
                </c:pt>
                <c:pt idx="182">
                  <c:v>1.982082374366219</c:v>
                </c:pt>
                <c:pt idx="183">
                  <c:v>1.971312789073945</c:v>
                </c:pt>
                <c:pt idx="184">
                  <c:v>1.960658283280565</c:v>
                </c:pt>
                <c:pt idx="185">
                  <c:v>1.9501170647933419</c:v>
                </c:pt>
                <c:pt idx="186">
                  <c:v>1.9396873768290319</c:v>
                </c:pt>
                <c:pt idx="187">
                  <c:v>1.9293674972152111</c:v>
                </c:pt>
                <c:pt idx="188">
                  <c:v>1.9191557376093591</c:v>
                </c:pt>
                <c:pt idx="189">
                  <c:v>1.9090504427355131</c:v>
                </c:pt>
                <c:pt idx="190">
                  <c:v>1.8990499896382289</c:v>
                </c:pt>
                <c:pt idx="191">
                  <c:v>1.8891527869535949</c:v>
                </c:pt>
                <c:pt idx="192">
                  <c:v>1.8793572741970559</c:v>
                </c:pt>
                <c:pt idx="193">
                  <c:v>1.869661921067757</c:v>
                </c:pt>
                <c:pt idx="194">
                  <c:v>1.860065226769118</c:v>
                </c:pt>
                <c:pt idx="195">
                  <c:v>1.850565719345362</c:v>
                </c:pt>
                <c:pt idx="196">
                  <c:v>1.84116195503368</c:v>
                </c:pt>
                <c:pt idx="197">
                  <c:v>1.831852517631765</c:v>
                </c:pt>
                <c:pt idx="198">
                  <c:v>1.8226360178803609</c:v>
                </c:pt>
                <c:pt idx="199">
                  <c:v>1.813511092860578</c:v>
                </c:pt>
                <c:pt idx="200">
                  <c:v>1.8044764054056179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CE-4137-A4C6-62F9F1C52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30950543"/>
        <c:axId val="930951983"/>
      </c:lineChart>
      <c:catAx>
        <c:axId val="211879178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  <c:valAx>
        <c:axId val="930951983"/>
        <c:scaling>
          <c:orientation val="minMax"/>
        </c:scaling>
        <c:delete val="0"/>
        <c:axPos val="r"/>
        <c:numFmt formatCode="#,##0.00" sourceLinked="0"/>
        <c:majorTickMark val="out"/>
        <c:minorTickMark val="none"/>
        <c:tickLblPos val="nextTo"/>
        <c:crossAx val="930950543"/>
        <c:crosses val="max"/>
        <c:crossBetween val="between"/>
      </c:valAx>
      <c:catAx>
        <c:axId val="9309505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30951983"/>
        <c:crosses val="autoZero"/>
        <c:auto val="1"/>
        <c:lblAlgn val="ctr"/>
        <c:lblOffset val="100"/>
        <c:noMultiLvlLbl val="0"/>
      </c:cat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GRPs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51.010408779300001</c:v>
                </c:pt>
                <c:pt idx="22">
                  <c:v>55.716711592999999</c:v>
                </c:pt>
                <c:pt idx="23">
                  <c:v>80.308709654599994</c:v>
                </c:pt>
                <c:pt idx="24">
                  <c:v>11.8516017001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22.686274509803901</c:v>
                </c:pt>
                <c:pt idx="33">
                  <c:v>26.176470588235301</c:v>
                </c:pt>
                <c:pt idx="34">
                  <c:v>27.0490196078431</c:v>
                </c:pt>
                <c:pt idx="35">
                  <c:v>13.088235294117601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7F-4C38-8C0C-92AA19D0E4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769228896089779"/>
          <c:y val="0.10683760683760683"/>
          <c:w val="0.8502180269215851"/>
          <c:h val="0.7863247863247863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2"/>
                <c:pt idx="0">
                  <c:v>23' Camp ROI</c:v>
                </c:pt>
                <c:pt idx="1">
                  <c:v>24' Camp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2"/>
                <c:pt idx="0">
                  <c:v>3.5355810179211762</c:v>
                </c:pt>
                <c:pt idx="1">
                  <c:v>1.7750292302484081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E3-4FA9-A504-9AEC7FD85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045349947558743"/>
          <c:y val="0.10683760683760683"/>
          <c:w val="0.83917318486282655"/>
          <c:h val="0.7863247863247863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2"/>
                <c:pt idx="0">
                  <c:v>23' Camp</c:v>
                </c:pt>
                <c:pt idx="1">
                  <c:v>24' Camp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2"/>
                <c:pt idx="0">
                  <c:v>3.75140107284252</c:v>
                </c:pt>
                <c:pt idx="1">
                  <c:v>6.4250188970467326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83-40D8-9F01-C97B12975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190367854117638"/>
          <c:y val="8.2138590203106335E-2"/>
          <c:w val="0.83772300579723757"/>
          <c:h val="0.7537335722819593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2"/>
                <c:pt idx="0">
                  <c:v>23' Camp</c:v>
                </c:pt>
                <c:pt idx="1">
                  <c:v>24' Camp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2"/>
                <c:pt idx="0">
                  <c:v>99051.002873170466</c:v>
                </c:pt>
                <c:pt idx="1">
                  <c:v>348314.6067415729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72-4C87-BB41-F972980B0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22/09/2025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22/09/2025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Fecha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Study name </a:t>
            </a:r>
          </a:p>
          <a:p>
            <a:r>
              <a:rPr lang="en-US" b="1" noProof="0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Identifying marketing investment efficiencies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28624"/>
            <a:ext cx="5643926" cy="403200"/>
          </a:xfrm>
        </p:spPr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Project status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cs typeface="Arial"/>
              </a:rPr>
              <a:t>Scope / Objectives </a:t>
            </a:r>
            <a:endParaRPr lang="en-U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Timeline and next steps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n-U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 Category overview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noProof="0" dirty="0"/>
          </a:p>
          <a:p>
            <a:pPr marL="0" lvl="1" indent="0">
              <a:buSzPct val="100000"/>
              <a:buNone/>
            </a:pPr>
            <a:r>
              <a:rPr lang="en-US" noProof="0" dirty="0"/>
              <a:t>3. Brand focus 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Media deep dive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Project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/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>
                    <a:lumMod val="50000"/>
                  </a:schemeClr>
                </a:solidFill>
              </a:rPr>
              <a:t>Understand the impact of marketing efforts in sales and/or brand equity. </a:t>
            </a:r>
            <a:endParaRPr lang="en-US" sz="1800" noProof="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n-US" noProof="0" dirty="0"/>
              <a:t>For that, we </a:t>
            </a:r>
            <a:r>
              <a:rPr lang="en-US" b="1" noProof="0" dirty="0"/>
              <a:t>decompose sales volume and/or measured brand equity</a:t>
            </a:r>
            <a:r>
              <a:rPr lang="en-US" noProof="0" dirty="0"/>
              <a:t> results, </a:t>
            </a:r>
            <a:r>
              <a:rPr lang="en-US" b="1" noProof="0" dirty="0"/>
              <a:t>isolating the effects of each marketing</a:t>
            </a:r>
            <a:r>
              <a:rPr lang="en-US" noProof="0" dirty="0"/>
              <a:t> </a:t>
            </a:r>
            <a:r>
              <a:rPr lang="en-US" b="1" noProof="0" dirty="0"/>
              <a:t>effort</a:t>
            </a:r>
            <a:r>
              <a:rPr lang="en-US" noProof="0" dirty="0"/>
              <a:t> to understand their individual effects.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Direct impact in</a:t>
              </a: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Sales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n-U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n-U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Model</a:t>
              </a:r>
              <a:endParaRPr lang="en-U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n-US" sz="1200" b="1" noProof="0" dirty="0">
                <a:solidFill>
                  <a:srgbClr val="383838"/>
                </a:solidFill>
              </a:rPr>
              <a:t>Input:</a:t>
            </a:r>
            <a:endParaRPr lang="en-U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n-US" sz="1200" noProof="0" dirty="0">
                <a:solidFill>
                  <a:srgbClr val="383838"/>
                </a:solidFill>
              </a:rPr>
              <a:t>XX years of monthly/weekly data:</a:t>
            </a:r>
            <a:endParaRPr lang="en-U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Brand sales, distribution and average price.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Media investment and media activity results 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Other marketing efforts (owned media activity, innovations, promotions,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Macroeconomic variables </a:t>
            </a: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 the end, we’ll have the following results: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/>
              <a:t>1. Sales decomposition / Equity decomposition 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noProof="0" dirty="0">
                <a:solidFill>
                  <a:schemeClr val="bg1"/>
                </a:solidFill>
                <a:cs typeface="Arial"/>
              </a:rPr>
              <a:t>2. Incremental volume for each individual effort</a:t>
            </a:r>
            <a:endParaRPr lang="en-U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3. ROI </a:t>
            </a:r>
            <a:r>
              <a:rPr lang="en-US" sz="1400" noProof="0" dirty="0">
                <a:solidFill>
                  <a:schemeClr val="bg1"/>
                </a:solidFill>
              </a:rPr>
              <a:t>and saturation curves</a:t>
            </a:r>
            <a:endParaRPr lang="en-U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4. Optimization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Equity</a:t>
              </a: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100" b="1" noProof="0" dirty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6" name="Chart 215">
            <a:extLst>
              <a:ext uri="{FF2B5EF4-FFF2-40B4-BE49-F238E27FC236}">
                <a16:creationId xmlns:a16="http://schemas.microsoft.com/office/drawing/2014/main" id="{21DFB0B2-3209-FB09-21BB-1656F7FD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439029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079111" y="357451"/>
              <a:ext cx="106229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noProof="0" dirty="0">
                  <a:solidFill>
                    <a:srgbClr val="191919"/>
                  </a:solidFill>
                  <a:effectLst/>
                  <a:latin typeface="Arial" panose="020B0604020202020204" pitchFamily="34" charset="0"/>
                </a:rPr>
                <a:t>Illustrative</a:t>
              </a:r>
              <a:endParaRPr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B11D2D-C226-716A-744D-72D075AE3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598193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D1EB7F-CD5D-E018-BA4D-3B19910C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911319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n-US" sz="1050" b="0" noProof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noProof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noProof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8F5662D2-8476-DB21-D152-1968B4EA5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285516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CA60DFB-4C74-E938-F717-B6355AFEC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Average execution time since Kick Off ~ 17 weeks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657128"/>
              </p:ext>
            </p:extLst>
          </p:nvPr>
        </p:nvGraphicFramePr>
        <p:xfrm>
          <a:off x="305360" y="1695450"/>
          <a:ext cx="11631204" cy="430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Scope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Data check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Insights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collection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sign off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Final report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Simulations </a:t>
                      </a:r>
                      <a:endParaRPr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Kick-off call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collection and validation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sign off for modelling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First presentation of model results </a:t>
                      </a:r>
                      <a:endParaRPr lang="en-U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Final report delivery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Simulations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Scope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Contact mapping </a:t>
                      </a:r>
                      <a:endParaRPr lang="en-U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Data descriptives and variables transformations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Descriptives presentation to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sign off from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lockdown for modelling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Base presentation 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n-US" sz="1000" b="0" noProof="0" dirty="0">
                          <a:cs typeface="Arial"/>
                        </a:rPr>
                        <a:t>Contributions 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Preliminary checks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noProof="0" dirty="0"/>
                        <a:t>Final presentation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Contributions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Saturation curves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Simulation scenarios for media planning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Week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1" i="0" noProof="0" dirty="0"/>
                        <a:t>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From 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technical spec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n-US" b="1" noProof="0" dirty="0">
                <a:solidFill>
                  <a:schemeClr val="tx2"/>
                </a:solidFill>
              </a:rPr>
              <a:t>Category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Brand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Period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Frequency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Analysis breaks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Coverage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Sales channel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Dependent variable</a:t>
            </a:r>
            <a:r>
              <a:rPr lang="en-US" noProof="0" dirty="0"/>
              <a:t>: xxx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z="1000" noProof="0" dirty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Overall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45364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33851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16620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488235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Contribución</a:t>
            </a:r>
            <a:r>
              <a:rPr lang="en-US" noProof="0" dirty="0"/>
              <a:t> de </a:t>
            </a:r>
            <a:r>
              <a:rPr lang="en-US" noProof="0" dirty="0" err="1"/>
              <a:t>medios</a:t>
            </a:r>
            <a:r>
              <a:rPr lang="en-US" noProof="0" dirty="0"/>
              <a:t> vs </a:t>
            </a:r>
            <a:r>
              <a:rPr lang="en-US" noProof="0" dirty="0" err="1"/>
              <a:t>contribución</a:t>
            </a:r>
            <a:r>
              <a:rPr lang="en-US" noProof="0" dirty="0"/>
              <a:t> total </a:t>
            </a:r>
            <a:r>
              <a:rPr lang="en-US" noProof="0" dirty="0" err="1"/>
              <a:t>en</a:t>
            </a:r>
            <a:r>
              <a:rPr lang="en-US" noProof="0" dirty="0"/>
              <a:t> </a:t>
            </a:r>
            <a:r>
              <a:rPr lang="en-US" noProof="0" dirty="0" err="1"/>
              <a:t>volumen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265396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Inversion </a:t>
            </a:r>
            <a:r>
              <a:rPr lang="en-US" noProof="0" dirty="0" err="1"/>
              <a:t>en</a:t>
            </a:r>
            <a:r>
              <a:rPr lang="en-US" noProof="0" dirty="0"/>
              <a:t> </a:t>
            </a:r>
            <a:r>
              <a:rPr lang="en-US" noProof="0" dirty="0" err="1"/>
              <a:t>medios</a:t>
            </a:r>
            <a:r>
              <a:rPr lang="en-US" noProof="0" dirty="0"/>
              <a:t> vs </a:t>
            </a:r>
            <a:r>
              <a:rPr lang="en-US" noProof="0" dirty="0" err="1"/>
              <a:t>contribución</a:t>
            </a:r>
            <a:r>
              <a:rPr lang="en-US" noProof="0" dirty="0"/>
              <a:t> </a:t>
            </a:r>
            <a:r>
              <a:rPr lang="en-US" noProof="0" dirty="0" err="1"/>
              <a:t>en</a:t>
            </a:r>
            <a:r>
              <a:rPr lang="en-US" noProof="0" dirty="0"/>
              <a:t> </a:t>
            </a:r>
            <a:r>
              <a:rPr lang="en-US" noProof="0" dirty="0" err="1"/>
              <a:t>volumen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04715"/>
              </p:ext>
            </p:extLst>
          </p:nvPr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434106"/>
              </p:ext>
            </p:extLst>
          </p:nvPr>
        </p:nvGraphicFramePr>
        <p:xfrm>
          <a:off x="6199632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 performance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863313"/>
              </p:ext>
            </p:extLst>
          </p:nvPr>
        </p:nvGraphicFramePr>
        <p:xfrm>
          <a:off x="356616" y="1709928"/>
          <a:ext cx="2724912" cy="4237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783574"/>
              </p:ext>
            </p:extLst>
          </p:nvPr>
        </p:nvGraphicFramePr>
        <p:xfrm>
          <a:off x="3273552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877961"/>
              </p:ext>
            </p:extLst>
          </p:nvPr>
        </p:nvGraphicFramePr>
        <p:xfrm>
          <a:off x="6190488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043270"/>
              </p:ext>
            </p:extLst>
          </p:nvPr>
        </p:nvGraphicFramePr>
        <p:xfrm>
          <a:off x="9098280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 ROI – ROI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latin typeface="Arial"/>
              </a:rPr>
              <a:t>ROI 23' Camp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261221"/>
              </p:ext>
            </p:extLst>
          </p:nvPr>
        </p:nvGraphicFramePr>
        <p:xfrm>
          <a:off x="1975104" y="303580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latin typeface="Arial"/>
              </a:rPr>
              <a:t>ROI 24' Camp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Campaign contribution and ROI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634772"/>
              </p:ext>
            </p:extLst>
          </p:nvPr>
        </p:nvGraphicFramePr>
        <p:xfrm>
          <a:off x="356615" y="1709928"/>
          <a:ext cx="11466511" cy="2533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80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80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380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1962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 lang="en-US" noProof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Volume contribution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 dirty="0"/>
                    </a:p>
                  </a:txBody>
                  <a:tcPr>
                    <a:solidFill>
                      <a:srgbClr val="33333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Revenue contribution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 dirty="0"/>
                    </a:p>
                  </a:txBody>
                  <a:tcPr>
                    <a:solidFill>
                      <a:srgbClr val="33333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ROI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 dirty="0"/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32584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 lang="en-US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23' Campaign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24' Campaign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23' Campaign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24' Campaign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23' Campaign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24' Campaign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Digital Display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1,054.24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0.00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96,765,546.67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0.02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5.27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0.00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Digital </a:t>
                      </a:r>
                      <a:r>
                        <a:rPr lang="en-US" noProof="0" dirty="0" err="1"/>
                        <a:t>YT+Meta</a:t>
                      </a:r>
                      <a:endParaRPr lang="en-US" noProof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2,147.61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1,714.01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198,765,016.17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165,881,365.09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3.97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1.21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OOH Retail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746.11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456.23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69,650,944.54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43,980,687.14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3.54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1.42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OOH Screen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1,227.36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0.00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113,636,955.37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96.84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2.49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0.00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Search Google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383.08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200.02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35,050,143.16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19,392,844.41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5.00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2.82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29138E-9C74-AE26-63AD-6B57290D37EC}"/>
              </a:ext>
            </a:extLst>
          </p:cNvPr>
          <p:cNvSpPr/>
          <p:nvPr/>
        </p:nvSpPr>
        <p:spPr>
          <a:xfrm>
            <a:off x="356616" y="1786811"/>
            <a:ext cx="5623560" cy="4944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Due </a:t>
            </a:r>
            <a:r>
              <a:rPr dirty="0" err="1"/>
              <a:t>to's</a:t>
            </a:r>
            <a:r>
              <a:rPr dirty="0"/>
              <a:t> - FY'24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198284"/>
              </p:ext>
            </p:extLst>
          </p:nvPr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905513-107B-9F47-3FBC-9802CFEBD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274940"/>
              </p:ext>
            </p:extLst>
          </p:nvPr>
        </p:nvGraphicFramePr>
        <p:xfrm>
          <a:off x="6211826" y="1824519"/>
          <a:ext cx="5688710" cy="3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74">
                  <a:extLst>
                    <a:ext uri="{9D8B030D-6E8A-4147-A177-3AD203B41FA5}">
                      <a16:colId xmlns:a16="http://schemas.microsoft.com/office/drawing/2014/main" val="3760457890"/>
                    </a:ext>
                  </a:extLst>
                </a:gridCol>
                <a:gridCol w="4509136">
                  <a:extLst>
                    <a:ext uri="{9D8B030D-6E8A-4147-A177-3AD203B41FA5}">
                      <a16:colId xmlns:a16="http://schemas.microsoft.com/office/drawing/2014/main" val="2157242357"/>
                    </a:ext>
                  </a:extLst>
                </a:gridCol>
              </a:tblGrid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1100" b="1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1" dirty="0" err="1">
                          <a:solidFill>
                            <a:schemeClr val="tx1"/>
                          </a:solidFill>
                        </a:rPr>
                        <a:t>Explanation</a:t>
                      </a:r>
                      <a:r>
                        <a:rPr lang="es-E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277479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Bla </a:t>
                      </a:r>
                      <a:r>
                        <a:rPr lang="es-ES" sz="900" b="0" dirty="0" err="1">
                          <a:solidFill>
                            <a:schemeClr val="tx1"/>
                          </a:solidFill>
                        </a:rPr>
                        <a:t>bla</a:t>
                      </a:r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564514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Media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971064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External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59455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 err="1">
                          <a:solidFill>
                            <a:schemeClr val="tx1"/>
                          </a:solidFill>
                        </a:rPr>
                        <a:t>Distribution</a:t>
                      </a:r>
                      <a:endParaRPr lang="es-E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51416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 err="1">
                          <a:solidFill>
                            <a:schemeClr val="tx1"/>
                          </a:solidFill>
                        </a:rPr>
                        <a:t>Discounts</a:t>
                      </a:r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315505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 err="1">
                          <a:solidFill>
                            <a:schemeClr val="tx1"/>
                          </a:solidFill>
                        </a:rPr>
                        <a:t>Competition</a:t>
                      </a:r>
                      <a:endParaRPr lang="es-E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529457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Base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5346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Full media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231432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BB0BE9-9C33-7812-2110-3FD5F1216D65}"/>
              </a:ext>
            </a:extLst>
          </p:cNvPr>
          <p:cNvCxnSpPr/>
          <p:nvPr/>
        </p:nvCxnSpPr>
        <p:spPr>
          <a:xfrm flipH="1">
            <a:off x="2047875" y="2286000"/>
            <a:ext cx="790575" cy="1143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165103-9BA9-8F79-B31C-E995F6309E6F}"/>
              </a:ext>
            </a:extLst>
          </p:cNvPr>
          <p:cNvCxnSpPr/>
          <p:nvPr/>
        </p:nvCxnSpPr>
        <p:spPr>
          <a:xfrm flipH="1">
            <a:off x="3552825" y="3248025"/>
            <a:ext cx="790575" cy="1143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862E61-8378-5651-F972-F3F8A2E5D99F}"/>
              </a:ext>
            </a:extLst>
          </p:cNvPr>
          <p:cNvCxnSpPr/>
          <p:nvPr/>
        </p:nvCxnSpPr>
        <p:spPr>
          <a:xfrm flipH="1">
            <a:off x="9848850" y="3136392"/>
            <a:ext cx="790575" cy="1143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Saturation curve – Online Display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Saturation curve – Out of Home Retail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449028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Saturation curve – FB_YT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01174"/>
              </p:ext>
            </p:extLst>
          </p:nvPr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Saturation curve – Out of Home Screen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Saturation curve – Google Paid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Saturation curves 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020221"/>
              </p:ext>
            </p:extLst>
          </p:nvPr>
        </p:nvGraphicFramePr>
        <p:xfrm>
          <a:off x="356616" y="1709928"/>
          <a:ext cx="11466510" cy="2214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1621109032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1108905023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313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 lang="en-US" noProof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Breakthrough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Maximum ROI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Start of Saturation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Full Saturation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lang="en-US" noProof="0" dirty="0"/>
                        <a:t>Current Average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1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Digital </a:t>
                      </a:r>
                      <a:r>
                        <a:rPr lang="en-US" noProof="0" dirty="0" err="1"/>
                        <a:t>YT+Meta</a:t>
                      </a:r>
                      <a:endParaRPr lang="en-US" noProof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3,354,606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22,044,555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33,546,063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45,287,184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38,520,675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1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Search Google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1,687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4,982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6,026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10,044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16,942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01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Digital Display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42,160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170,000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190,400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257,040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1,177,647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01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OOH Retail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36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12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Media OOH Screen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nan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43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nan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/>
                        <a:t>nan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153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OOH Retail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694577"/>
              </p:ext>
            </p:extLst>
          </p:nvPr>
        </p:nvGraphicFramePr>
        <p:xfrm>
          <a:off x="356616" y="4544568"/>
          <a:ext cx="56235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132985131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dirty="0"/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dirty="0"/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dirty="0"/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9.83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11.60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62920"/>
              </p:ext>
            </p:extLst>
          </p:nvPr>
        </p:nvGraphicFramePr>
        <p:xfrm>
          <a:off x="7223760" y="170992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48" y="170992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ROI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309445"/>
              </p:ext>
            </p:extLst>
          </p:nvPr>
        </p:nvGraphicFramePr>
        <p:xfrm>
          <a:off x="7223760" y="303580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9048" y="303580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Effectiveness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36171"/>
              </p:ext>
            </p:extLst>
          </p:nvPr>
        </p:nvGraphicFramePr>
        <p:xfrm>
          <a:off x="7223760" y="4361688"/>
          <a:ext cx="459943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9048" y="436168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CPA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5F1998-EE30-7712-06EF-2AC2E731925B}"/>
              </a:ext>
            </a:extLst>
          </p:cNvPr>
          <p:cNvCxnSpPr/>
          <p:nvPr/>
        </p:nvCxnSpPr>
        <p:spPr>
          <a:xfrm flipH="1">
            <a:off x="657225" y="3638550"/>
            <a:ext cx="5210175" cy="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9EC85B-A236-70CB-BF91-BFD892BEBF53}"/>
              </a:ext>
            </a:extLst>
          </p:cNvPr>
          <p:cNvCxnSpPr/>
          <p:nvPr/>
        </p:nvCxnSpPr>
        <p:spPr>
          <a:xfrm flipH="1">
            <a:off x="657225" y="3429000"/>
            <a:ext cx="5210175" cy="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C0FF97-7871-974E-0F80-332BFD0EDEAD}"/>
              </a:ext>
            </a:extLst>
          </p:cNvPr>
          <p:cNvCxnSpPr/>
          <p:nvPr/>
        </p:nvCxnSpPr>
        <p:spPr>
          <a:xfrm flipH="1">
            <a:off x="657225" y="3190875"/>
            <a:ext cx="5210175" cy="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98D81A-E0F6-21FD-0F05-C029DE64F0E9}"/>
              </a:ext>
            </a:extLst>
          </p:cNvPr>
          <p:cNvCxnSpPr/>
          <p:nvPr/>
        </p:nvCxnSpPr>
        <p:spPr>
          <a:xfrm flipH="1">
            <a:off x="657225" y="2852928"/>
            <a:ext cx="5210175" cy="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66a38013d12be4583532761ffd6e26dd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68f015ace5ce8fcd03688c3809a80f6c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A5E318-820C-49F8-BBBD-9F04B70AA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463</TotalTime>
  <Words>822</Words>
  <Application>Microsoft Office PowerPoint</Application>
  <PresentationFormat>Widescreen</PresentationFormat>
  <Paragraphs>312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Kantar template master</vt:lpstr>
      <vt:lpstr>Content slides - no sub heading</vt:lpstr>
      <vt:lpstr>Technical</vt:lpstr>
      <vt:lpstr>Identifying marketing investment efficiencies</vt:lpstr>
      <vt:lpstr>Agenda</vt:lpstr>
      <vt:lpstr>PowerPoint Presentation</vt:lpstr>
      <vt:lpstr>Objective </vt:lpstr>
      <vt:lpstr>At the end, we’ll have the following results: </vt:lpstr>
      <vt:lpstr>Timeline</vt:lpstr>
      <vt:lpstr>Model technical spec (1/2) </vt:lpstr>
      <vt:lpstr>Overall sales volume contribution</vt:lpstr>
      <vt:lpstr>Media sales volume contribution</vt:lpstr>
      <vt:lpstr>Media sales volume contribution</vt:lpstr>
      <vt:lpstr>Contribución de medios vs contribución total en volumen</vt:lpstr>
      <vt:lpstr>Inversion en medios vs contribución en volumen</vt:lpstr>
      <vt:lpstr>Media performance analysis</vt:lpstr>
      <vt:lpstr>Media ROI – ROI</vt:lpstr>
      <vt:lpstr>Campaign contribution and ROI</vt:lpstr>
      <vt:lpstr>Due to's - FY'24</vt:lpstr>
      <vt:lpstr>Full media comparison</vt:lpstr>
      <vt:lpstr>Saturation curve – Online Display</vt:lpstr>
      <vt:lpstr>Saturation curve – Out of Home Retail</vt:lpstr>
      <vt:lpstr>Saturation curve – FB_YT</vt:lpstr>
      <vt:lpstr>Saturation curve – Out of Home Screen</vt:lpstr>
      <vt:lpstr>Saturation curve – Google Paid</vt:lpstr>
      <vt:lpstr>Saturation curves thresholds</vt:lpstr>
      <vt:lpstr>Media optimization - Media OOH Retail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2</cp:revision>
  <cp:lastPrinted>2017-03-24T13:40:26Z</cp:lastPrinted>
  <dcterms:created xsi:type="dcterms:W3CDTF">2025-07-21T19:48:34Z</dcterms:created>
  <dcterms:modified xsi:type="dcterms:W3CDTF">2025-09-22T18:08:34Z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