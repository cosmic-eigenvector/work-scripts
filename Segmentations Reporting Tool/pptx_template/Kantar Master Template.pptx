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slideLayouts/slideLayout6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77" r:id="rId5"/>
    <p:sldMasterId id="2147483802" r:id="rId6"/>
  </p:sldMasterIdLst>
  <p:notesMasterIdLst>
    <p:notesMasterId r:id="rId7"/>
  </p:notesMasterIdLst>
  <p:handoutMasterIdLst>
    <p:handoutMasterId r:id="rId8"/>
  </p:handoutMasterIdLst>
  <p:sldSz cx="12192000" cy="6858000"/>
  <p:notesSz cx="6805613" cy="9939338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4152">
          <p15:clr>
            <a:srgbClr val="A4A3A4"/>
          </p15:clr>
        </p15:guide>
        <p15:guide id="7" orient="horz" pos="4020" userDrawn="1">
          <p15:clr>
            <a:srgbClr val="A4A3A4"/>
          </p15:clr>
        </p15:guide>
        <p15:guide id="12" orient="horz" pos="2160" userDrawn="1">
          <p15:clr>
            <a:srgbClr val="A4A3A4"/>
          </p15:clr>
        </p15:guide>
        <p15:guide id="15" pos="38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D173A4-7D36-6628-055C-01AEB7A91FB3}" name="Mitchell, Alexia (KTMLP)" initials="MA(" userId="S::alexia.mitchell@kantar.com::c49c006f-6766-44ce-978c-7c365abb01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333333"/>
    <a:srgbClr val="E6304B"/>
    <a:srgbClr val="E7E7E7"/>
    <a:srgbClr val="C0C0C0"/>
    <a:srgbClr val="989898"/>
    <a:srgbClr val="717171"/>
    <a:srgbClr val="C8D405"/>
    <a:srgbClr val="00AE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 showGuides="1">
      <p:cViewPr varScale="1">
        <p:scale>
          <a:sx n="101" d="100"/>
          <a:sy n="101" d="100"/>
        </p:scale>
        <p:origin x="132" y="318"/>
      </p:cViewPr>
      <p:guideLst>
        <p:guide orient="horz" pos="4152"/>
        <p:guide orient="horz" pos="4020"/>
        <p:guide orient="horz" pos="2160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2" d="100"/>
          <a:sy n="72" d="100"/>
        </p:scale>
        <p:origin x="3078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Monrroy" userId="b98b761b-33af-413d-9fff-50a6768f6576" providerId="ADAL" clId="{4BA41B75-252F-48C7-8B97-CC496C6C69D1}"/>
    <pc:docChg chg="addSld delSld modSld">
      <pc:chgData name="Fernando Monrroy" userId="b98b761b-33af-413d-9fff-50a6768f6576" providerId="ADAL" clId="{4BA41B75-252F-48C7-8B97-CC496C6C69D1}" dt="2025-08-08T20:41:32.901" v="33" actId="47"/>
      <pc:docMkLst>
        <pc:docMk/>
      </pc:docMkLst>
      <pc:sldChg chg="modSp new del mod">
        <pc:chgData name="Fernando Monrroy" userId="b98b761b-33af-413d-9fff-50a6768f6576" providerId="ADAL" clId="{4BA41B75-252F-48C7-8B97-CC496C6C69D1}" dt="2025-08-08T20:41:32.901" v="33" actId="47"/>
        <pc:sldMkLst>
          <pc:docMk/>
          <pc:sldMk cId="506406976" sldId="256"/>
        </pc:sldMkLst>
        <pc:spChg chg="mod">
          <ac:chgData name="Fernando Monrroy" userId="b98b761b-33af-413d-9fff-50a6768f6576" providerId="ADAL" clId="{4BA41B75-252F-48C7-8B97-CC496C6C69D1}" dt="2025-08-08T20:20:28.901" v="32" actId="20577"/>
          <ac:spMkLst>
            <pc:docMk/>
            <pc:sldMk cId="506406976" sldId="256"/>
            <ac:spMk id="6" creationId="{3DD31097-0D46-6F8A-5D00-27718568CF5C}"/>
          </ac:spMkLst>
        </pc:spChg>
      </pc:sldChg>
    </pc:docChg>
  </pc:docChgLst>
  <pc:docChgLst>
    <pc:chgData name="Fernando Monrroy" userId="b98b761b-33af-413d-9fff-50a6768f6576" providerId="ADAL" clId="{12403686-6B30-460B-9F7C-8C431AE6B48B}"/>
    <pc:docChg chg="addSld delSld">
      <pc:chgData name="Fernando Monrroy" userId="b98b761b-33af-413d-9fff-50a6768f6576" providerId="ADAL" clId="{12403686-6B30-460B-9F7C-8C431AE6B48B}" dt="2025-07-21T20:04:11.341" v="2" actId="47"/>
      <pc:docMkLst>
        <pc:docMk/>
      </pc:docMkLst>
      <pc:sldChg chg="del">
        <pc:chgData name="Fernando Monrroy" userId="b98b761b-33af-413d-9fff-50a6768f6576" providerId="ADAL" clId="{12403686-6B30-460B-9F7C-8C431AE6B48B}" dt="2025-07-21T19:55:15.133" v="0" actId="47"/>
        <pc:sldMkLst>
          <pc:docMk/>
          <pc:sldMk cId="4113864422" sldId="256"/>
        </pc:sldMkLst>
      </pc:sldChg>
      <pc:sldChg chg="new del">
        <pc:chgData name="Fernando Monrroy" userId="b98b761b-33af-413d-9fff-50a6768f6576" providerId="ADAL" clId="{12403686-6B30-460B-9F7C-8C431AE6B48B}" dt="2025-07-21T20:04:11.341" v="2" actId="47"/>
        <pc:sldMkLst>
          <pc:docMk/>
          <pc:sldMk cId="4146001086" sldId="25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91DDE-BA6A-4F57-909C-98F49C72955F}" type="datetimeFigureOut">
              <a:rPr lang="en-GB" smtClean="0"/>
              <a:t>08/08/2025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50D33-42BE-4A7B-9A0E-84D31BC6EF4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455353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AC5B1-F58D-4268-BB75-9856A9D794A6}" type="datetimeFigureOut">
              <a:rPr lang="en-GB" smtClean="0"/>
              <a:t>08/08/2025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00C33-90AE-4963-9AD8-3B07939F57E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960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30" userDrawn="1">
          <p15:clr>
            <a:srgbClr val="F26B43"/>
          </p15:clr>
        </p15:guide>
        <p15:guide id="2" pos="2143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sv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3.sv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0.sv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0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0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0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0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15.svg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4" Type="http://schemas.openxmlformats.org/officeDocument/2006/relationships/image" Target="../media/image10.svg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Relationship Id="rId4" Type="http://schemas.openxmlformats.org/officeDocument/2006/relationships/image" Target="../media/image10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4" Type="http://schemas.openxmlformats.org/officeDocument/2006/relationships/image" Target="../media/image10.sv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Relationship Id="rId4" Type="http://schemas.openxmlformats.org/officeDocument/2006/relationships/image" Target="../media/image10.sv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.xml"/><Relationship Id="rId4" Type="http://schemas.openxmlformats.org/officeDocument/2006/relationships/image" Target="../media/image10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9C51B2C-A001-27DE-ABA0-3328CCE12A7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Kick">
            <a:extLst>
              <a:ext uri="{FF2B5EF4-FFF2-40B4-BE49-F238E27FC236}">
                <a16:creationId xmlns:a16="http://schemas.microsoft.com/office/drawing/2014/main" id="{4E5D019C-AA62-A8CE-6450-8FB165C5A1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3881438" cy="6858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950AE92-B676-F52E-7F87-1418597EB9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3" name="Kantar logo" descr="Kantar logo">
            <a:extLst>
              <a:ext uri="{FF2B5EF4-FFF2-40B4-BE49-F238E27FC236}">
                <a16:creationId xmlns:a16="http://schemas.microsoft.com/office/drawing/2014/main" id="{413DB59D-2F78-ADDF-7991-8E63A4119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60363" y="557213"/>
            <a:ext cx="1939925" cy="36830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4A62E9B-33C3-F47A-DB13-8F29BB312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106046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Gold Bar" descr="Gold vertical line">
            <a:extLst>
              <a:ext uri="{FF2B5EF4-FFF2-40B4-BE49-F238E27FC236}">
                <a16:creationId xmlns:a16="http://schemas.microsoft.com/office/drawing/2014/main" id="{1ADB29CA-18EE-48E7-B991-4B2578F893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07125" y="1490400"/>
            <a:ext cx="63981" cy="4500000"/>
          </a:xfrm>
          <a:prstGeom prst="rect">
            <a:avLst/>
          </a:prstGeom>
        </p:spPr>
      </p:pic>
      <p:pic>
        <p:nvPicPr>
          <p:cNvPr id="2" name="Afbeelding 1" descr="Small kick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1864" y="1490655"/>
            <a:ext cx="2572735" cy="4499238"/>
          </a:xfrm>
          <a:prstGeom prst="rect">
            <a:avLst/>
          </a:prstGeom>
        </p:spPr>
      </p:pic>
      <p:pic>
        <p:nvPicPr>
          <p:cNvPr id="8" name="Logo" descr="Kantar logo">
            <a:extLst>
              <a:ext uri="{FF2B5EF4-FFF2-40B4-BE49-F238E27FC236}">
                <a16:creationId xmlns:a16="http://schemas.microsoft.com/office/drawing/2014/main" id="{B6564A35-867D-4FB8-BD9A-08422621EC42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880E437-5815-A26A-B9AB-7D40640C0F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361361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C30B4D4-F26B-B72E-FA60-D63ED90D4BF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Kick">
            <a:extLst>
              <a:ext uri="{FF2B5EF4-FFF2-40B4-BE49-F238E27FC236}">
                <a16:creationId xmlns:a16="http://schemas.microsoft.com/office/drawing/2014/main" id="{D6E4C6C4-422B-CEDC-43DB-1AFEEB8913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3881438" cy="68580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AB7A737-652E-4890-72A0-3C24634AB3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363" y="4971600"/>
            <a:ext cx="3521075" cy="1022350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6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anchor="t">
            <a:noAutofit/>
          </a:bodyPr>
          <a:lstStyle>
            <a:lvl1pPr algn="l"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3" name="Kantar logo" descr="Kantar logo">
            <a:extLst>
              <a:ext uri="{FF2B5EF4-FFF2-40B4-BE49-F238E27FC236}">
                <a16:creationId xmlns:a16="http://schemas.microsoft.com/office/drawing/2014/main" id="{61544F70-E3D0-9F87-1D9D-CDA395FD9A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60363" y="557213"/>
            <a:ext cx="1939925" cy="368300"/>
          </a:xfrm>
          <a:prstGeom prst="rect">
            <a:avLst/>
          </a:pr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205D716-6C88-8C97-0D4B-269A16E21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109203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1EB514B-0857-4EBF-B042-2A3E81792E2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1490400"/>
            <a:ext cx="3520800" cy="1975330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8F4C310-09FC-4B27-9FA2-5128CE9C60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0000" y="3708000"/>
            <a:ext cx="3520800" cy="102271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60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8B54B2-17FC-4F44-A549-93DE726BD63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000" y="4971600"/>
            <a:ext cx="3519536" cy="1022713"/>
          </a:xfrm>
        </p:spPr>
        <p:txBody>
          <a:bodyPr anchor="b"/>
          <a:lstStyle>
            <a:lvl1pPr>
              <a:spcBef>
                <a:spcPts val="60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C213809-11F2-4FF6-8836-C61FDCCBA32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72000" y="1490400"/>
            <a:ext cx="7920000" cy="4500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Gold bar" descr="Gold vertical line">
            <a:extLst>
              <a:ext uri="{FF2B5EF4-FFF2-40B4-BE49-F238E27FC236}">
                <a16:creationId xmlns:a16="http://schemas.microsoft.com/office/drawing/2014/main" id="{1ADB29CA-18EE-48E7-B991-4B2578F893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07125" y="1490400"/>
            <a:ext cx="63981" cy="4500000"/>
          </a:xfrm>
          <a:prstGeom prst="rect">
            <a:avLst/>
          </a:prstGeom>
        </p:spPr>
      </p:pic>
      <p:pic>
        <p:nvPicPr>
          <p:cNvPr id="2" name="Afbeelding 1" descr="Small kick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283021" y="1491162"/>
            <a:ext cx="2566638" cy="4499238"/>
          </a:xfrm>
          <a:prstGeom prst="rect">
            <a:avLst/>
          </a:prstGeom>
        </p:spPr>
      </p:pic>
      <p:pic>
        <p:nvPicPr>
          <p:cNvPr id="11" name="Kantar Logo" descr="Kantar logo">
            <a:extLst>
              <a:ext uri="{FF2B5EF4-FFF2-40B4-BE49-F238E27FC236}">
                <a16:creationId xmlns:a16="http://schemas.microsoft.com/office/drawing/2014/main" id="{01EE2173-34DD-4E4A-828D-CFC09D3A11C3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0000" y="558000"/>
            <a:ext cx="1940914" cy="3672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C6E9524-5C51-E505-192A-727347954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</a:t>
            </a:r>
          </a:p>
        </p:txBody>
      </p:sp>
    </p:spTree>
    <p:extLst>
      <p:ext uri="{BB962C8B-B14F-4D97-AF65-F5344CB8AC3E}">
        <p14:creationId xmlns:p14="http://schemas.microsoft.com/office/powerpoint/2010/main" val="24638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9" y="2258559"/>
            <a:ext cx="5643563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59999" y="1713600"/>
            <a:ext cx="976676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tx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40192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59998" y="2257200"/>
            <a:ext cx="5643927" cy="198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1713332"/>
            <a:ext cx="976312" cy="540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defRPr sz="4000" b="0">
                <a:solidFill>
                  <a:schemeClr val="bg1"/>
                </a:solidFill>
              </a:defRPr>
            </a:lvl1pPr>
            <a:lvl2pPr marL="0" indent="0" algn="l">
              <a:spcBef>
                <a:spcPts val="200"/>
              </a:spcBef>
              <a:buNone/>
              <a:defRPr sz="22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No.</a:t>
            </a:r>
          </a:p>
        </p:txBody>
      </p:sp>
    </p:spTree>
    <p:extLst>
      <p:ext uri="{BB962C8B-B14F-4D97-AF65-F5344CB8AC3E}">
        <p14:creationId xmlns:p14="http://schemas.microsoft.com/office/powerpoint/2010/main" val="232493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30718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708150"/>
            <a:ext cx="6610350" cy="400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28624"/>
            <a:ext cx="4543425" cy="52863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940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430718"/>
            <a:ext cx="5643926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40B4911-8D51-27E2-1183-F09B2334C0F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61950" y="1708150"/>
            <a:ext cx="6610350" cy="40068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FF6B48F-1D90-E19C-380B-090D0D217E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62800" y="428624"/>
            <a:ext cx="4543425" cy="528637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401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105BF4-D562-44BF-BA5C-F9CA4C0FE9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75CB8A6-3325-2B22-16AE-C24167711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9FB89-AC67-1B6B-85A1-ED5931B49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96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A51D583-D2F5-4206-82FD-3E7E687E57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910800"/>
            <a:ext cx="11466513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637646D-FA49-2AEF-9D75-86EC81EFF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0B10690-B4CA-B333-6A40-A9F5EE2DF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348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1295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1F22C1D-496B-4E53-BF19-ED9291DCCF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B80976DC-A442-2F24-8832-FD9478D6F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84DCCD-E531-859A-5031-9FA141448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535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3014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93581B-25F6-45F4-A388-25B916985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FAC4EF7-B915-1513-7378-7A839196B7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D4B6EE4-B819-1190-E0EF-A0130AE99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183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638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A444E5-6DCB-4387-82D7-374FBA34E3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2F426DB-EDD9-AC45-023D-B477753F82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C15DAAA-ACAD-06A2-9225-C985F288F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848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874" y="910800"/>
            <a:ext cx="11466000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574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EED4C4-55A2-440F-BFEB-B054C51690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41933E2-3FEC-89F6-8CD4-6749302ED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6134EAD-A5BA-DE0E-3902-77532655D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416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12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224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36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44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56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008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26D01CC-3541-4F97-AF97-73FF635203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12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224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36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36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44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56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26F8F77-60AB-17B7-3432-19FFA91DC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539D15-09BC-164C-FB43-5071A5434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292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2903-71A8-4BD2-B059-6BA4C3AA3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5437D9-CE22-451C-B458-B3F648A642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F169CDD-9FFC-4BEA-A4C1-F55F1EBC5A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02799" y="430717"/>
            <a:ext cx="5626800" cy="5284283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A831F2D-B2DA-DA45-51A2-A1F441938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935A06C-5D8C-6FC1-D4D4-B336A8DE5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453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AABB0-FC25-4DDA-B141-9861B8EF6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2361" y="430718"/>
            <a:ext cx="562680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D6BD01-6C23-44ED-8363-1C234E2533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2361" y="170815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4F34447-13E0-43B9-BE1F-C60C03555D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0000" y="432000"/>
            <a:ext cx="5627561" cy="5283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F084A7A-3F3F-E40A-77AB-CD182CE4AC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81A6B93-83F1-8F5E-2FAB-0FBA90C85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5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C6D4BB-14E1-42DC-832A-2D0CE78632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910800"/>
            <a:ext cx="11466512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4ABC294-FCE6-5EB7-79AC-9C91525B7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06626BA-65BF-4D50-2E26-754A96716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637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BD805A2-374A-B38B-47E2-96838EF5E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A31AADF-58A3-1943-8F8F-11D9CCE09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75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30718"/>
            <a:ext cx="8554474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D3E48C71-27A9-8E1D-64DF-2141DFF7AE9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71524" y="910800"/>
            <a:ext cx="8554475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13" name="Rectangle 12" descr="Blue purple gradient">
            <a:extLst>
              <a:ext uri="{FF2B5EF4-FFF2-40B4-BE49-F238E27FC236}">
                <a16:creationId xmlns:a16="http://schemas.microsoft.com/office/drawing/2014/main" id="{1DCC66D3-273E-C4D4-E66B-ABBBFBF0D827}"/>
              </a:ext>
            </a:extLst>
          </p:cNvPr>
          <p:cNvSpPr/>
          <p:nvPr userDrawn="1"/>
        </p:nvSpPr>
        <p:spPr bwMode="ltGray">
          <a:xfrm>
            <a:off x="0" y="0"/>
            <a:ext cx="311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708149"/>
            <a:ext cx="2277592" cy="400685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5" name="Group 14" descr="Kantar logo">
            <a:extLst>
              <a:ext uri="{FF2B5EF4-FFF2-40B4-BE49-F238E27FC236}">
                <a16:creationId xmlns:a16="http://schemas.microsoft.com/office/drawing/2014/main" id="{3F231E62-1FE1-116F-4FDE-F1ADC464FC91}"/>
              </a:ext>
            </a:extLst>
          </p:cNvPr>
          <p:cNvGrpSpPr/>
          <p:nvPr userDrawn="1"/>
        </p:nvGrpSpPr>
        <p:grpSpPr>
          <a:xfrm>
            <a:off x="359433" y="6120000"/>
            <a:ext cx="2754567" cy="475612"/>
            <a:chOff x="359433" y="6120000"/>
            <a:chExt cx="2754567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CB31C91-0C4B-9B64-6435-2533957E15D9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5414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06533A51-300E-1741-73A9-4BFBFBA562D7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949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SH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952558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278B934D-6AC2-E660-AF80-A9EFA384E7E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000" y="910800"/>
            <a:ext cx="952558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Rectangle 12" descr="Blue purple gradient">
            <a:extLst>
              <a:ext uri="{FF2B5EF4-FFF2-40B4-BE49-F238E27FC236}">
                <a16:creationId xmlns:a16="http://schemas.microsoft.com/office/drawing/2014/main" id="{7093C849-593E-4F8D-EA17-3F282670D20E}"/>
              </a:ext>
            </a:extLst>
          </p:cNvPr>
          <p:cNvSpPr/>
          <p:nvPr userDrawn="1"/>
        </p:nvSpPr>
        <p:spPr bwMode="ltGray">
          <a:xfrm>
            <a:off x="10068000" y="0"/>
            <a:ext cx="212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1" y="6390000"/>
            <a:ext cx="6613180" cy="1855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EE941D9D-2DC3-4C76-8D7E-E61840CC5ACD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066474" y="6120000"/>
            <a:ext cx="176768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08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9561" y="910800"/>
            <a:ext cx="5626801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A9F06CE-64A5-131D-9B39-5B48F430A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Kantar logo and footer line">
            <a:extLst>
              <a:ext uri="{FF2B5EF4-FFF2-40B4-BE49-F238E27FC236}">
                <a16:creationId xmlns:a16="http://schemas.microsoft.com/office/drawing/2014/main" id="{BEC62E80-CC51-39F5-9357-50894767FF32}"/>
              </a:ext>
            </a:extLst>
          </p:cNvPr>
          <p:cNvGrpSpPr/>
          <p:nvPr userDrawn="1"/>
        </p:nvGrpSpPr>
        <p:grpSpPr>
          <a:xfrm>
            <a:off x="359433" y="6120000"/>
            <a:ext cx="5644492" cy="475612"/>
            <a:chOff x="359433" y="6120000"/>
            <a:chExt cx="5644492" cy="475612"/>
          </a:xfrm>
        </p:grpSpPr>
        <p:cxnSp>
          <p:nvCxnSpPr>
            <p:cNvPr id="13" name="KantarWhiteLine">
              <a:extLst>
                <a:ext uri="{FF2B5EF4-FFF2-40B4-BE49-F238E27FC236}">
                  <a16:creationId xmlns:a16="http://schemas.microsoft.com/office/drawing/2014/main" id="{DAA53EF3-7193-9326-49B1-712F2C671DC4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5643925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KantarWhiteLogo">
              <a:extLst>
                <a:ext uri="{FF2B5EF4-FFF2-40B4-BE49-F238E27FC236}">
                  <a16:creationId xmlns:a16="http://schemas.microsoft.com/office/drawing/2014/main" id="{300F33B3-053B-F76A-6999-78F6532B26AE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300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1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FAE1AF-1132-4B0D-8DC6-F52576CE6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9561" y="910800"/>
            <a:ext cx="5626801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E041F4FD-4BAC-3092-73AB-9B63516D456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564392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Kantar logo">
            <a:extLst>
              <a:ext uri="{FF2B5EF4-FFF2-40B4-BE49-F238E27FC236}">
                <a16:creationId xmlns:a16="http://schemas.microsoft.com/office/drawing/2014/main" id="{84D134A6-33C4-A854-6981-C6547FDF00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618" y="910800"/>
            <a:ext cx="756838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Kantar logo and footer line">
            <a:extLst>
              <a:ext uri="{FF2B5EF4-FFF2-40B4-BE49-F238E27FC236}">
                <a16:creationId xmlns:a16="http://schemas.microsoft.com/office/drawing/2014/main" id="{B876CF22-9172-C352-FE58-05523418FCA0}"/>
              </a:ext>
            </a:extLst>
          </p:cNvPr>
          <p:cNvGrpSpPr/>
          <p:nvPr userDrawn="1"/>
        </p:nvGrpSpPr>
        <p:grpSpPr>
          <a:xfrm>
            <a:off x="359433" y="6120000"/>
            <a:ext cx="3672930" cy="475612"/>
            <a:chOff x="359433" y="6120000"/>
            <a:chExt cx="3672930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692813-5CA1-FD6E-F5CE-4512E151A2F1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367251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72E74BF0-B693-B51E-B840-D544608869E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5983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7582AC7-4667-407B-A5E8-45D634931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57618" y="910800"/>
            <a:ext cx="7568382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85692813-5CA1-FD6E-F5CE-4512E151A2F1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367251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Kantar logo">
            <a:extLst>
              <a:ext uri="{FF2B5EF4-FFF2-40B4-BE49-F238E27FC236}">
                <a16:creationId xmlns:a16="http://schemas.microsoft.com/office/drawing/2014/main" id="{F343A5B4-2189-BE35-A949-2BE57DE8630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96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400" y="910800"/>
            <a:ext cx="85536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9D77FB24-3B8C-A4FE-1F2C-B830BDA5AC51}"/>
              </a:ext>
            </a:extLst>
          </p:cNvPr>
          <p:cNvGrpSpPr/>
          <p:nvPr userDrawn="1"/>
        </p:nvGrpSpPr>
        <p:grpSpPr>
          <a:xfrm>
            <a:off x="359433" y="6120000"/>
            <a:ext cx="2730281" cy="475612"/>
            <a:chOff x="359433" y="6120000"/>
            <a:chExt cx="2730281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70180-FA23-1588-6BB2-AB88F6F0AF7A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29862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E7B0F085-C5C3-7E60-09AF-5BAA79F13C6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859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97B1331-D3E0-4904-82E5-02B601057EB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72400" y="910800"/>
            <a:ext cx="8553600" cy="396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04870180-FA23-1588-6BB2-AB88F6F0AF7A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729862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53D02F08-67ED-4CB1-C33E-4D0C96BB0FC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0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89690" y="910800"/>
            <a:ext cx="9137183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8CA1E196-C42B-A1C3-A37B-28F182E644D8}"/>
              </a:ext>
            </a:extLst>
          </p:cNvPr>
          <p:cNvGrpSpPr/>
          <p:nvPr userDrawn="1"/>
        </p:nvGrpSpPr>
        <p:grpSpPr>
          <a:xfrm>
            <a:off x="359433" y="6120000"/>
            <a:ext cx="2148817" cy="475612"/>
            <a:chOff x="359433" y="6120000"/>
            <a:chExt cx="2148817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03652-9958-0375-6D5D-227BC3D1099F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14839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CC44E45D-A61E-29E4-38E4-B7646576437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780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SH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23F4F6-B0E8-4724-933C-35F21A7E423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89690" y="910800"/>
            <a:ext cx="9137183" cy="396000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48303652-9958-0375-6D5D-227BC3D109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14839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C6C3106B-849E-7712-7159-7E862056D9F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96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255834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5834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51668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1668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126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27207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077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184154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4154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096232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96232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4765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689419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018838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34825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F2E00F76-4370-817B-F423-B27FB86072C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48257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768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6768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461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S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69F7FED-54BA-4C56-83A5-FA86011940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910800"/>
            <a:ext cx="11466000" cy="396000"/>
          </a:xfrm>
        </p:spPr>
        <p:txBody>
          <a:bodyPr/>
          <a:lstStyle>
            <a:lvl1pPr>
              <a:spcBef>
                <a:spcPts val="600"/>
              </a:spcBef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subtitle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30066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C80A3E-2F08-88B6-6E50-65D0A175D8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24132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C4C9720-F95E-51E4-7732-F967566D5C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18198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8B4ED95-C006-A786-B26A-785B359AF94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18336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12264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00633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537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596ED-8270-4BD9-9069-84F474882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0363" y="1710000"/>
            <a:ext cx="11466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106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 col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B7F44-1A9D-43CE-8B94-70E892BCC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8CE99-0AD9-4D9C-9C09-47545620E9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11464925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CF1398-AEAE-44BE-B05F-E03B17EB921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1466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B32B944-6B80-259F-C6C7-52A3FB4A4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C39A07E-819E-5142-7737-672A3B0CE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70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D24B38-2DD2-4BE4-A6BC-6AB461A6A6A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5626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7B62BA0-11FE-FD4D-6F6C-6F65222EA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109FA3E-B0CA-E698-5526-C41DBDDFF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213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 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A87-9762-46A5-A1BF-60907C2C37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0E6D9E-AC7D-4CD8-9A1B-DC502AAB0B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5626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252CF9-0987-4CBA-8CC7-B6582ECA239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5626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FAA4903-9221-4FF9-912C-268A8584F3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2800" y="1710000"/>
            <a:ext cx="5626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3F8654F-9C23-4A2E-AF1D-7C6743D88CE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02363" y="2376488"/>
            <a:ext cx="5626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8A0D150-475E-7ACA-4924-BD45DB493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FFA4142-D959-FCD1-2E32-9BA5813C6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683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4B3E9-7CA2-4847-B7BD-96957DE3022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1EF671F-AC1C-3DC6-C88D-286CD03A9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563B4C9-8956-6F87-B308-5F1D749A7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717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AEE3-9929-4A79-A968-8D4311BF5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2044888-1B05-4294-ABC2-A93A4A32E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8C48F8-FEC0-41E0-BBB9-68EC3003D7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363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59D2917-03D0-4000-AA1D-13CEEB10FB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57437" y="1710000"/>
            <a:ext cx="36720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DE23886-2490-491C-8436-F655BBCD8C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257619" y="2376488"/>
            <a:ext cx="36720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DA3C15-7E9D-4E22-895A-F50878BD3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54874" y="1710000"/>
            <a:ext cx="36720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41F52C9-6836-4FC9-99EA-1BF6FF01DF3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54874" y="2376000"/>
            <a:ext cx="36720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FCBF256-F848-4C16-0D24-A8C14320A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E8A5C17-4617-96C8-4DDC-8232FAA3B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8475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2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885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C45C-9BBB-4B14-BC71-8D9593AF9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A4FC7E-D91D-407A-BFBE-F405D6BBEA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9916EF-EC2F-4137-B182-AA5508918E8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9A3CD5-4B7B-41AC-BFD5-7AA2D853D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2691" y="1710000"/>
            <a:ext cx="2728800" cy="604838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5F727AD-E63B-412E-B986-D86DFE5EED2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691" y="2376488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EE6CD4-960B-4926-8A35-E8FF363F87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5382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544BF1C-E9EC-43D2-A239-79E43B7C24C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5382" y="2376000"/>
            <a:ext cx="27288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7027DC-FD56-4CD6-8B38-7C623A97D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98074" y="1710000"/>
            <a:ext cx="27288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5513656D-7804-45C7-9561-4FFDBE1F523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98074" y="2376488"/>
            <a:ext cx="2728800" cy="33432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9CA7E69-90E6-B161-F704-4F9C38AE7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83F8F46-CE0B-B903-A0F8-CFA8CB8215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58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E99A7-B8B8-4860-8872-63A20BC4983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363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ADCBE04-27AE-89B4-B588-C2C39221C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E7EF9C-D289-D17D-355D-3DDAC1A5A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3089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5C433-9252-44D6-8AA4-495DB59340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4B8469-FF2E-4467-8E43-A49A3388A2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DDC14-9B67-4FE8-BC58-A70501A5344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007D028-2ECB-46AF-8517-CCF9C089D8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691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1DDE75-E486-4A48-BDBB-2C2A5B5E64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7A506B6-1DA9-4CD7-9F56-C6BF2FDC18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9019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F41FFAE-2857-4B94-916D-0210AE0A17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C34C508-C3AF-422F-B1C7-A38F34513A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48347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D9455C4-8047-4B5B-B5BC-4A0379405BC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348257" y="2376488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AEAC907-A41C-4782-BCD8-2B8C0ADD42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7674" y="1710000"/>
            <a:ext cx="21492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056BBA8E-FD61-47C5-A779-B66918B4D32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77674" y="2376000"/>
            <a:ext cx="21492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3DD9635-058C-4CDE-B4A3-8561025BC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7A1D1F8-DB89-2428-0F8D-EB1393B75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874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066474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982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 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FA1-AACD-4AC6-8977-227A1E8204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0764FD-7DA2-4FE5-A31B-6691075F46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BC0C4CA-E13F-460B-A188-81482902B7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05AA54-6669-4974-B1E8-3E58001D87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129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2A0DDBF-A8B7-4F77-B8D5-E6CF8FB015A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29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3D7A9-75C8-4028-9CA8-F07E93F82E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080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B5E2A26-6C2A-419D-B4DC-291BA85B0C8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080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DE92C5F-EFFE-48BF-93E1-CC78EFCD29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3885" y="1708149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DA85A52-F7FD-4298-9AE5-CB80F4E3C64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3885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4E88849-5449-4627-813B-31B40F08F00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5180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9A7FC01F-A245-4C0F-BF24-3AAE6AC55C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5180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5CCD92EA-38A4-44E5-ADF7-78EA3D6DD0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66474" y="1708150"/>
            <a:ext cx="1760400" cy="60480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en-GB" dirty="0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317D903-C6B2-443C-A2F2-E7B672E08E3B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6474" y="2376000"/>
            <a:ext cx="1760400" cy="33444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141AF45-D27A-94C6-4B24-C8AEB3622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DCBF9A-F376-18DC-787A-4BF05E2B7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89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8738-2E1C-4407-AE23-FC7C522477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CFF00D6-CD37-91B6-3ABE-9BA309D78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FE44AF0-0B77-3221-022D-85D85C44F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502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Blue purple gradient">
            <a:extLst>
              <a:ext uri="{FF2B5EF4-FFF2-40B4-BE49-F238E27FC236}">
                <a16:creationId xmlns:a16="http://schemas.microsoft.com/office/drawing/2014/main" id="{B59E31C1-6089-A1D8-9FCA-1583768125BA}"/>
              </a:ext>
            </a:extLst>
          </p:cNvPr>
          <p:cNvPicPr>
            <a:picLocks/>
          </p:cNvPicPr>
          <p:nvPr userDrawn="1"/>
        </p:nvPicPr>
        <p:blipFill>
          <a:blip r:embed="rId4"/>
          <a:srcRect t="20" b="20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1F0EAC-DF03-4553-8D22-C26B163DC97D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68161" y="428625"/>
            <a:ext cx="11466000" cy="528097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  <a:lvl2pPr>
              <a:defRPr sz="4000">
                <a:solidFill>
                  <a:schemeClr val="bg1"/>
                </a:solidFill>
              </a:defRPr>
            </a:lvl2pPr>
            <a:lvl3pPr>
              <a:defRPr sz="4000">
                <a:solidFill>
                  <a:schemeClr val="bg1"/>
                </a:solidFill>
              </a:defRPr>
            </a:lvl3pPr>
            <a:lvl4pPr>
              <a:defRPr sz="4000">
                <a:solidFill>
                  <a:schemeClr val="bg1"/>
                </a:solidFill>
              </a:defRPr>
            </a:lvl4pPr>
            <a:lvl5pPr>
              <a:defRPr sz="4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D7EBCE-80A0-1F83-9F7C-1E63E0962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C87CAC-718B-42CC-19AE-34A37631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6" descr="Footer line and Kantar logo">
            <a:extLst>
              <a:ext uri="{FF2B5EF4-FFF2-40B4-BE49-F238E27FC236}">
                <a16:creationId xmlns:a16="http://schemas.microsoft.com/office/drawing/2014/main" id="{B6B2934E-79E7-1ACB-1005-15FA75D82E58}"/>
              </a:ext>
            </a:extLst>
          </p:cNvPr>
          <p:cNvGrpSpPr/>
          <p:nvPr userDrawn="1"/>
        </p:nvGrpSpPr>
        <p:grpSpPr>
          <a:xfrm>
            <a:off x="360000" y="6120000"/>
            <a:ext cx="11474161" cy="474788"/>
            <a:chOff x="360000" y="6120000"/>
            <a:chExt cx="11474161" cy="474788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740D98F-1ED9-F28B-5EEA-8DE953E7426D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1147416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4F7B3CE-C0BF-577F-BA47-2BD8689E7102}"/>
                </a:ext>
              </a:extLst>
            </p:cNvPr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0001" y="6390412"/>
              <a:ext cx="1080270" cy="2043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582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1524" y="430718"/>
            <a:ext cx="8554474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15" name="Rectangle 14" descr="Blue purple gradient">
            <a:extLst>
              <a:ext uri="{FF2B5EF4-FFF2-40B4-BE49-F238E27FC236}">
                <a16:creationId xmlns:a16="http://schemas.microsoft.com/office/drawing/2014/main" id="{156C88F4-E4D3-8B68-E4A3-6877B6044D4A}"/>
              </a:ext>
            </a:extLst>
          </p:cNvPr>
          <p:cNvSpPr/>
          <p:nvPr userDrawn="1"/>
        </p:nvSpPr>
        <p:spPr bwMode="ltGray">
          <a:xfrm>
            <a:off x="0" y="0"/>
            <a:ext cx="311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49FA9-6D89-44C4-B6C9-EA8D7FB7563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5124" y="1708149"/>
            <a:ext cx="2277592" cy="4006851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B6878C3-28EA-1E1C-8E19-7D2EE0962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437A01-3DA1-7F4C-787D-0D69D5F2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6" name="Group 15" descr="Footer line and Kantar logo">
            <a:extLst>
              <a:ext uri="{FF2B5EF4-FFF2-40B4-BE49-F238E27FC236}">
                <a16:creationId xmlns:a16="http://schemas.microsoft.com/office/drawing/2014/main" id="{EF9E4583-BD78-7B8A-9AC5-CF21203FDA80}"/>
              </a:ext>
            </a:extLst>
          </p:cNvPr>
          <p:cNvGrpSpPr/>
          <p:nvPr userDrawn="1"/>
        </p:nvGrpSpPr>
        <p:grpSpPr>
          <a:xfrm>
            <a:off x="359433" y="6120000"/>
            <a:ext cx="2754567" cy="475612"/>
            <a:chOff x="359433" y="6120000"/>
            <a:chExt cx="2754567" cy="47561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65322BA-B266-A28B-D20B-93A5DDBB9059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5414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Kantar logo">
              <a:extLst>
                <a:ext uri="{FF2B5EF4-FFF2-40B4-BE49-F238E27FC236}">
                  <a16:creationId xmlns:a16="http://schemas.microsoft.com/office/drawing/2014/main" id="{0C137E41-1DF1-A199-921A-AB172041A3F2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930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G 5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9525581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7B7932-7D06-4E7E-AF70-44D39F481C0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B353AB-4D08-4BBD-91C2-E6A30A5F493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0129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A6B5AF-EB3C-46C5-B212-27204822781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24080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800475F-DBE2-47A0-89B9-1175EDD8427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3885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B5CE08A-01D2-488B-843A-CA3415AB732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5180" y="1710000"/>
            <a:ext cx="17604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Rectangle 8" descr="Blue purple gradient">
            <a:extLst>
              <a:ext uri="{FF2B5EF4-FFF2-40B4-BE49-F238E27FC236}">
                <a16:creationId xmlns:a16="http://schemas.microsoft.com/office/drawing/2014/main" id="{89F633D2-8814-E252-70F6-19C3AB4AA265}"/>
              </a:ext>
            </a:extLst>
          </p:cNvPr>
          <p:cNvSpPr/>
          <p:nvPr userDrawn="1"/>
        </p:nvSpPr>
        <p:spPr bwMode="ltGray">
          <a:xfrm>
            <a:off x="10068000" y="0"/>
            <a:ext cx="2124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100000"/>
                </a:schemeClr>
              </a:gs>
              <a:gs pos="100000">
                <a:schemeClr val="tx2"/>
              </a:gs>
            </a:gsLst>
            <a:lin ang="2700000" scaled="0"/>
            <a:tileRect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600" b="0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9BAB9BC-6F39-4494-87B4-04D45B7607B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10328274" y="1710000"/>
            <a:ext cx="1498599" cy="399960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2520392-8D4D-A3AC-47F4-04D8C700D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1" y="6390000"/>
            <a:ext cx="6613180" cy="1855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F87E6E-158A-79F8-E5D9-A78A915055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 and Kantar logo">
            <a:extLst>
              <a:ext uri="{FF2B5EF4-FFF2-40B4-BE49-F238E27FC236}">
                <a16:creationId xmlns:a16="http://schemas.microsoft.com/office/drawing/2014/main" id="{EE941D9D-2DC3-4C76-8D7E-E61840CC5ACD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10066474" y="6120000"/>
            <a:ext cx="1767687" cy="0"/>
          </a:xfrm>
          <a:prstGeom prst="line">
            <a:avLst/>
          </a:prstGeom>
          <a:ln w="38100">
            <a:solidFill>
              <a:schemeClr val="bg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81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9D51FFFA-209C-A06F-EAB4-7D67393A8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1" name="Group 10" descr="Footer line and Kantar logo">
            <a:extLst>
              <a:ext uri="{FF2B5EF4-FFF2-40B4-BE49-F238E27FC236}">
                <a16:creationId xmlns:a16="http://schemas.microsoft.com/office/drawing/2014/main" id="{1D01D2BA-FBF8-F720-3F2E-F878412C055E}"/>
              </a:ext>
            </a:extLst>
          </p:cNvPr>
          <p:cNvGrpSpPr/>
          <p:nvPr userDrawn="1"/>
        </p:nvGrpSpPr>
        <p:grpSpPr>
          <a:xfrm>
            <a:off x="359433" y="6120000"/>
            <a:ext cx="5644492" cy="475612"/>
            <a:chOff x="359433" y="6120000"/>
            <a:chExt cx="5644492" cy="475612"/>
          </a:xfrm>
        </p:grpSpPr>
        <p:cxnSp>
          <p:nvCxnSpPr>
            <p:cNvPr id="15" name="KantarWhiteLine">
              <a:extLst>
                <a:ext uri="{FF2B5EF4-FFF2-40B4-BE49-F238E27FC236}">
                  <a16:creationId xmlns:a16="http://schemas.microsoft.com/office/drawing/2014/main" id="{11A6C15C-D15E-E3A0-1E2E-CFD1F16FC89E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60000" y="6120000"/>
              <a:ext cx="5643925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KantarWhiteLogo">
              <a:extLst>
                <a:ext uri="{FF2B5EF4-FFF2-40B4-BE49-F238E27FC236}">
                  <a16:creationId xmlns:a16="http://schemas.microsoft.com/office/drawing/2014/main" id="{BAF0541C-D791-87DC-C8F5-484351A5171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573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667F2-B31E-4932-857C-E542EC7E06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644" y="430718"/>
            <a:ext cx="562723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8BB49-92B7-4BBE-AD91-816AF9386D4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00965" y="1710000"/>
            <a:ext cx="5626800" cy="39989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B73ED98-8BCF-E8BD-14D4-4CD77DFC2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0392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89620B8-EFB6-D3F0-18E4-9B1B3012B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99561" y="6390000"/>
            <a:ext cx="4128714" cy="19497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24DC25-EB84-12AC-ED2C-41BA02040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E041F4FD-4BAC-3092-73AB-9B63516D4569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60000" y="6120000"/>
            <a:ext cx="564392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Kantar logo">
            <a:extLst>
              <a:ext uri="{FF2B5EF4-FFF2-40B4-BE49-F238E27FC236}">
                <a16:creationId xmlns:a16="http://schemas.microsoft.com/office/drawing/2014/main" id="{84D134A6-33C4-A854-6981-C6547FDF007E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6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2" descr="Footer line and Kantar logo">
            <a:extLst>
              <a:ext uri="{FF2B5EF4-FFF2-40B4-BE49-F238E27FC236}">
                <a16:creationId xmlns:a16="http://schemas.microsoft.com/office/drawing/2014/main" id="{B876CF22-9172-C352-FE58-05523418FCA0}"/>
              </a:ext>
            </a:extLst>
          </p:cNvPr>
          <p:cNvGrpSpPr/>
          <p:nvPr userDrawn="1"/>
        </p:nvGrpSpPr>
        <p:grpSpPr>
          <a:xfrm>
            <a:off x="359433" y="6120000"/>
            <a:ext cx="3672930" cy="475612"/>
            <a:chOff x="359433" y="6120000"/>
            <a:chExt cx="3672930" cy="475612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692813-5CA1-FD6E-F5CE-4512E151A2F1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3672511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Kantar logo">
              <a:extLst>
                <a:ext uri="{FF2B5EF4-FFF2-40B4-BE49-F238E27FC236}">
                  <a16:creationId xmlns:a16="http://schemas.microsoft.com/office/drawing/2014/main" id="{72E74BF0-B693-B51E-B840-D544608869E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01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CC06-0E64-440D-9CE8-5164D16518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7914" y="430718"/>
            <a:ext cx="756896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10D5E0E-637F-4A32-A98F-3FE4ED8121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57618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435609-FC5D-424F-A15C-A0856D1FFFF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54874" y="1710000"/>
            <a:ext cx="36720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51B1D62-9E8A-FDCD-7709-0134A8046C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4032250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5599A554-B4F2-3A8A-3C28-0E26F4F45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57618" y="6390000"/>
            <a:ext cx="6070657" cy="1703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55F094-40F7-EE05-FAD0-272C27653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4" name="Straight Connector 3" descr="Footer line">
            <a:extLst>
              <a:ext uri="{FF2B5EF4-FFF2-40B4-BE49-F238E27FC236}">
                <a16:creationId xmlns:a16="http://schemas.microsoft.com/office/drawing/2014/main" id="{85692813-5CA1-FD6E-F5CE-4512E151A2F1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367251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 descr="Kantar logo">
            <a:extLst>
              <a:ext uri="{FF2B5EF4-FFF2-40B4-BE49-F238E27FC236}">
                <a16:creationId xmlns:a16="http://schemas.microsoft.com/office/drawing/2014/main" id="{F343A5B4-2189-BE35-A949-2BE57DE8630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22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9D77FB24-3B8C-A4FE-1F2C-B830BDA5AC51}"/>
              </a:ext>
            </a:extLst>
          </p:cNvPr>
          <p:cNvGrpSpPr/>
          <p:nvPr userDrawn="1"/>
        </p:nvGrpSpPr>
        <p:grpSpPr>
          <a:xfrm>
            <a:off x="359433" y="6120000"/>
            <a:ext cx="2730281" cy="475612"/>
            <a:chOff x="359433" y="6120000"/>
            <a:chExt cx="2730281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4870180-FA23-1588-6BB2-AB88F6F0AF7A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729862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E7B0F085-C5C3-7E60-09AF-5BAA79F13C60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408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880B-B2A1-4343-8F1B-D11FAEA2A2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72621" y="430718"/>
            <a:ext cx="8554253" cy="403200"/>
          </a:xfrm>
        </p:spPr>
        <p:txBody>
          <a:bodyPr/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D924-231B-4C18-8E90-2DFF9C04EF0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272933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EF0024D-3708-4302-8C69-256AD759387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50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3415997-1B6E-4BEC-B682-F9280D0D5E3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9098074" y="1710000"/>
            <a:ext cx="27288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8447A7-90B8-922A-3CF5-F7CA0DBB43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089275" cy="6858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5F1DC88-8F18-67FF-6390-A639FC1F8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2B73F3-46E9-D235-8CE6-D135C4F61E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04870180-FA23-1588-6BB2-AB88F6F0AF7A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729862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53D02F08-67ED-4CB1-C33E-4D0C96BB0FC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5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 whi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8" descr="Footer line and Kantar logo">
            <a:extLst>
              <a:ext uri="{FF2B5EF4-FFF2-40B4-BE49-F238E27FC236}">
                <a16:creationId xmlns:a16="http://schemas.microsoft.com/office/drawing/2014/main" id="{8CA1E196-C42B-A1C3-A37B-28F182E644D8}"/>
              </a:ext>
            </a:extLst>
          </p:cNvPr>
          <p:cNvGrpSpPr/>
          <p:nvPr userDrawn="1"/>
        </p:nvGrpSpPr>
        <p:grpSpPr>
          <a:xfrm>
            <a:off x="359433" y="6120000"/>
            <a:ext cx="2148817" cy="475612"/>
            <a:chOff x="359433" y="6120000"/>
            <a:chExt cx="2148817" cy="47561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8303652-9958-0375-6D5D-227BC3D1099F}"/>
                </a:ext>
              </a:extLst>
            </p:cNvPr>
            <p:cNvCxnSpPr>
              <a:cxnSpLocks/>
            </p:cNvCxnSpPr>
            <p:nvPr userDrawn="1">
              <p:custDataLst>
                <p:tags r:id="rId1"/>
              </p:custDataLst>
            </p:nvPr>
          </p:nvCxnSpPr>
          <p:spPr>
            <a:xfrm>
              <a:off x="359852" y="6120000"/>
              <a:ext cx="2148398" cy="0"/>
            </a:xfrm>
            <a:prstGeom prst="line">
              <a:avLst/>
            </a:prstGeom>
            <a:ln w="381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Kantar logo">
              <a:extLst>
                <a:ext uri="{FF2B5EF4-FFF2-40B4-BE49-F238E27FC236}">
                  <a16:creationId xmlns:a16="http://schemas.microsoft.com/office/drawing/2014/main" id="{CC44E45D-A61E-29E4-38E4-B76465764376}"/>
                </a:ext>
              </a:extLst>
            </p:cNvPr>
            <p:cNvSpPr txBox="1">
              <a:spLocks noChangeAspect="1"/>
            </p:cNvSpPr>
            <p:nvPr userDrawn="1"/>
          </p:nvSpPr>
          <p:spPr>
            <a:xfrm>
              <a:off x="359433" y="6390412"/>
              <a:ext cx="1080838" cy="205200"/>
            </a:xfrm>
            <a:prstGeom prst="rect">
              <a:avLst/>
            </a:pr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2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80975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6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40000" indent="-180975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20000" indent="-180000" algn="l" defTabSz="914400" rtl="0" eaLnBrk="1" latinLnBrk="0" hangingPunct="1">
                <a:lnSpc>
                  <a:spcPct val="100000"/>
                </a:lnSpc>
                <a:spcBef>
                  <a:spcPts val="600"/>
                </a:spcBef>
                <a:buFont typeface="Arial" panose="020B0604020202020204" pitchFamily="34" charset="0"/>
                <a:buChar char="ꟷ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4091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 blac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ED13-8109-40D7-B85E-48D72364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88994" y="430718"/>
            <a:ext cx="9137880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136CF45-35B9-4F30-93CE-11D7DC6AE4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89691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90C909-262D-4930-924B-8C4285CF855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19019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18864E4-1D92-4544-8F52-1155810D792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348347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8E0E68-5345-4D62-8D07-AE58AE33067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677674" y="1710000"/>
            <a:ext cx="2149200" cy="399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3749035-42A4-D2DD-D2EC-56D671810C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250825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34A4C32-5A94-2907-A5AA-14BEFF925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9B78BF1-D57B-7B87-3655-E943DEE75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11" name="Straight Connector 10" descr="Footer line">
            <a:extLst>
              <a:ext uri="{FF2B5EF4-FFF2-40B4-BE49-F238E27FC236}">
                <a16:creationId xmlns:a16="http://schemas.microsoft.com/office/drawing/2014/main" id="{48303652-9958-0375-6D5D-227BC3D109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359852" y="6120000"/>
            <a:ext cx="214839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 descr="Kantar logo">
            <a:extLst>
              <a:ext uri="{FF2B5EF4-FFF2-40B4-BE49-F238E27FC236}">
                <a16:creationId xmlns:a16="http://schemas.microsoft.com/office/drawing/2014/main" id="{C6C3106B-849E-7712-7159-7E862056D9F9}"/>
              </a:ext>
            </a:extLst>
          </p:cNvPr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146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4255834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255834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8151668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51668" y="2973600"/>
            <a:ext cx="36720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49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327207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272077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184154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184154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096232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096232" y="2973600"/>
            <a:ext cx="27288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035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F6C2986-0EAC-5F82-78C3-8BFFB31BE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9" y="430718"/>
            <a:ext cx="11466875" cy="403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1FFAFE07-19BA-1374-6E21-D6D010468FA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689419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19B97BC5-9761-28F5-DCB0-13F60DF933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89419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018838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ECF3010A-9B92-8861-2115-6862FC244E2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018838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348257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F2E00F76-4370-817B-F423-B27FB86072C3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7348257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76800" y="1720850"/>
            <a:ext cx="885600" cy="8856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ACD70731-705A-E72D-C72F-5D46CA6C13E3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9676800" y="2973600"/>
            <a:ext cx="2149200" cy="27414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  <a:ln w="12700"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FFFFFF"/>
                </a:solidFill>
              </a14:hiddenLine>
            </a:ext>
          </a:extLst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20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 col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F353-7CBB-4EBB-BB48-0DDB45E9B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9B90AB5E-B4A2-7EA7-4A18-25C0FB52B78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3600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7AC9C011-D9F6-3DE6-FA80-F7DD6E40688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00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C7DCD6B8-0C3C-53A4-59EE-E8C0ED9F7E7E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30066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DC80A3E-2F08-88B6-6E50-65D0A175D8F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30112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00419335-0C97-FF63-6C44-BD6FA903E226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424132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C4C9720-F95E-51E4-7732-F967566D5CF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24224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D93041B-4097-2B42-D42A-A60939336503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18198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8B4ED95-C006-A786-B26A-785B359AF94D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618336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4" name="Picture Placeholder 5">
            <a:extLst>
              <a:ext uri="{FF2B5EF4-FFF2-40B4-BE49-F238E27FC236}">
                <a16:creationId xmlns:a16="http://schemas.microsoft.com/office/drawing/2014/main" id="{25024D61-51A8-145B-E038-F52AFA2EC15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12264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A7218B0A-61C2-0A97-63B5-5A86701EAB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2448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Picture Placeholder 6">
            <a:extLst>
              <a:ext uri="{FF2B5EF4-FFF2-40B4-BE49-F238E27FC236}">
                <a16:creationId xmlns:a16="http://schemas.microsoft.com/office/drawing/2014/main" id="{6D2AB2F4-8865-43F7-3B5D-267B3C6A999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0063300" y="1720850"/>
            <a:ext cx="885600" cy="885600"/>
          </a:xfrm>
        </p:spPr>
        <p:txBody>
          <a:bodyPr/>
          <a:lstStyle>
            <a:lvl1pPr algn="l">
              <a:spcBef>
                <a:spcPts val="0"/>
              </a:spcBef>
              <a:defRPr sz="1600"/>
            </a:lvl1pPr>
          </a:lstStyle>
          <a:p>
            <a:r>
              <a:rPr lang="en-GB" dirty="0"/>
              <a:t>Click to insert icon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6FBF417F-E92D-F24A-9A02-2C4332FB6E8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065600" y="2973600"/>
            <a:ext cx="1760400" cy="2743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042B50-C4F1-3434-5494-0FA1E30A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1D4D6D-3FAB-82D7-CA85-52ACCFCD7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5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ashboard exp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51B97-D115-41B0-A593-DB194CD0637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0000" y="432000"/>
            <a:ext cx="95364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56DFF0-F399-4C7B-9862-88E481176C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62000" y="432000"/>
            <a:ext cx="1764000" cy="5281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C310F2F-94C0-63BA-B027-523FA6819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424F01-B367-DE44-9714-A4DD2EB57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7044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2.sv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26" Type="http://schemas.openxmlformats.org/officeDocument/2006/relationships/slideLayout" Target="../slideLayouts/slideLayout64.xml"/><Relationship Id="rId3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59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63.xml"/><Relationship Id="rId33" Type="http://schemas.openxmlformats.org/officeDocument/2006/relationships/image" Target="../media/image2.svg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62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61.xml"/><Relationship Id="rId28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31" Type="http://schemas.openxmlformats.org/officeDocument/2006/relationships/tags" Target="../tags/tag23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Relationship Id="rId27" Type="http://schemas.openxmlformats.org/officeDocument/2006/relationships/slideLayout" Target="../slideLayouts/slideLayout65.xml"/><Relationship Id="rId30" Type="http://schemas.openxmlformats.org/officeDocument/2006/relationships/tags" Target="../tags/tag22.xml"/><Relationship Id="rId8" Type="http://schemas.openxmlformats.org/officeDocument/2006/relationships/slideLayout" Target="../slideLayouts/slideLayout4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7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913023"/>
            <a:chOff x="-1143000" y="-600255"/>
            <a:chExt cx="13680281" cy="6913023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4382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925CEB6-6DDA-49BF-824C-CFA9D8A07E3F}"/>
                </a:ext>
              </a:extLst>
            </p:cNvPr>
            <p:cNvSpPr txBox="1"/>
            <p:nvPr userDrawn="1"/>
          </p:nvSpPr>
          <p:spPr>
            <a:xfrm>
              <a:off x="-747711" y="606654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1658A23-15A2-4406-AF7E-89707B5575E7}"/>
                </a:ext>
              </a:extLst>
            </p:cNvPr>
            <p:cNvSpPr txBox="1"/>
            <p:nvPr userDrawn="1"/>
          </p:nvSpPr>
          <p:spPr>
            <a:xfrm>
              <a:off x="-1143000" y="618965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cxnSp>
        <p:nvCxnSpPr>
          <p:cNvPr id="6" name="Straight Connector 5" descr="Footer line">
            <a:extLst>
              <a:ext uri="{FF2B5EF4-FFF2-40B4-BE49-F238E27FC236}">
                <a16:creationId xmlns:a16="http://schemas.microsoft.com/office/drawing/2014/main" id="{6805F70E-6BF1-451B-AC5F-64819FD40883}"/>
              </a:ext>
            </a:extLst>
          </p:cNvPr>
          <p:cNvCxnSpPr>
            <a:cxnSpLocks/>
          </p:cNvCxnSpPr>
          <p:nvPr userDrawn="1">
            <p:custDataLst>
              <p:tags r:id="rId40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Graphic 36" descr="Kantar logo">
            <a:extLst>
              <a:ext uri="{FF2B5EF4-FFF2-40B4-BE49-F238E27FC236}">
                <a16:creationId xmlns:a16="http://schemas.microsoft.com/office/drawing/2014/main" id="{2CC2F24E-468A-4212-A014-115B799B0109}"/>
              </a:ext>
            </a:extLst>
          </p:cNvPr>
          <p:cNvPicPr>
            <a:picLocks noChangeAspect="1"/>
          </p:cNvPicPr>
          <p:nvPr userDrawn="1"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314C844D-A5F7-B0AD-7C8B-1F71318F6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448BFD7-2625-2414-23A8-A50970BF9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0662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7" r:id="rId2"/>
    <p:sldLayoutId id="2147483865" r:id="rId3"/>
    <p:sldLayoutId id="2147483868" r:id="rId4"/>
    <p:sldLayoutId id="2147483697" r:id="rId5"/>
    <p:sldLayoutId id="2147483696" r:id="rId6"/>
    <p:sldLayoutId id="2147483844" r:id="rId7"/>
    <p:sldLayoutId id="2147483862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  <p:sldLayoutId id="2147483771" r:id="rId19"/>
    <p:sldLayoutId id="2147483772" r:id="rId20"/>
    <p:sldLayoutId id="2147483773" r:id="rId21"/>
    <p:sldLayoutId id="2147483774" r:id="rId22"/>
    <p:sldLayoutId id="2147483775" r:id="rId23"/>
    <p:sldLayoutId id="2147483776" r:id="rId24"/>
    <p:sldLayoutId id="2147483827" r:id="rId25"/>
    <p:sldLayoutId id="2147483829" r:id="rId26"/>
    <p:sldLayoutId id="2147483845" r:id="rId27"/>
    <p:sldLayoutId id="2147483846" r:id="rId28"/>
    <p:sldLayoutId id="2147483830" r:id="rId29"/>
    <p:sldLayoutId id="2147483847" r:id="rId30"/>
    <p:sldLayoutId id="2147483848" r:id="rId31"/>
    <p:sldLayoutId id="2147483849" r:id="rId32"/>
    <p:sldLayoutId id="2147483850" r:id="rId33"/>
    <p:sldLayoutId id="2147483851" r:id="rId34"/>
    <p:sldLayoutId id="2147483869" r:id="rId35"/>
    <p:sldLayoutId id="2147483870" r:id="rId36"/>
    <p:sldLayoutId id="2147483871" r:id="rId37"/>
    <p:sldLayoutId id="2147483872" r:id="rId3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 userDrawn="1">
          <p15:clr>
            <a:srgbClr val="F26B43"/>
          </p15:clr>
        </p15:guide>
        <p15:guide id="14" pos="7453" userDrawn="1">
          <p15:clr>
            <a:srgbClr val="F26B43"/>
          </p15:clr>
        </p15:guide>
        <p15:guide id="28" orient="horz" pos="1076" userDrawn="1">
          <p15:clr>
            <a:srgbClr val="F26B43"/>
          </p15:clr>
        </p15:guide>
        <p15:guide id="29" orient="horz" pos="270" userDrawn="1">
          <p15:clr>
            <a:srgbClr val="F26B43"/>
          </p15:clr>
        </p15:guide>
        <p15:guide id="33" orient="horz" pos="3600" userDrawn="1">
          <p15:clr>
            <a:srgbClr val="F26B43"/>
          </p15:clr>
        </p15:guide>
        <p15:guide id="35" pos="228" userDrawn="1">
          <p15:clr>
            <a:srgbClr val="F26B43"/>
          </p15:clr>
        </p15:guide>
        <p15:guide id="36" pos="3840" userDrawn="1">
          <p15:clr>
            <a:srgbClr val="F26B43"/>
          </p15:clr>
        </p15:guide>
        <p15:guide id="37" pos="3782" userDrawn="1">
          <p15:clr>
            <a:srgbClr val="F26B43"/>
          </p15:clr>
        </p15:guide>
        <p15:guide id="38" pos="3900" userDrawn="1">
          <p15:clr>
            <a:srgbClr val="F26B43"/>
          </p15:clr>
        </p15:guide>
        <p15:guide id="39" orient="horz" pos="38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33" name="Straight Connector 32" descr="Footer line">
            <a:extLst>
              <a:ext uri="{FF2B5EF4-FFF2-40B4-BE49-F238E27FC236}">
                <a16:creationId xmlns:a16="http://schemas.microsoft.com/office/drawing/2014/main" id="{81FD9D1B-8E5A-447D-B2D0-15FF23DD7EDA}"/>
              </a:ext>
            </a:extLst>
          </p:cNvPr>
          <p:cNvCxnSpPr>
            <a:cxnSpLocks/>
          </p:cNvCxnSpPr>
          <p:nvPr userDrawn="1">
            <p:custDataLst>
              <p:tags r:id="rId30"/>
            </p:custDataLst>
          </p:nvPr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rgbClr val="333333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7AF91A0-A869-4C9D-8D84-C843E57FF9C6}"/>
              </a:ext>
            </a:extLst>
          </p:cNvPr>
          <p:cNvGrpSpPr/>
          <p:nvPr userDrawn="1"/>
        </p:nvGrpSpPr>
        <p:grpSpPr>
          <a:xfrm>
            <a:off x="-1143000" y="-600255"/>
            <a:ext cx="13680281" cy="6916199"/>
            <a:chOff x="-1143000" y="-600255"/>
            <a:chExt cx="13680281" cy="6916199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C819980-719E-42BA-84AA-491FF69717D9}"/>
                </a:ext>
              </a:extLst>
            </p:cNvPr>
            <p:cNvCxnSpPr/>
            <p:nvPr userDrawn="1"/>
          </p:nvCxnSpPr>
          <p:spPr>
            <a:xfrm>
              <a:off x="-256200" y="6145408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D636BE3-4FEE-45BA-A183-BCB80C007E10}"/>
                </a:ext>
              </a:extLst>
            </p:cNvPr>
            <p:cNvSpPr txBox="1"/>
            <p:nvPr userDrawn="1"/>
          </p:nvSpPr>
          <p:spPr>
            <a:xfrm>
              <a:off x="-747711" y="6069722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7.54 cm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2FC16A6-CA4F-4B0F-B25C-7772D09D7351}"/>
                </a:ext>
              </a:extLst>
            </p:cNvPr>
            <p:cNvSpPr txBox="1"/>
            <p:nvPr userDrawn="1"/>
          </p:nvSpPr>
          <p:spPr>
            <a:xfrm>
              <a:off x="-1143000" y="6192833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Image Bottom</a:t>
              </a:r>
            </a:p>
          </p:txBody>
        </p:sp>
      </p:grpSp>
      <p:pic>
        <p:nvPicPr>
          <p:cNvPr id="38" name="Graphic 37" descr="Kantar logo">
            <a:extLst>
              <a:ext uri="{FF2B5EF4-FFF2-40B4-BE49-F238E27FC236}">
                <a16:creationId xmlns:a16="http://schemas.microsoft.com/office/drawing/2014/main" id="{BDB25C72-3FD4-461E-BCBE-96F525FA2297}"/>
              </a:ext>
            </a:extLst>
          </p:cNvPr>
          <p:cNvPicPr>
            <a:picLocks noChangeAspect="1"/>
          </p:cNvPicPr>
          <p:nvPr userDrawn="1"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753515A-DBD1-3C6D-DC72-D442571B0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546C623-0862-D697-5E0B-AE8411041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403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800" r:id="rId13"/>
    <p:sldLayoutId id="2147483801" r:id="rId14"/>
    <p:sldLayoutId id="2147483837" r:id="rId15"/>
    <p:sldLayoutId id="2147483838" r:id="rId16"/>
    <p:sldLayoutId id="2147483852" r:id="rId17"/>
    <p:sldLayoutId id="2147483853" r:id="rId18"/>
    <p:sldLayoutId id="2147483854" r:id="rId19"/>
    <p:sldLayoutId id="2147483855" r:id="rId20"/>
    <p:sldLayoutId id="2147483856" r:id="rId21"/>
    <p:sldLayoutId id="2147483857" r:id="rId22"/>
    <p:sldLayoutId id="2147483858" r:id="rId23"/>
    <p:sldLayoutId id="2147483859" r:id="rId24"/>
    <p:sldLayoutId id="2147483873" r:id="rId25"/>
    <p:sldLayoutId id="2147483874" r:id="rId26"/>
    <p:sldLayoutId id="2147483875" r:id="rId27"/>
    <p:sldLayoutId id="2147483876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  <p15:guide id="39" orient="horz" pos="387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Placeholder 1"/>
          <p:cNvSpPr>
            <a:spLocks noGrp="1"/>
          </p:cNvSpPr>
          <p:nvPr>
            <p:ph type="title"/>
          </p:nvPr>
        </p:nvSpPr>
        <p:spPr>
          <a:xfrm>
            <a:off x="359999" y="430718"/>
            <a:ext cx="11466875" cy="4032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2" name="Text Placeholder 2"/>
          <p:cNvSpPr>
            <a:spLocks noGrp="1"/>
          </p:cNvSpPr>
          <p:nvPr>
            <p:ph type="body" idx="1"/>
          </p:nvPr>
        </p:nvSpPr>
        <p:spPr>
          <a:xfrm>
            <a:off x="359999" y="1710000"/>
            <a:ext cx="11466875" cy="399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143000" y="-600255"/>
            <a:ext cx="13680281" cy="6720255"/>
            <a:chOff x="-1143000" y="-600255"/>
            <a:chExt cx="13680281" cy="6720255"/>
          </a:xfrm>
        </p:grpSpPr>
        <p:cxnSp>
          <p:nvCxnSpPr>
            <p:cNvPr id="14" name="Straight Connector 13"/>
            <p:cNvCxnSpPr/>
            <p:nvPr userDrawn="1"/>
          </p:nvCxnSpPr>
          <p:spPr>
            <a:xfrm>
              <a:off x="-256200" y="1710267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-256200" y="612000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 userDrawn="1"/>
          </p:nvCxnSpPr>
          <p:spPr>
            <a:xfrm>
              <a:off x="-256200" y="342635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>
            <a:xfrm>
              <a:off x="-256200" y="5714470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 userDrawn="1"/>
          </p:nvSpPr>
          <p:spPr>
            <a:xfrm>
              <a:off x="-747711" y="164615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4.78cm</a:t>
              </a: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-747711" y="3357884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0 cm</a:t>
              </a:r>
            </a:p>
          </p:txBody>
        </p:sp>
        <p:sp>
          <p:nvSpPr>
            <p:cNvPr id="58" name="TextBox 57"/>
            <p:cNvSpPr txBox="1"/>
            <p:nvPr userDrawn="1"/>
          </p:nvSpPr>
          <p:spPr>
            <a:xfrm>
              <a:off x="-747711" y="5640188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6.35 cm</a:t>
              </a:r>
            </a:p>
          </p:txBody>
        </p:sp>
        <p:sp>
          <p:nvSpPr>
            <p:cNvPr id="60" name="TextBox 59"/>
            <p:cNvSpPr txBox="1"/>
            <p:nvPr userDrawn="1"/>
          </p:nvSpPr>
          <p:spPr>
            <a:xfrm>
              <a:off x="304800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15.93cm</a:t>
              </a:r>
            </a:p>
          </p:txBody>
        </p:sp>
        <p:sp>
          <p:nvSpPr>
            <p:cNvPr id="72" name="TextBox 71"/>
            <p:cNvSpPr txBox="1"/>
            <p:nvPr userDrawn="1"/>
          </p:nvSpPr>
          <p:spPr>
            <a:xfrm>
              <a:off x="11426031" y="-437436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15.93 cm</a:t>
              </a:r>
            </a:p>
          </p:txBody>
        </p:sp>
        <p:cxnSp>
          <p:nvCxnSpPr>
            <p:cNvPr id="5" name="Straight Connector 4"/>
            <p:cNvCxnSpPr/>
            <p:nvPr userDrawn="1"/>
          </p:nvCxnSpPr>
          <p:spPr>
            <a:xfrm>
              <a:off x="361588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84"/>
            <p:cNvSpPr txBox="1"/>
            <p:nvPr userDrawn="1"/>
          </p:nvSpPr>
          <p:spPr>
            <a:xfrm>
              <a:off x="-1143000" y="5763299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Bottom</a:t>
              </a:r>
            </a:p>
          </p:txBody>
        </p:sp>
        <p:sp>
          <p:nvSpPr>
            <p:cNvPr id="86" name="TextBox 85"/>
            <p:cNvSpPr txBox="1"/>
            <p:nvPr userDrawn="1"/>
          </p:nvSpPr>
          <p:spPr>
            <a:xfrm>
              <a:off x="-1143000" y="1769267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Content Top</a:t>
              </a:r>
            </a:p>
          </p:txBody>
        </p:sp>
        <p:sp>
          <p:nvSpPr>
            <p:cNvPr id="88" name="TextBox 87"/>
            <p:cNvSpPr txBox="1"/>
            <p:nvPr userDrawn="1"/>
          </p:nvSpPr>
          <p:spPr>
            <a:xfrm>
              <a:off x="-590537" y="-438330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Left Margin</a:t>
              </a:r>
            </a:p>
          </p:txBody>
        </p:sp>
        <p:sp>
          <p:nvSpPr>
            <p:cNvPr id="89" name="TextBox 88"/>
            <p:cNvSpPr txBox="1"/>
            <p:nvPr userDrawn="1"/>
          </p:nvSpPr>
          <p:spPr>
            <a:xfrm>
              <a:off x="11898039" y="-438330"/>
              <a:ext cx="63924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800" dirty="0">
                  <a:solidFill>
                    <a:schemeClr val="tx1"/>
                  </a:solidFill>
                </a:rPr>
                <a:t>Right Margin</a:t>
              </a:r>
            </a:p>
          </p:txBody>
        </p:sp>
        <p:cxnSp>
          <p:nvCxnSpPr>
            <p:cNvPr id="98" name="Straight Connector 97"/>
            <p:cNvCxnSpPr/>
            <p:nvPr userDrawn="1"/>
          </p:nvCxnSpPr>
          <p:spPr>
            <a:xfrm>
              <a:off x="6096000" y="-363357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/>
            <p:cNvSpPr txBox="1"/>
            <p:nvPr userDrawn="1"/>
          </p:nvSpPr>
          <p:spPr>
            <a:xfrm>
              <a:off x="5914719" y="-600255"/>
              <a:ext cx="362256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Middle </a:t>
              </a:r>
              <a:br>
                <a:rPr lang="en-GB" sz="800" dirty="0">
                  <a:solidFill>
                    <a:schemeClr val="tx1"/>
                  </a:solidFill>
                </a:rPr>
              </a:br>
              <a:r>
                <a:rPr lang="en-GB" sz="800" dirty="0">
                  <a:solidFill>
                    <a:schemeClr val="tx1"/>
                  </a:solidFill>
                </a:rPr>
                <a:t>0cm </a:t>
              </a:r>
            </a:p>
          </p:txBody>
        </p:sp>
        <p:sp>
          <p:nvSpPr>
            <p:cNvPr id="101" name="TextBox 100"/>
            <p:cNvSpPr txBox="1"/>
            <p:nvPr userDrawn="1"/>
          </p:nvSpPr>
          <p:spPr>
            <a:xfrm>
              <a:off x="5636264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4" name="Straight Connector 103"/>
            <p:cNvCxnSpPr/>
            <p:nvPr userDrawn="1"/>
          </p:nvCxnSpPr>
          <p:spPr>
            <a:xfrm>
              <a:off x="6000389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>
            <a:xfrm>
              <a:off x="6190362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 userDrawn="1"/>
          </p:nvSpPr>
          <p:spPr>
            <a:xfrm>
              <a:off x="6191102" y="-208836"/>
              <a:ext cx="362256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800" dirty="0">
                  <a:solidFill>
                    <a:schemeClr val="tx1"/>
                  </a:solidFill>
                </a:rPr>
                <a:t>0.26cm</a:t>
              </a:r>
            </a:p>
          </p:txBody>
        </p:sp>
        <p:cxnSp>
          <p:nvCxnSpPr>
            <p:cNvPr id="107" name="Straight Connector 106"/>
            <p:cNvCxnSpPr/>
            <p:nvPr userDrawn="1"/>
          </p:nvCxnSpPr>
          <p:spPr>
            <a:xfrm>
              <a:off x="11836111" y="-265725"/>
              <a:ext cx="0" cy="18000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54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>
            <a:xfrm>
              <a:off x="-256200" y="430824"/>
              <a:ext cx="180000" cy="0"/>
            </a:xfrm>
            <a:prstGeom prst="line">
              <a:avLst/>
            </a:prstGeom>
            <a:ln w="6350">
              <a:gradFill>
                <a:gsLst>
                  <a:gs pos="0">
                    <a:srgbClr val="F2DA64"/>
                  </a:gs>
                  <a:gs pos="18000">
                    <a:srgbClr val="A27700"/>
                  </a:gs>
                  <a:gs pos="71000">
                    <a:srgbClr val="D7B446"/>
                  </a:gs>
                  <a:gs pos="51000">
                    <a:srgbClr val="F2DA64"/>
                  </a:gs>
                  <a:gs pos="100000">
                    <a:srgbClr val="987000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 userDrawn="1"/>
          </p:nvSpPr>
          <p:spPr>
            <a:xfrm>
              <a:off x="-747711" y="404813"/>
              <a:ext cx="438671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8.33cm</a:t>
              </a:r>
            </a:p>
          </p:txBody>
        </p:sp>
        <p:sp>
          <p:nvSpPr>
            <p:cNvPr id="110" name="TextBox 109"/>
            <p:cNvSpPr txBox="1"/>
            <p:nvPr userDrawn="1"/>
          </p:nvSpPr>
          <p:spPr>
            <a:xfrm>
              <a:off x="-1143000" y="527924"/>
              <a:ext cx="83396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GB" sz="800" dirty="0">
                  <a:solidFill>
                    <a:schemeClr val="tx1"/>
                  </a:solidFill>
                </a:rPr>
                <a:t>Title Top</a:t>
              </a:r>
            </a:p>
          </p:txBody>
        </p:sp>
      </p:grpSp>
      <p:cxnSp>
        <p:nvCxnSpPr>
          <p:cNvPr id="33" name="Straight Connector 32" descr="Footer line">
            <a:extLst>
              <a:ext uri="{FF2B5EF4-FFF2-40B4-BE49-F238E27FC236}">
                <a16:creationId xmlns:a16="http://schemas.microsoft.com/office/drawing/2014/main" id="{BB75DB98-1BD1-4926-8750-16657B153BE4}"/>
              </a:ext>
            </a:extLst>
          </p:cNvPr>
          <p:cNvCxnSpPr>
            <a:cxnSpLocks/>
          </p:cNvCxnSpPr>
          <p:nvPr userDrawn="1"/>
        </p:nvCxnSpPr>
        <p:spPr>
          <a:xfrm>
            <a:off x="360000" y="6120000"/>
            <a:ext cx="11474161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 descr="Kantar logo">
            <a:extLst>
              <a:ext uri="{FF2B5EF4-FFF2-40B4-BE49-F238E27FC236}">
                <a16:creationId xmlns:a16="http://schemas.microsoft.com/office/drawing/2014/main" id="{D3E635D0-BA07-4485-8050-85E8C801F8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999" y="6390412"/>
            <a:ext cx="1080272" cy="204376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02CEF36-8560-BD0B-FDA8-C4B70227D0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2400" y="6390000"/>
            <a:ext cx="7055875" cy="19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D0A28B0-CA4A-8D2C-9D82-9A624FE4AB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91776" y="6390000"/>
            <a:ext cx="1435100" cy="1968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© Kantar 2025 | </a:t>
            </a:r>
            <a:fld id="{4034BEE3-566C-4068-A777-C3A4762E861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707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60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2160">
          <p15:clr>
            <a:srgbClr val="F26B43"/>
          </p15:clr>
        </p15:guide>
        <p15:guide id="14" pos="7453">
          <p15:clr>
            <a:srgbClr val="F26B43"/>
          </p15:clr>
        </p15:guide>
        <p15:guide id="28" orient="horz" pos="1076">
          <p15:clr>
            <a:srgbClr val="F26B43"/>
          </p15:clr>
        </p15:guide>
        <p15:guide id="29" orient="horz" pos="270">
          <p15:clr>
            <a:srgbClr val="F26B43"/>
          </p15:clr>
        </p15:guide>
        <p15:guide id="33" orient="horz" pos="3600">
          <p15:clr>
            <a:srgbClr val="F26B43"/>
          </p15:clr>
        </p15:guide>
        <p15:guide id="35" pos="228">
          <p15:clr>
            <a:srgbClr val="F26B43"/>
          </p15:clr>
        </p15:guide>
        <p15:guide id="36" pos="3840">
          <p15:clr>
            <a:srgbClr val="F26B43"/>
          </p15:clr>
        </p15:guide>
        <p15:guide id="37" pos="3782">
          <p15:clr>
            <a:srgbClr val="F26B43"/>
          </p15:clr>
        </p15:guide>
        <p15:guide id="38" pos="3900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CKSLIDES" val="6.1"/>
  <p:tag name="VERSIONID" val="711"/>
  <p:tag name="EXCLUDEHIDDENSLIDES" val="False"/>
  <p:tag name="NUMBEROFPAGES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HEADER"/>
  <p:tag name="LOGO_POSITION" val="HEAD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VERSION" val="7.1"/>
  <p:tag name="VERSIONNUMBER" val="71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" val="CORPORATE_FOOTER"/>
  <p:tag name="LOGO_POSITION" val="FOOTER"/>
  <p:tag name="LOGO_ORDER" val="1"/>
  <p:tag name="TEMPLATEVERSION" val="7.1"/>
  <p:tag name="VERSIONNUMBER" val="711"/>
</p:tagLst>
</file>

<file path=ppt/theme/theme1.xml><?xml version="1.0" encoding="utf-8"?>
<a:theme xmlns:a="http://schemas.openxmlformats.org/drawingml/2006/main" name="Kantar template master">
  <a:themeElements>
    <a:clrScheme name="Kantar 2025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BC0331D9-4ED1-4E60-A881-2079B90605DC}"/>
    </a:ext>
  </a:extLst>
</a:theme>
</file>

<file path=ppt/theme/theme2.xml><?xml version="1.0" encoding="utf-8"?>
<a:theme xmlns:a="http://schemas.openxmlformats.org/drawingml/2006/main" name="Content slides - no sub heading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555BAB35-7E9D-43DE-9C7D-54AE4C2B3553}"/>
    </a:ext>
  </a:extLst>
</a:theme>
</file>

<file path=ppt/theme/theme3.xml><?xml version="1.0" encoding="utf-8"?>
<a:theme xmlns:a="http://schemas.openxmlformats.org/drawingml/2006/main" name="Technical">
  <a:themeElements>
    <a:clrScheme name="Kantar colour theme">
      <a:dk1>
        <a:srgbClr val="333333"/>
      </a:dk1>
      <a:lt1>
        <a:srgbClr val="FFFFFF"/>
      </a:lt1>
      <a:dk2>
        <a:srgbClr val="0060FF"/>
      </a:dk2>
      <a:lt2>
        <a:srgbClr val="802AB7"/>
      </a:lt2>
      <a:accent1>
        <a:srgbClr val="AEAE9F"/>
      </a:accent1>
      <a:accent2>
        <a:srgbClr val="00E5BA"/>
      </a:accent2>
      <a:accent3>
        <a:srgbClr val="00B600"/>
      </a:accent3>
      <a:accent4>
        <a:srgbClr val="FEDB00"/>
      </a:accent4>
      <a:accent5>
        <a:srgbClr val="FF5000"/>
      </a:accent5>
      <a:accent6>
        <a:srgbClr val="FA0028"/>
      </a:accent6>
      <a:hlink>
        <a:srgbClr val="0060FF"/>
      </a:hlink>
      <a:folHlink>
        <a:srgbClr val="802AB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ltGray">
        <a:solidFill>
          <a:schemeClr val="accent1"/>
        </a:solidFill>
        <a:ln w="127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sz="1600" b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Kantar presentation template 16x9 - Apr 2025 - v3.potx" id="{E36A5CE0-18A5-4FDD-9849-2DF1B84D6338}" vid="{8672DD06-9484-468C-AA0D-EB247F7DFFB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gnificance red">
      <a:srgbClr val="E10000"/>
    </a:custClr>
    <a:custClr name="Significance red light">
      <a:srgbClr val="ED6666"/>
    </a:custClr>
    <a:custClr name="Significance green">
      <a:srgbClr val="00D200"/>
    </a:custClr>
    <a:custClr name="Significance green light">
      <a:srgbClr val="66E466"/>
    </a:custClr>
    <a:custClr name="Custom light blue">
      <a:srgbClr val="00B6FF"/>
    </a:custClr>
    <a:custClr name="Custom light green">
      <a:srgbClr val="9EE900"/>
    </a:custClr>
    <a:custClr name="Custom magenta">
      <a:srgbClr val="C700D3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B2EB65F0D434998DAF77486C1C599" ma:contentTypeVersion="17" ma:contentTypeDescription="Create a new document." ma:contentTypeScope="" ma:versionID="66a38013d12be4583532761ffd6e26dd">
  <xsd:schema xmlns:xsd="http://www.w3.org/2001/XMLSchema" xmlns:xs="http://www.w3.org/2001/XMLSchema" xmlns:p="http://schemas.microsoft.com/office/2006/metadata/properties" xmlns:ns1="http://schemas.microsoft.com/sharepoint/v3" xmlns:ns2="6041b3ba-1188-45b5-a271-dfb9a9a8da58" xmlns:ns3="35f0cdc8-4de3-4117-a0d7-8fd86872aa5a" targetNamespace="http://schemas.microsoft.com/office/2006/metadata/properties" ma:root="true" ma:fieldsID="68f015ace5ce8fcd03688c3809a80f6c" ns1:_="" ns2:_="" ns3:_="">
    <xsd:import namespace="http://schemas.microsoft.com/sharepoint/v3"/>
    <xsd:import namespace="6041b3ba-1188-45b5-a271-dfb9a9a8da58"/>
    <xsd:import namespace="35f0cdc8-4de3-4117-a0d7-8fd86872aa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41b3ba-1188-45b5-a271-dfb9a9a8da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5d02d2-2acc-434b-b7bb-812ff22cbf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f0cdc8-4de3-4117-a0d7-8fd86872aa5a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b57090b0-e3f9-4d26-aa0e-b17d9a152435}" ma:internalName="TaxCatchAll" ma:showField="CatchAllData" ma:web="35f0cdc8-4de3-4117-a0d7-8fd86872aa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041b3ba-1188-45b5-a271-dfb9a9a8da58">
      <Terms xmlns="http://schemas.microsoft.com/office/infopath/2007/PartnerControls"/>
    </lcf76f155ced4ddcb4097134ff3c332f>
    <TaxCatchAll xmlns="35f0cdc8-4de3-4117-a0d7-8fd86872aa5a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C375B81-FBF5-4924-A5E0-F0376D8E7D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A5E318-820C-49F8-BBBD-9F04B70AAA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041b3ba-1188-45b5-a271-dfb9a9a8da58"/>
    <ds:schemaRef ds:uri="35f0cdc8-4de3-4117-a0d7-8fd86872aa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2193883-9DEF-4394-A746-8B0504B231C0}">
  <ds:schemaRefs>
    <ds:schemaRef ds:uri="http://schemas.microsoft.com/office/2006/documentManagement/types"/>
    <ds:schemaRef ds:uri="http://www.w3.org/XML/1998/namespace"/>
    <ds:schemaRef ds:uri="77798f55-a83f-4680-b3b0-c27aeffd2bb7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b264726-908b-4d2c-b22b-6b55214f6ef7"/>
    <ds:schemaRef ds:uri="http://schemas.microsoft.com/office/2006/metadata/properties"/>
    <ds:schemaRef ds:uri="http://purl.org/dc/elements/1.1/"/>
    <ds:schemaRef ds:uri="6041b3ba-1188-45b5-a271-dfb9a9a8da58"/>
    <ds:schemaRef ds:uri="35f0cdc8-4de3-4117-a0d7-8fd86872aa5a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Kantar template master</vt:lpstr>
      <vt:lpstr>Content slides - no sub heading</vt:lpstr>
      <vt:lpstr>Technical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Sub-heading</dc:subject>
  <dc:creator>Fernando Monrroy</dc:creator>
  <cp:keywords>Project reference</cp:keywords>
  <dc:description>Date</dc:description>
  <cp:lastModifiedBy>Fernando Monrroy</cp:lastModifiedBy>
  <cp:revision>1</cp:revision>
  <cp:lastPrinted>2017-03-24T13:40:26Z</cp:lastPrinted>
  <dcterms:created xsi:type="dcterms:W3CDTF">2025-07-21T19:48:34Z</dcterms:created>
  <dcterms:modified xsi:type="dcterms:W3CDTF">2025-08-08T20:41:34Z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0x0101009A5B2EB65F0D434998DAF77486C1C599</vt:lpwstr>
  </property>
  <property fmtid="{D5CDD505-2E9C-101B-9397-08002B2CF9AE}" pid="3" name="MSIP_Label_3741da7a-79c1-417c-b408-16c0bfe99fca_Enabled">
    <vt:lpwstr>true</vt:lpwstr>
  </property>
  <property fmtid="{D5CDD505-2E9C-101B-9397-08002B2CF9AE}" pid="4" name="MSIP_Label_3741da7a-79c1-417c-b408-16c0bfe99fca_SetDate">
    <vt:lpwstr>2023-06-01T08:02:15Z</vt:lpwstr>
  </property>
  <property fmtid="{D5CDD505-2E9C-101B-9397-08002B2CF9AE}" pid="5" name="MSIP_Label_3741da7a-79c1-417c-b408-16c0bfe99fca_Method">
    <vt:lpwstr>Standard</vt:lpwstr>
  </property>
  <property fmtid="{D5CDD505-2E9C-101B-9397-08002B2CF9AE}" pid="6" name="MSIP_Label_3741da7a-79c1-417c-b408-16c0bfe99fca_Name">
    <vt:lpwstr>Internal Only - Amber</vt:lpwstr>
  </property>
  <property fmtid="{D5CDD505-2E9C-101B-9397-08002B2CF9AE}" pid="7" name="MSIP_Label_3741da7a-79c1-417c-b408-16c0bfe99fca_SiteId">
    <vt:lpwstr>1e355c04-e0a4-42ed-8e2d-7351591f0ef1</vt:lpwstr>
  </property>
  <property fmtid="{D5CDD505-2E9C-101B-9397-08002B2CF9AE}" pid="8" name="MSIP_Label_3741da7a-79c1-417c-b408-16c0bfe99fca_ActionId">
    <vt:lpwstr>120dd1a1-0079-431a-af79-6bc5509a19aa</vt:lpwstr>
  </property>
  <property fmtid="{D5CDD505-2E9C-101B-9397-08002B2CF9AE}" pid="9" name="MSIP_Label_3741da7a-79c1-417c-b408-16c0bfe99fca_ContentBits">
    <vt:lpwstr>0</vt:lpwstr>
  </property>
  <property fmtid="{D5CDD505-2E9C-101B-9397-08002B2CF9AE}" pid="10" name="MediaServiceImageTags">
    <vt:lpwstr/>
  </property>
</Properties>
</file>