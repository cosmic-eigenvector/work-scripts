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14"/>
  </p:notesMasterIdLst>
  <p:handoutMasterIdLst>
    <p:handoutMasterId r:id="rId15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</p:sldIdLst>
  <p:sldSz cx="12192000" cy="6858000"/>
  <p:notesSz cx="6805613" cy="9939338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8F824-AFE3-4109-9EDE-E62B414B9900}" v="335" dt="2025-08-12T14:59:47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2T15:53:44.462" v="2441" actId="20577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43" creationId="{2E01677E-4EC8-2036-3B0B-22A61708A6BE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44" creationId="{090D3317-2644-4D6D-0DF8-E1D49102A5D8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45" creationId="{A18F1822-F8D0-6F45-DB35-E26B7989C9CF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46" creationId="{37F5435C-1C2E-296D-47FA-D32834A1EB30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47" creationId="{A4D174CA-0298-D1ED-7824-CDC19A48B728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54" creationId="{5CEBB682-E9E3-6F9D-316A-E399A76E6A92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55" creationId="{27BE788C-67B3-635F-7345-77223E170AD8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56" creationId="{1949B9B0-436E-8A63-F364-FEAA24BB5409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59" creationId="{A4B9A813-7E52-3D7A-3C8E-1FEADD653E90}"/>
          </ac:spMkLst>
        </pc:spChg>
        <pc:spChg chg="mod">
          <ac:chgData name="Fernando Monrroy" userId="b98b761b-33af-413d-9fff-50a6768f6576" providerId="ADAL" clId="{B838F824-AFE3-4109-9EDE-E62B414B9900}" dt="2025-08-11T15:05:22.792" v="885" actId="1076"/>
          <ac:spMkLst>
            <pc:docMk/>
            <pc:sldMk cId="2645800833" sldId="2147482012"/>
            <ac:spMk id="62" creationId="{AB3C2C15-803B-5244-5128-F3D6AAA7EA7D}"/>
          </ac:spMkLst>
        </pc:spChg>
        <pc:picChg chg="del">
          <ac:chgData name="Fernando Monrroy" userId="b98b761b-33af-413d-9fff-50a6768f6576" providerId="ADAL" clId="{B838F824-AFE3-4109-9EDE-E62B414B9900}" dt="2025-08-11T15:04:22.490" v="878" actId="478"/>
          <ac:picMkLst>
            <pc:docMk/>
            <pc:sldMk cId="2645800833" sldId="2147482012"/>
            <ac:picMk id="5" creationId="{ACA667CE-4317-26CD-DE8C-2A063EAD6671}"/>
          </ac:picMkLst>
        </pc:picChg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  <pc:spChg chg="mod">
          <ac:chgData name="Fernando Monrroy" userId="b98b761b-33af-413d-9fff-50a6768f6576" providerId="ADAL" clId="{B838F824-AFE3-4109-9EDE-E62B414B9900}" dt="2025-08-08T20:44:26.020" v="62" actId="20577"/>
          <ac:spMkLst>
            <pc:docMk/>
            <pc:sldMk cId="800259367" sldId="2147482058"/>
            <ac:spMk id="3" creationId="{F0CADAD1-BAB6-7DCD-66CF-73C36FB3517F}"/>
          </ac:spMkLst>
        </pc:spChg>
        <pc:spChg chg="add del mod">
          <ac:chgData name="Fernando Monrroy" userId="b98b761b-33af-413d-9fff-50a6768f6576" providerId="ADAL" clId="{B838F824-AFE3-4109-9EDE-E62B414B9900}" dt="2025-08-11T15:44:27.756" v="2180" actId="931"/>
          <ac:spMkLst>
            <pc:docMk/>
            <pc:sldMk cId="800259367" sldId="2147482058"/>
            <ac:spMk id="7" creationId="{0A5060BF-550E-FC1A-9351-B731691A3399}"/>
          </ac:spMkLst>
        </pc:spChg>
        <pc:picChg chg="add mod">
          <ac:chgData name="Fernando Monrroy" userId="b98b761b-33af-413d-9fff-50a6768f6576" providerId="ADAL" clId="{B838F824-AFE3-4109-9EDE-E62B414B9900}" dt="2025-08-11T15:44:28.554" v="2181" actId="27614"/>
          <ac:picMkLst>
            <pc:docMk/>
            <pc:sldMk cId="800259367" sldId="2147482058"/>
            <ac:picMk id="8" creationId="{58DCCC24-8332-B4B6-B235-23DFC9A41303}"/>
          </ac:picMkLst>
        </pc:picChg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  <pc:spChg chg="mod">
          <ac:chgData name="Fernando Monrroy" userId="b98b761b-33af-413d-9fff-50a6768f6576" providerId="ADAL" clId="{B838F824-AFE3-4109-9EDE-E62B414B9900}" dt="2025-08-08T20:50:41.319" v="252" actId="20577"/>
          <ac:spMkLst>
            <pc:docMk/>
            <pc:sldMk cId="672440427" sldId="2147482060"/>
            <ac:spMk id="4" creationId="{86086F7B-C4C9-0BDB-AEFE-37963463AAFE}"/>
          </ac:spMkLst>
        </pc:spChg>
      </pc:sldChg>
      <pc:sldChg chg="modSp add mod">
        <pc:chgData name="Fernando Monrroy" userId="b98b761b-33af-413d-9fff-50a6768f6576" providerId="ADAL" clId="{B838F824-AFE3-4109-9EDE-E62B414B9900}" dt="2025-08-12T15:53:21.362" v="2414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B838F824-AFE3-4109-9EDE-E62B414B9900}" dt="2025-08-12T15:53:21.362" v="2414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6:36:25.873" v="2198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  <pc:spChg chg="del">
          <ac:chgData name="Fernando Monrroy" userId="b98b761b-33af-413d-9fff-50a6768f6576" providerId="ADAL" clId="{B838F824-AFE3-4109-9EDE-E62B414B9900}" dt="2025-08-11T15:43:25.173" v="1962"/>
          <ac:spMkLst>
            <pc:docMk/>
            <pc:sldMk cId="3503798241" sldId="2147482118"/>
            <ac:spMk id="2" creationId="{C36602D3-1457-BE18-2FA8-902149514830}"/>
          </ac:spMkLst>
        </pc:spChg>
        <pc:spChg chg="del">
          <ac:chgData name="Fernando Monrroy" userId="b98b761b-33af-413d-9fff-50a6768f6576" providerId="ADAL" clId="{B838F824-AFE3-4109-9EDE-E62B414B9900}" dt="2025-08-11T15:43:25.173" v="1963"/>
          <ac:spMkLst>
            <pc:docMk/>
            <pc:sldMk cId="3503798241" sldId="2147482118"/>
            <ac:spMk id="3" creationId="{BB91A565-67AA-BD15-003E-13372F62CCBF}"/>
          </ac:spMkLst>
        </pc:spChg>
        <pc:spChg chg="mod">
          <ac:chgData name="Fernando Monrroy" userId="b98b761b-33af-413d-9fff-50a6768f6576" providerId="ADAL" clId="{B838F824-AFE3-4109-9EDE-E62B414B9900}" dt="2025-08-11T15:43:29.310" v="2176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B838F824-AFE3-4109-9EDE-E62B414B9900}" dt="2025-08-11T15:43:29.310" v="2177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B838F824-AFE3-4109-9EDE-E62B414B9900}" dt="2025-08-11T15:43:29.310" v="2178"/>
          <ac:spMkLst>
            <pc:docMk/>
            <pc:sldMk cId="3503798241" sldId="2147482118"/>
            <ac:spMk id="6" creationId="{BA30FE8B-5E53-5ED7-12EE-7CEEAB5D2524}"/>
          </ac:spMkLst>
        </pc:spChg>
        <pc:spChg chg="del">
          <ac:chgData name="Fernando Monrroy" userId="b98b761b-33af-413d-9fff-50a6768f6576" providerId="ADAL" clId="{B838F824-AFE3-4109-9EDE-E62B414B9900}" dt="2025-08-11T15:43:25.173" v="1963"/>
          <ac:spMkLst>
            <pc:docMk/>
            <pc:sldMk cId="3503798241" sldId="2147482118"/>
            <ac:spMk id="7" creationId="{0EE48C72-0929-B406-C1D7-18F6B3CC8DAA}"/>
          </ac:spMkLst>
        </pc:spChg>
        <pc:spChg chg="mod">
          <ac:chgData name="Fernando Monrroy" userId="b98b761b-33af-413d-9fff-50a6768f6576" providerId="ADAL" clId="{B838F824-AFE3-4109-9EDE-E62B414B9900}" dt="2025-08-11T15:43:29.310" v="2179"/>
          <ac:spMkLst>
            <pc:docMk/>
            <pc:sldMk cId="3503798241" sldId="2147482118"/>
            <ac:spMk id="8" creationId="{6B8DB876-366E-12C0-073B-76B1B8832E57}"/>
          </ac:spMkLst>
        </pc:spChg>
        <pc:spChg chg="add del mod">
          <ac:chgData name="Fernando Monrroy" userId="b98b761b-33af-413d-9fff-50a6768f6576" providerId="ADAL" clId="{B838F824-AFE3-4109-9EDE-E62B414B9900}" dt="2025-08-11T15:43:29.288" v="2071"/>
          <ac:spMkLst>
            <pc:docMk/>
            <pc:sldMk cId="3503798241" sldId="2147482118"/>
            <ac:spMk id="11" creationId="{9CB434C6-A173-1FF4-3368-4F8C42D19E8F}"/>
          </ac:spMkLst>
        </pc:spChg>
        <pc:spChg chg="add del mod">
          <ac:chgData name="Fernando Monrroy" userId="b98b761b-33af-413d-9fff-50a6768f6576" providerId="ADAL" clId="{B838F824-AFE3-4109-9EDE-E62B414B9900}" dt="2025-08-11T15:43:29.288" v="2071"/>
          <ac:spMkLst>
            <pc:docMk/>
            <pc:sldMk cId="3503798241" sldId="2147482118"/>
            <ac:spMk id="12" creationId="{184DD6AC-3465-C2CC-47BD-01A5F62994FE}"/>
          </ac:spMkLst>
        </pc:spChg>
        <pc:spChg chg="add del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3" creationId="{648B76CF-17F8-72D7-94C9-D864105568CE}"/>
          </ac:spMkLst>
        </pc:spChg>
        <pc:spChg chg="add del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4" creationId="{8BC85572-66B3-4926-EF70-C07282BEBF9F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5" creationId="{CAE963EC-0165-9AB9-15A6-29BA57CE0B3E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6" creationId="{41DFF0AD-BD7E-122C-5472-FC8E9690FC1A}"/>
          </ac:spMkLst>
        </pc:spChg>
        <pc:picChg chg="add mod">
          <ac:chgData name="Fernando Monrroy" userId="b98b761b-33af-413d-9fff-50a6768f6576" providerId="ADAL" clId="{B838F824-AFE3-4109-9EDE-E62B414B9900}" dt="2025-08-11T15:43:29.310" v="2175"/>
          <ac:picMkLst>
            <pc:docMk/>
            <pc:sldMk cId="3503798241" sldId="2147482118"/>
            <ac:picMk id="10" creationId="{F1CD888E-8280-12F7-D8D8-1CF8D2C045C4}"/>
          </ac:picMkLst>
        </pc:picChg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  <pc:spChg chg="mod">
          <ac:chgData name="Fernando Monrroy" userId="b98b761b-33af-413d-9fff-50a6768f6576" providerId="ADAL" clId="{B838F824-AFE3-4109-9EDE-E62B414B9900}" dt="2025-08-11T14:52:21.019" v="266" actId="20577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B838F824-AFE3-4109-9EDE-E62B414B9900}" dt="2025-08-11T14:53:14.320" v="347" actId="20577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B838F824-AFE3-4109-9EDE-E62B414B9900}" dt="2025-08-11T15:02:43.853" v="861" actId="14100"/>
          <ac:spMkLst>
            <pc:docMk/>
            <pc:sldMk cId="3319406193" sldId="2147482119"/>
            <ac:spMk id="4" creationId="{7F7355D0-FAB2-3B4A-8718-225A16D33E3A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8" creationId="{3DA3081C-EC66-7255-35F4-F851F38FBA39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9" creationId="{59A12D96-60D5-12C0-BF1C-36F6800FAED0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10" creationId="{D6A8EAC7-3E09-53B5-58A2-B77FF21CA2C9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3" creationId="{C1CC94DB-C81E-9E36-64C0-25D78B2547D4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4" creationId="{48A207F8-E305-0833-689E-04C3FCDDA418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5" creationId="{79FD216B-070B-4856-D062-2D13CC8A6DCB}"/>
          </ac:spMkLst>
        </pc:spChg>
        <pc:spChg chg="add mod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28" creationId="{AF3D8430-30F6-AEE9-2535-CB64508F9BEF}"/>
          </ac:spMkLst>
        </pc:spChg>
        <pc:spChg chg="add mod">
          <ac:chgData name="Fernando Monrroy" userId="b98b761b-33af-413d-9fff-50a6768f6576" providerId="ADAL" clId="{B838F824-AFE3-4109-9EDE-E62B414B9900}" dt="2025-08-11T15:03:27.305" v="871" actId="9"/>
          <ac:spMkLst>
            <pc:docMk/>
            <pc:sldMk cId="3319406193" sldId="2147482119"/>
            <ac:spMk id="30" creationId="{DC4593D8-19DA-AF5F-0913-4585E4B5784A}"/>
          </ac:spMkLst>
        </pc:spChg>
        <pc:grpChg chg="add del mod">
          <ac:chgData name="Fernando Monrroy" userId="b98b761b-33af-413d-9fff-50a6768f6576" providerId="ADAL" clId="{B838F824-AFE3-4109-9EDE-E62B414B9900}" dt="2025-08-11T14:55:12.679" v="488" actId="165"/>
          <ac:grpSpMkLst>
            <pc:docMk/>
            <pc:sldMk cId="3319406193" sldId="2147482119"/>
            <ac:grpSpMk id="7" creationId="{80F86C24-A6E9-6FE3-B7F1-E5404E65FAFA}"/>
          </ac:grpSpMkLst>
        </pc:grpChg>
        <pc:grpChg chg="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12" creationId="{1281B54A-F258-376B-B302-E248C0DCC402}"/>
          </ac:grpSpMkLst>
        </pc:grpChg>
        <pc:grpChg chg="mod">
          <ac:chgData name="Fernando Monrroy" userId="b98b761b-33af-413d-9fff-50a6768f6576" providerId="ADAL" clId="{B838F824-AFE3-4109-9EDE-E62B414B9900}" dt="2025-08-11T14:55:12.679" v="488" actId="165"/>
          <ac:grpSpMkLst>
            <pc:docMk/>
            <pc:sldMk cId="3319406193" sldId="2147482119"/>
            <ac:grpSpMk id="15" creationId="{3789BE0C-8F5B-1E54-CA95-B4B979C5EC42}"/>
          </ac:grpSpMkLst>
        </pc:grpChg>
        <pc:grpChg chg="del mod">
          <ac:chgData name="Fernando Monrroy" userId="b98b761b-33af-413d-9fff-50a6768f6576" providerId="ADAL" clId="{B838F824-AFE3-4109-9EDE-E62B414B9900}" dt="2025-08-11T14:57:04.103" v="503" actId="165"/>
          <ac:grpSpMkLst>
            <pc:docMk/>
            <pc:sldMk cId="3319406193" sldId="2147482119"/>
            <ac:grpSpMk id="22" creationId="{64ECD384-E2C0-4519-5FBB-12ED364BE05D}"/>
          </ac:grpSpMkLst>
        </pc:grpChg>
        <pc:grpChg chg="add mod">
          <ac:chgData name="Fernando Monrroy" userId="b98b761b-33af-413d-9fff-50a6768f6576" providerId="ADAL" clId="{B838F824-AFE3-4109-9EDE-E62B414B9900}" dt="2025-08-11T14:57:35.124" v="508" actId="207"/>
          <ac:grpSpMkLst>
            <pc:docMk/>
            <pc:sldMk cId="3319406193" sldId="2147482119"/>
            <ac:grpSpMk id="26" creationId="{BF1CD8B9-EE57-B2E9-981B-3CC004C4DEAA}"/>
          </ac:grpSpMkLst>
        </pc:grpChg>
        <pc:grpChg chg="add 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27" creationId="{0D71076C-5955-E6E1-D5B4-64A4C94F3033}"/>
          </ac:grpSpMkLst>
        </pc:grpChg>
        <pc:grpChg chg="add mod">
          <ac:chgData name="Fernando Monrroy" userId="b98b761b-33af-413d-9fff-50a6768f6576" providerId="ADAL" clId="{B838F824-AFE3-4109-9EDE-E62B414B9900}" dt="2025-08-11T15:03:42.089" v="873" actId="1076"/>
          <ac:grpSpMkLst>
            <pc:docMk/>
            <pc:sldMk cId="3319406193" sldId="2147482119"/>
            <ac:grpSpMk id="31" creationId="{2EFAE740-53C4-DEB2-80C1-7FCFD2A425DB}"/>
          </ac:grpSpMkLst>
        </pc:grpChg>
        <pc:picChg chg="mod topLvl">
          <ac:chgData name="Fernando Monrroy" userId="b98b761b-33af-413d-9fff-50a6768f6576" providerId="ADAL" clId="{B838F824-AFE3-4109-9EDE-E62B414B9900}" dt="2025-08-11T15:03:19.491" v="868" actId="164"/>
          <ac:picMkLst>
            <pc:docMk/>
            <pc:sldMk cId="3319406193" sldId="2147482119"/>
            <ac:picMk id="11" creationId="{6F90FE9B-501E-227B-37D2-5121C8D35327}"/>
          </ac:picMkLst>
        </pc:picChg>
        <pc:picChg chg="del mod">
          <ac:chgData name="Fernando Monrroy" userId="b98b761b-33af-413d-9fff-50a6768f6576" providerId="ADAL" clId="{B838F824-AFE3-4109-9EDE-E62B414B9900}" dt="2025-08-11T14:55:06.621" v="487" actId="478"/>
          <ac:picMkLst>
            <pc:docMk/>
            <pc:sldMk cId="3319406193" sldId="2147482119"/>
            <ac:picMk id="14" creationId="{D2B06FE3-BA91-7371-B939-DB2A8944BA37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6" creationId="{11399F01-FE7A-7EE2-E2A6-BB9ADF1A99A1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7" creationId="{B0B65CB2-560C-52A4-2FBD-B3131049852A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8" creationId="{FE0CE547-EF7A-BE04-77E8-258DDE7A2F7B}"/>
          </ac:picMkLst>
        </pc:picChg>
        <pc:picChg chg="mod">
          <ac:chgData name="Fernando Monrroy" userId="b98b761b-33af-413d-9fff-50a6768f6576" providerId="ADAL" clId="{B838F824-AFE3-4109-9EDE-E62B414B9900}" dt="2025-08-11T14:55:12.679" v="488" actId="165"/>
          <ac:picMkLst>
            <pc:docMk/>
            <pc:sldMk cId="3319406193" sldId="2147482119"/>
            <ac:picMk id="19" creationId="{B05B218E-6E79-1B2E-D1CD-FE5E018C8D03}"/>
          </ac:picMkLst>
        </pc:picChg>
        <pc:picChg chg="add del mod">
          <ac:chgData name="Fernando Monrroy" userId="b98b761b-33af-413d-9fff-50a6768f6576" providerId="ADAL" clId="{B838F824-AFE3-4109-9EDE-E62B414B9900}" dt="2025-08-11T14:56:28.015" v="500" actId="27803"/>
          <ac:picMkLst>
            <pc:docMk/>
            <pc:sldMk cId="3319406193" sldId="2147482119"/>
            <ac:picMk id="21" creationId="{0A7F1427-2573-1605-E63B-808093838F3F}"/>
          </ac:picMkLst>
        </pc:picChg>
        <pc:cxnChg chg="mod">
          <ac:chgData name="Fernando Monrroy" userId="b98b761b-33af-413d-9fff-50a6768f6576" providerId="ADAL" clId="{B838F824-AFE3-4109-9EDE-E62B414B9900}" dt="2025-08-11T15:03:19.491" v="868" actId="164"/>
          <ac:cxnSpMkLst>
            <pc:docMk/>
            <pc:sldMk cId="3319406193" sldId="2147482119"/>
            <ac:cxnSpMk id="13" creationId="{2CB2FF91-307B-5842-A14E-FFF3B538FF9D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2T14:59:47.788" v="2412" actId="27918"/>
        <pc:sldMkLst>
          <pc:docMk/>
          <pc:sldMk cId="3932684776" sldId="2147482120"/>
        </pc:sldMkLst>
        <pc:spChg chg="add del mod">
          <ac:chgData name="Fernando Monrroy" userId="b98b761b-33af-413d-9fff-50a6768f6576" providerId="ADAL" clId="{B838F824-AFE3-4109-9EDE-E62B414B9900}" dt="2025-08-11T15:05:27.273" v="887" actId="478"/>
          <ac:spMkLst>
            <pc:docMk/>
            <pc:sldMk cId="3932684776" sldId="2147482120"/>
            <ac:spMk id="2" creationId="{7F81C025-D177-1BE4-0AE0-314D31FE7C71}"/>
          </ac:spMkLst>
        </pc:spChg>
        <pc:spChg chg="add 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7" creationId="{1AD36799-A14B-87B1-30CF-F6D1D550ACF7}"/>
          </ac:spMkLst>
        </pc:spChg>
        <pc:spChg chg="add 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10" creationId="{ED7D117A-F87E-1829-9EBC-B897F9CDBDEE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18" creationId="{40F02FC0-66F0-0CCB-DF3E-BC4A307C5C4C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24" creationId="{555BEBF6-9EF1-CEF4-D051-1AA34BD7BAA8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36" creationId="{040D904D-6432-4F37-6941-24C420901FF6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37" creationId="{883F1395-6F58-C281-30BC-F7F653D7EA0B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39" creationId="{640C9EA5-2CFE-39FE-8823-B90AEE94FFA1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44" creationId="{FA8029C0-860C-3C1E-CE7D-F8BA51FC018C}"/>
          </ac:spMkLst>
        </pc:spChg>
        <pc:spChg chg="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47" creationId="{FDD24F50-5A5D-B036-9DC0-E8919A219C61}"/>
          </ac:spMkLst>
        </pc:spChg>
        <pc:spChg chg="add mod">
          <ac:chgData name="Fernando Monrroy" userId="b98b761b-33af-413d-9fff-50a6768f6576" providerId="ADAL" clId="{B838F824-AFE3-4109-9EDE-E62B414B9900}" dt="2025-08-11T15:04:13.248" v="877"/>
          <ac:spMkLst>
            <pc:docMk/>
            <pc:sldMk cId="3932684776" sldId="2147482120"/>
            <ac:spMk id="57" creationId="{8F57610D-68D5-BC48-206C-F15102BFED89}"/>
          </ac:spMkLst>
        </pc:spChg>
        <pc:spChg chg="add 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64" creationId="{F6EA0AE7-31A7-1F30-8A8F-69F650ABBB65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71" creationId="{650C6E82-91CE-1D21-C9D4-AA75679E3E5D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74" creationId="{D998F99D-75E9-EBB0-003E-4C96193B9C03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84" creationId="{10D865DB-0F11-7297-DB4F-F904C4350474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92" creationId="{3AF019DC-0297-455F-7B94-191821904E32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97" creationId="{274C4792-8629-B349-FB58-428AC5E03D73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99" creationId="{F870F00C-DCD9-7A30-9BC7-96C01D988EDE}"/>
          </ac:spMkLst>
        </pc:spChg>
        <pc:spChg chg="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101" creationId="{AD8698FF-79F5-6803-8371-4B47EC668AC1}"/>
          </ac:spMkLst>
        </pc:spChg>
        <pc:spChg chg="add 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107" creationId="{05B8AA22-BEB0-9E78-3CA6-664FE4A2524C}"/>
          </ac:spMkLst>
        </pc:spChg>
        <pc:spChg chg="add mod">
          <ac:chgData name="Fernando Monrroy" userId="b98b761b-33af-413d-9fff-50a6768f6576" providerId="ADAL" clId="{B838F824-AFE3-4109-9EDE-E62B414B9900}" dt="2025-08-11T15:04:30.475" v="879"/>
          <ac:spMkLst>
            <pc:docMk/>
            <pc:sldMk cId="3932684776" sldId="2147482120"/>
            <ac:spMk id="109" creationId="{701DA83D-ADA5-66BA-B720-19488178D1E5}"/>
          </ac:spMkLst>
        </pc:spChg>
        <pc:spChg chg="add del mod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1" creationId="{2E29DE67-30B9-D004-AB79-551991A0A809}"/>
          </ac:spMkLst>
        </pc:spChg>
        <pc:spChg chg="add 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2" creationId="{7C7A7EA9-8010-B1C2-D4BD-40782B37DAEB}"/>
          </ac:spMkLst>
        </pc:spChg>
        <pc:spChg chg="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3" creationId="{794AFA2C-27F4-37D4-6C7C-3B3276926A04}"/>
          </ac:spMkLst>
        </pc:spChg>
        <pc:spChg chg="add del mod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4" creationId="{F956779B-174E-5960-433B-F493A184EB03}"/>
          </ac:spMkLst>
        </pc:spChg>
        <pc:spChg chg="add 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5" creationId="{C2AE4652-06B8-F874-A5B6-9792EB21718D}"/>
          </ac:spMkLst>
        </pc:spChg>
        <pc:spChg chg="add del mod">
          <ac:chgData name="Fernando Monrroy" userId="b98b761b-33af-413d-9fff-50a6768f6576" providerId="ADAL" clId="{B838F824-AFE3-4109-9EDE-E62B414B9900}" dt="2025-08-11T15:05:27.273" v="887" actId="478"/>
          <ac:spMkLst>
            <pc:docMk/>
            <pc:sldMk cId="3932684776" sldId="2147482120"/>
            <ac:spMk id="116" creationId="{28447F37-EB2B-D769-032B-91A685AC36EB}"/>
          </ac:spMkLst>
        </pc:spChg>
        <pc:spChg chg="add del">
          <ac:chgData name="Fernando Monrroy" userId="b98b761b-33af-413d-9fff-50a6768f6576" providerId="ADAL" clId="{B838F824-AFE3-4109-9EDE-E62B414B9900}" dt="2025-08-11T15:05:27.273" v="887" actId="478"/>
          <ac:spMkLst>
            <pc:docMk/>
            <pc:sldMk cId="3932684776" sldId="2147482120"/>
            <ac:spMk id="118" creationId="{382709A3-E532-CB20-2BD8-638E66D52B68}"/>
          </ac:spMkLst>
        </pc:spChg>
        <pc:spChg chg="add 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19" creationId="{1513B4B2-510B-B7AC-EDC4-53BF649B98EF}"/>
          </ac:spMkLst>
        </pc:spChg>
        <pc:spChg chg="add del mod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20" creationId="{DC88D76D-55A0-6CBB-3F70-1710A48BFD2C}"/>
          </ac:spMkLst>
        </pc:spChg>
        <pc:spChg chg="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21" creationId="{59EAE8AA-5BE3-986B-9011-ADBCACA07AC6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23" creationId="{764B6053-5CB2-A2CF-29B8-DE0C4B149EF5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26" creationId="{190DCCF0-AF75-515E-FCB2-786E58C73471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33" creationId="{F8A4F8E1-323B-104A-EF41-176BD895CAB7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44" creationId="{5AA1DB90-9B70-301A-CB11-51F5971B469C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45" creationId="{9F1C0B3A-4A69-E113-D4E6-AF1C8D1D3C8D}"/>
          </ac:spMkLst>
        </pc:spChg>
        <pc:spChg chg="add 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47" creationId="{191B2DAC-B7B9-631D-F800-CB1D539BE81B}"/>
          </ac:spMkLst>
        </pc:spChg>
        <pc:spChg chg="mod">
          <ac:chgData name="Fernando Monrroy" userId="b98b761b-33af-413d-9fff-50a6768f6576" providerId="ADAL" clId="{B838F824-AFE3-4109-9EDE-E62B414B9900}" dt="2025-08-11T15:04:44.589" v="880"/>
          <ac:spMkLst>
            <pc:docMk/>
            <pc:sldMk cId="3932684776" sldId="2147482120"/>
            <ac:spMk id="149" creationId="{328F0326-4E0D-A614-4316-6B93C47B42B0}"/>
          </ac:spMkLst>
        </pc:spChg>
        <pc:spChg chg="del">
          <ac:chgData name="Fernando Monrroy" userId="b98b761b-33af-413d-9fff-50a6768f6576" providerId="ADAL" clId="{B838F824-AFE3-4109-9EDE-E62B414B9900}" dt="2025-08-11T15:05:26.546" v="886" actId="478"/>
          <ac:spMkLst>
            <pc:docMk/>
            <pc:sldMk cId="3932684776" sldId="2147482120"/>
            <ac:spMk id="159" creationId="{53723F31-55C6-88D3-E66B-5C2B975ABD7A}"/>
          </ac:spMkLst>
        </pc:spChg>
        <pc:spChg chg="del">
          <ac:chgData name="Fernando Monrroy" userId="b98b761b-33af-413d-9fff-50a6768f6576" providerId="ADAL" clId="{B838F824-AFE3-4109-9EDE-E62B414B9900}" dt="2025-08-11T15:05:32.955" v="888" actId="478"/>
          <ac:spMkLst>
            <pc:docMk/>
            <pc:sldMk cId="3932684776" sldId="2147482120"/>
            <ac:spMk id="161" creationId="{5734D282-7183-4AE9-4B8E-AB1B133D4DA5}"/>
          </ac:spMkLst>
        </pc:spChg>
        <pc:spChg chg="add del">
          <ac:chgData name="Fernando Monrroy" userId="b98b761b-33af-413d-9fff-50a6768f6576" providerId="ADAL" clId="{B838F824-AFE3-4109-9EDE-E62B414B9900}" dt="2025-08-11T15:05:42.649" v="890" actId="11529"/>
          <ac:spMkLst>
            <pc:docMk/>
            <pc:sldMk cId="3932684776" sldId="2147482120"/>
            <ac:spMk id="164" creationId="{1CCC027B-5FD3-3926-F5FC-470D1FF3811A}"/>
          </ac:spMkLst>
        </pc:spChg>
        <pc:spChg chg="add mod">
          <ac:chgData name="Fernando Monrroy" userId="b98b761b-33af-413d-9fff-50a6768f6576" providerId="ADAL" clId="{B838F824-AFE3-4109-9EDE-E62B414B9900}" dt="2025-08-11T15:10:31.792" v="1035" actId="404"/>
          <ac:spMkLst>
            <pc:docMk/>
            <pc:sldMk cId="3932684776" sldId="2147482120"/>
            <ac:spMk id="165" creationId="{85BC1789-0180-5FF9-F1CF-A82AEA60A0FE}"/>
          </ac:spMkLst>
        </pc:spChg>
        <pc:spChg chg="add mod">
          <ac:chgData name="Fernando Monrroy" userId="b98b761b-33af-413d-9fff-50a6768f6576" providerId="ADAL" clId="{B838F824-AFE3-4109-9EDE-E62B414B9900}" dt="2025-08-11T15:10:24.476" v="1034" actId="113"/>
          <ac:spMkLst>
            <pc:docMk/>
            <pc:sldMk cId="3932684776" sldId="2147482120"/>
            <ac:spMk id="166" creationId="{6D19759C-B251-A141-C334-C96C382BB2A6}"/>
          </ac:spMkLst>
        </pc:spChg>
        <pc:spChg chg="add mod">
          <ac:chgData name="Fernando Monrroy" userId="b98b761b-33af-413d-9fff-50a6768f6576" providerId="ADAL" clId="{B838F824-AFE3-4109-9EDE-E62B414B9900}" dt="2025-08-12T14:40:28.317" v="2272" actId="20577"/>
          <ac:spMkLst>
            <pc:docMk/>
            <pc:sldMk cId="3932684776" sldId="2147482120"/>
            <ac:spMk id="167" creationId="{B7215349-1B07-6AEF-F6D9-32FC66A72D64}"/>
          </ac:spMkLst>
        </pc:spChg>
        <pc:spChg chg="add mod">
          <ac:chgData name="Fernando Monrroy" userId="b98b761b-33af-413d-9fff-50a6768f6576" providerId="ADAL" clId="{B838F824-AFE3-4109-9EDE-E62B414B9900}" dt="2025-08-12T14:40:40.673" v="2289" actId="20577"/>
          <ac:spMkLst>
            <pc:docMk/>
            <pc:sldMk cId="3932684776" sldId="2147482120"/>
            <ac:spMk id="168" creationId="{FEDAED1A-4636-AA8B-AEA9-5B26C505DEAD}"/>
          </ac:spMkLst>
        </pc:spChg>
        <pc:spChg chg="add mod">
          <ac:chgData name="Fernando Monrroy" userId="b98b761b-33af-413d-9fff-50a6768f6576" providerId="ADAL" clId="{B838F824-AFE3-4109-9EDE-E62B414B9900}" dt="2025-08-11T15:16:40.511" v="1161" actId="14100"/>
          <ac:spMkLst>
            <pc:docMk/>
            <pc:sldMk cId="3932684776" sldId="2147482120"/>
            <ac:spMk id="169" creationId="{EB30EC48-85A9-6249-538A-69C40A4A8AA5}"/>
          </ac:spMkLst>
        </pc:spChg>
        <pc:spChg chg="add mod">
          <ac:chgData name="Fernando Monrroy" userId="b98b761b-33af-413d-9fff-50a6768f6576" providerId="ADAL" clId="{B838F824-AFE3-4109-9EDE-E62B414B9900}" dt="2025-08-11T15:18:30.757" v="1187" actId="14100"/>
          <ac:spMkLst>
            <pc:docMk/>
            <pc:sldMk cId="3932684776" sldId="2147482120"/>
            <ac:spMk id="170" creationId="{2731C763-6B1D-A929-4E3B-D3C9D4F216EC}"/>
          </ac:spMkLst>
        </pc:spChg>
        <pc:spChg chg="add mod">
          <ac:chgData name="Fernando Monrroy" userId="b98b761b-33af-413d-9fff-50a6768f6576" providerId="ADAL" clId="{B838F824-AFE3-4109-9EDE-E62B414B9900}" dt="2025-08-11T15:17:43.019" v="1179" actId="1076"/>
          <ac:spMkLst>
            <pc:docMk/>
            <pc:sldMk cId="3932684776" sldId="2147482120"/>
            <ac:spMk id="171" creationId="{3D134825-6818-8418-8879-3642287521B5}"/>
          </ac:spMkLst>
        </pc:spChg>
        <pc:spChg chg="add mod">
          <ac:chgData name="Fernando Monrroy" userId="b98b761b-33af-413d-9fff-50a6768f6576" providerId="ADAL" clId="{B838F824-AFE3-4109-9EDE-E62B414B9900}" dt="2025-08-11T15:18:37.806" v="1189" actId="14100"/>
          <ac:spMkLst>
            <pc:docMk/>
            <pc:sldMk cId="3932684776" sldId="2147482120"/>
            <ac:spMk id="172" creationId="{1A925A77-9C8C-40E5-DBDA-A67D8AF36C6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4" creationId="{3CAAC72E-BB22-ECC7-177E-79AFD0C78729}"/>
          </ac:spMkLst>
        </pc:spChg>
        <pc:spChg chg="mod">
          <ac:chgData name="Fernando Monrroy" userId="b98b761b-33af-413d-9fff-50a6768f6576" providerId="ADAL" clId="{B838F824-AFE3-4109-9EDE-E62B414B9900}" dt="2025-08-11T15:19:14.409" v="1206" actId="20577"/>
          <ac:spMkLst>
            <pc:docMk/>
            <pc:sldMk cId="3932684776" sldId="2147482120"/>
            <ac:spMk id="176" creationId="{92136B72-94FB-4E53-9422-7E1439E4365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9" creationId="{D3984530-E5A7-9910-C190-1A3AED46CEF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4" creationId="{46EE89CF-6FE3-E408-BDD9-59B36E1EF03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8" creationId="{B3AEC923-C88A-3204-7370-A7F17E858BC9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9" creationId="{F2B42C6E-8B6C-8F5D-A12E-7CB68806511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3" creationId="{0581B8A5-6F62-ECFC-6EBF-51EED6398D33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4" creationId="{9F22A0BC-297F-4320-1444-46A1A6B7837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5" creationId="{BD34CE1F-F126-4B63-1D75-2600E0DB639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7" creationId="{F5502B27-8F9B-A425-DC05-9DB25CB966E1}"/>
          </ac:spMkLst>
        </pc:spChg>
        <pc:spChg chg="del mod">
          <ac:chgData name="Fernando Monrroy" userId="b98b761b-33af-413d-9fff-50a6768f6576" providerId="ADAL" clId="{B838F824-AFE3-4109-9EDE-E62B414B9900}" dt="2025-08-11T15:12:10.929" v="1105" actId="478"/>
          <ac:spMkLst>
            <pc:docMk/>
            <pc:sldMk cId="3932684776" sldId="2147482120"/>
            <ac:spMk id="199" creationId="{E61D7433-AE21-D81A-863C-EA8FA2B157B1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0" creationId="{6D86A31C-8522-6B74-F7C9-55BCAEF82F98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1" creationId="{4E9ED5EC-CE50-F9F9-88BF-51CEC0EBEC54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2" creationId="{CDC72BC2-239E-B1B6-31A8-81D735DD26F3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3" creationId="{A3544688-EECC-89DD-95DA-E593E5F4D722}"/>
          </ac:spMkLst>
        </pc:spChg>
        <pc:spChg chg="add del mod">
          <ac:chgData name="Fernando Monrroy" userId="b98b761b-33af-413d-9fff-50a6768f6576" providerId="ADAL" clId="{B838F824-AFE3-4109-9EDE-E62B414B9900}" dt="2025-08-11T15:12:06.125" v="1104" actId="20577"/>
          <ac:spMkLst>
            <pc:docMk/>
            <pc:sldMk cId="3932684776" sldId="2147482120"/>
            <ac:spMk id="204" creationId="{6051D5E0-6D03-B454-CF61-A5D2D345372A}"/>
          </ac:spMkLst>
        </pc:spChg>
        <pc:spChg chg="del mod">
          <ac:chgData name="Fernando Monrroy" userId="b98b761b-33af-413d-9fff-50a6768f6576" providerId="ADAL" clId="{B838F824-AFE3-4109-9EDE-E62B414B9900}" dt="2025-08-11T15:11:56.696" v="1098" actId="478"/>
          <ac:spMkLst>
            <pc:docMk/>
            <pc:sldMk cId="3932684776" sldId="2147482120"/>
            <ac:spMk id="205" creationId="{F75C4EF9-1F0B-C303-288F-FDF803294C6D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19" creationId="{9B70DF7B-F2FA-3553-2CBC-1EF5F9F93FED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20" creationId="{8CF0A0FA-E2FB-F412-7D37-E627CFF13CE0}"/>
          </ac:spMkLst>
        </pc:spChg>
        <pc:grpChg chg="add mod">
          <ac:chgData name="Fernando Monrroy" userId="b98b761b-33af-413d-9fff-50a6768f6576" providerId="ADAL" clId="{B838F824-AFE3-4109-9EDE-E62B414B9900}" dt="2025-08-11T15:12:16.924" v="1107" actId="1076"/>
          <ac:grpSpMkLst>
            <pc:docMk/>
            <pc:sldMk cId="3932684776" sldId="2147482120"/>
            <ac:grpSpMk id="198" creationId="{7D70BF79-8B25-BCA7-CBC1-90B89263CE7D}"/>
          </ac:grpSpMkLst>
        </pc:grpChg>
        <pc:grpChg chg="add mod">
          <ac:chgData name="Fernando Monrroy" userId="b98b761b-33af-413d-9fff-50a6768f6576" providerId="ADAL" clId="{B838F824-AFE3-4109-9EDE-E62B414B9900}" dt="2025-08-11T15:16:18.429" v="1158" actId="14100"/>
          <ac:grpSpMkLst>
            <pc:docMk/>
            <pc:sldMk cId="3932684776" sldId="2147482120"/>
            <ac:grpSpMk id="218" creationId="{FD86B67E-274B-AD57-1DAE-9CD09CD9F765}"/>
          </ac:grpSpMkLst>
        </pc:grpChg>
        <pc:graphicFrameChg chg="add mod">
          <ac:chgData name="Fernando Monrroy" userId="b98b761b-33af-413d-9fff-50a6768f6576" providerId="ADAL" clId="{B838F824-AFE3-4109-9EDE-E62B414B9900}" dt="2025-08-12T14:47:13.884" v="2393" actId="207"/>
          <ac:graphicFrameMkLst>
            <pc:docMk/>
            <pc:sldMk cId="3932684776" sldId="2147482120"/>
            <ac:graphicFrameMk id="7" creationId="{92437110-A562-A844-F425-348E51F7A54F}"/>
          </ac:graphicFrameMkLst>
        </pc:graphicFrameChg>
        <pc:graphicFrameChg chg="add mod modGraphic">
          <ac:chgData name="Fernando Monrroy" userId="b98b761b-33af-413d-9fff-50a6768f6576" providerId="ADAL" clId="{B838F824-AFE3-4109-9EDE-E62B414B9900}" dt="2025-08-12T14:47:21.636" v="2394" actId="14100"/>
          <ac:graphicFrameMkLst>
            <pc:docMk/>
            <pc:sldMk cId="3932684776" sldId="2147482120"/>
            <ac:graphicFrameMk id="8" creationId="{70B25A23-DDCC-FA70-FF04-EF421FA10B3E}"/>
          </ac:graphicFrameMkLst>
        </pc:graphicFrameChg>
        <pc:graphicFrameChg chg="add mod">
          <ac:chgData name="Fernando Monrroy" userId="b98b761b-33af-413d-9fff-50a6768f6576" providerId="ADAL" clId="{B838F824-AFE3-4109-9EDE-E62B414B9900}" dt="2025-08-12T14:57:35.143" v="2396"/>
          <ac:graphicFrameMkLst>
            <pc:docMk/>
            <pc:sldMk cId="3932684776" sldId="2147482120"/>
            <ac:graphicFrameMk id="9" creationId="{A56D2BB1-E52C-F096-53B9-76A63C786BC1}"/>
          </ac:graphicFrameMkLst>
        </pc:graphicFrameChg>
        <pc:graphicFrameChg chg="add mod">
          <ac:chgData name="Fernando Monrroy" userId="b98b761b-33af-413d-9fff-50a6768f6576" providerId="ADAL" clId="{B838F824-AFE3-4109-9EDE-E62B414B9900}" dt="2025-08-12T14:59:41.176" v="2408" actId="692"/>
          <ac:graphicFrameMkLst>
            <pc:docMk/>
            <pc:sldMk cId="3932684776" sldId="2147482120"/>
            <ac:graphicFrameMk id="10" creationId="{8C020F0B-A0A8-3D0D-5126-D0E09C9D30BC}"/>
          </ac:graphicFrameMkLst>
        </pc:graphicFrameChg>
        <pc:graphicFrameChg chg="add mod">
          <ac:chgData name="Fernando Monrroy" userId="b98b761b-33af-413d-9fff-50a6768f6576" providerId="ADAL" clId="{B838F824-AFE3-4109-9EDE-E62B414B9900}" dt="2025-08-11T15:12:47.658" v="1115" actId="1076"/>
          <ac:graphicFrameMkLst>
            <pc:docMk/>
            <pc:sldMk cId="3932684776" sldId="2147482120"/>
            <ac:graphicFrameMk id="208" creationId="{6C8D9979-3688-7898-4CD0-CAE7DF655404}"/>
          </ac:graphicFrameMkLst>
        </pc:graphicFrameChg>
        <pc:graphicFrameChg chg="add del mod">
          <ac:chgData name="Fernando Monrroy" userId="b98b761b-33af-413d-9fff-50a6768f6576" providerId="ADAL" clId="{B838F824-AFE3-4109-9EDE-E62B414B9900}" dt="2025-08-12T14:57:24.708" v="2395" actId="478"/>
          <ac:graphicFrameMkLst>
            <pc:docMk/>
            <pc:sldMk cId="3932684776" sldId="2147482120"/>
            <ac:graphicFrameMk id="216" creationId="{21DFB0B2-3209-FB09-21BB-1656F7FD7874}"/>
          </ac:graphicFrameMkLst>
        </pc:graphicFrameChg>
        <pc:picChg chg="add mod">
          <ac:chgData name="Fernando Monrroy" userId="b98b761b-33af-413d-9fff-50a6768f6576" providerId="ADAL" clId="{B838F824-AFE3-4109-9EDE-E62B414B9900}" dt="2025-08-12T14:59:01.791" v="2404" actId="1076"/>
          <ac:picMkLst>
            <pc:docMk/>
            <pc:sldMk cId="3932684776" sldId="2147482120"/>
            <ac:picMk id="11" creationId="{6488E5A2-0EC1-9189-8FB4-0B270CB6626E}"/>
          </ac:picMkLst>
        </pc:picChg>
        <pc:picChg chg="add del">
          <ac:chgData name="Fernando Monrroy" userId="b98b761b-33af-413d-9fff-50a6768f6576" providerId="ADAL" clId="{B838F824-AFE3-4109-9EDE-E62B414B9900}" dt="2025-08-11T15:05:00.738" v="882" actId="478"/>
          <ac:picMkLst>
            <pc:docMk/>
            <pc:sldMk cId="3932684776" sldId="2147482120"/>
            <ac:picMk id="160" creationId="{CE3ABCB4-EB38-FEEA-4AC4-23DF6A3063FB}"/>
          </ac:picMkLst>
        </pc:picChg>
        <pc:picChg chg="add del mod">
          <ac:chgData name="Fernando Monrroy" userId="b98b761b-33af-413d-9fff-50a6768f6576" providerId="ADAL" clId="{B838F824-AFE3-4109-9EDE-E62B414B9900}" dt="2025-08-12T14:39:23.237" v="2201" actId="478"/>
          <ac:picMkLst>
            <pc:docMk/>
            <pc:sldMk cId="3932684776" sldId="2147482120"/>
            <ac:picMk id="217" creationId="{E5BC0F94-B75A-199B-2A38-3B5FBC5F7779}"/>
          </ac:picMkLst>
        </pc:picChg>
        <pc:cxnChg chg="mod">
          <ac:chgData name="Fernando Monrroy" userId="b98b761b-33af-413d-9fff-50a6768f6576" providerId="ADAL" clId="{B838F824-AFE3-4109-9EDE-E62B414B9900}" dt="2025-08-11T15:12:57.866" v="1118" actId="14100"/>
          <ac:cxnSpMkLst>
            <pc:docMk/>
            <pc:sldMk cId="3932684776" sldId="2147482120"/>
            <ac:cxnSpMk id="206" creationId="{14AB50F1-4F8D-12F1-282C-EB22F4EE7465}"/>
          </ac:cxnSpMkLst>
        </pc:cxnChg>
        <pc:cxnChg chg="add mod">
          <ac:chgData name="Fernando Monrroy" userId="b98b761b-33af-413d-9fff-50a6768f6576" providerId="ADAL" clId="{B838F824-AFE3-4109-9EDE-E62B414B9900}" dt="2025-08-11T15:12:54.632" v="1117" actId="14100"/>
          <ac:cxnSpMkLst>
            <pc:docMk/>
            <pc:sldMk cId="3932684776" sldId="2147482120"/>
            <ac:cxnSpMk id="207" creationId="{83778E38-707C-DCC4-A6F7-440396A924F2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2T15:53:44.462" v="2441" actId="20577"/>
        <pc:sldMkLst>
          <pc:docMk/>
          <pc:sldMk cId="3106810788" sldId="2147482121"/>
        </pc:sldMkLst>
        <pc:spChg chg="mod">
          <ac:chgData name="Fernando Monrroy" userId="b98b761b-33af-413d-9fff-50a6768f6576" providerId="ADAL" clId="{B838F824-AFE3-4109-9EDE-E62B414B9900}" dt="2025-08-11T15:19:40.202" v="1215" actId="20577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B838F824-AFE3-4109-9EDE-E62B414B9900}" dt="2025-08-12T15:53:44.462" v="2441" actId="20577"/>
          <ac:spMkLst>
            <pc:docMk/>
            <pc:sldMk cId="3106810788" sldId="2147482121"/>
            <ac:spMk id="5" creationId="{740C2AB2-BF72-C000-EFCF-1BBAF0E10698}"/>
          </ac:spMkLst>
        </pc:spChg>
        <pc:spChg chg="del">
          <ac:chgData name="Fernando Monrroy" userId="b98b761b-33af-413d-9fff-50a6768f6576" providerId="ADAL" clId="{B838F824-AFE3-4109-9EDE-E62B414B9900}" dt="2025-08-11T15:19:34.623" v="1208" actId="478"/>
          <ac:spMkLst>
            <pc:docMk/>
            <pc:sldMk cId="3106810788" sldId="2147482121"/>
            <ac:spMk id="6" creationId="{BFF15D2F-AC81-1F57-0401-1A25DE95AD50}"/>
          </ac:spMkLst>
        </pc:spChg>
        <pc:spChg chg="del mod">
          <ac:chgData name="Fernando Monrroy" userId="b98b761b-33af-413d-9fff-50a6768f6576" providerId="ADAL" clId="{B838F824-AFE3-4109-9EDE-E62B414B9900}" dt="2025-08-11T15:29:36.145" v="1569"/>
          <ac:spMkLst>
            <pc:docMk/>
            <pc:sldMk cId="3106810788" sldId="2147482121"/>
            <ac:spMk id="8" creationId="{6B74F2AB-97DB-5409-C1E0-ED312D9A5B6C}"/>
          </ac:spMkLst>
        </pc:spChg>
        <pc:spChg chg="mod">
          <ac:chgData name="Fernando Monrroy" userId="b98b761b-33af-413d-9fff-50a6768f6576" providerId="ADAL" clId="{B838F824-AFE3-4109-9EDE-E62B414B9900}" dt="2025-08-11T15:28:11.640" v="1507" actId="21"/>
          <ac:spMkLst>
            <pc:docMk/>
            <pc:sldMk cId="3106810788" sldId="2147482121"/>
            <ac:spMk id="9" creationId="{7C5F8541-93A6-5E3B-FAB2-F8B1CDF979F2}"/>
          </ac:spMkLst>
        </pc:spChg>
        <pc:spChg chg="mod">
          <ac:chgData name="Fernando Monrroy" userId="b98b761b-33af-413d-9fff-50a6768f6576" providerId="ADAL" clId="{B838F824-AFE3-4109-9EDE-E62B414B9900}" dt="2025-08-11T15:28:14.764" v="1509" actId="21"/>
          <ac:spMkLst>
            <pc:docMk/>
            <pc:sldMk cId="3106810788" sldId="2147482121"/>
            <ac:spMk id="10" creationId="{5E57A290-CEEC-C438-A7CC-315655E19EDC}"/>
          </ac:spMkLst>
        </pc:spChg>
        <pc:spChg chg="add mod">
          <ac:chgData name="Fernando Monrroy" userId="b98b761b-33af-413d-9fff-50a6768f6576" providerId="ADAL" clId="{B838F824-AFE3-4109-9EDE-E62B414B9900}" dt="2025-08-11T15:28:17.965" v="1511" actId="21"/>
          <ac:spMkLst>
            <pc:docMk/>
            <pc:sldMk cId="3106810788" sldId="2147482121"/>
            <ac:spMk id="11" creationId="{CE8FA8D6-A57E-4AEA-4601-463842811E78}"/>
          </ac:spMkLst>
        </pc:spChg>
        <pc:spChg chg="mod">
          <ac:chgData name="Fernando Monrroy" userId="b98b761b-33af-413d-9fff-50a6768f6576" providerId="ADAL" clId="{B838F824-AFE3-4109-9EDE-E62B414B9900}" dt="2025-08-11T15:28:20.803" v="1513" actId="21"/>
          <ac:spMkLst>
            <pc:docMk/>
            <pc:sldMk cId="3106810788" sldId="2147482121"/>
            <ac:spMk id="12" creationId="{7EAFD483-F2C9-3CEF-9339-7E7CE18F33DD}"/>
          </ac:spMkLst>
        </pc:spChg>
        <pc:spChg chg="add mod">
          <ac:chgData name="Fernando Monrroy" userId="b98b761b-33af-413d-9fff-50a6768f6576" providerId="ADAL" clId="{B838F824-AFE3-4109-9EDE-E62B414B9900}" dt="2025-08-11T15:20:57.193" v="1232" actId="164"/>
          <ac:spMkLst>
            <pc:docMk/>
            <pc:sldMk cId="3106810788" sldId="2147482121"/>
            <ac:spMk id="14" creationId="{3DAC2398-29C1-A8F4-56B7-03C3CFFEB267}"/>
          </ac:spMkLst>
        </pc:spChg>
        <pc:spChg chg="add mod">
          <ac:chgData name="Fernando Monrroy" userId="b98b761b-33af-413d-9fff-50a6768f6576" providerId="ADAL" clId="{B838F824-AFE3-4109-9EDE-E62B414B9900}" dt="2025-08-11T15:28:07.819" v="1505" actId="21"/>
          <ac:spMkLst>
            <pc:docMk/>
            <pc:sldMk cId="3106810788" sldId="2147482121"/>
            <ac:spMk id="15" creationId="{998F80AF-766D-EF6F-910C-5BBA52C0F5B9}"/>
          </ac:spMkLst>
        </pc:spChg>
        <pc:spChg chg="add del mod">
          <ac:chgData name="Fernando Monrroy" userId="b98b761b-33af-413d-9fff-50a6768f6576" providerId="ADAL" clId="{B838F824-AFE3-4109-9EDE-E62B414B9900}" dt="2025-08-11T15:34:14.802" v="1689" actId="478"/>
          <ac:spMkLst>
            <pc:docMk/>
            <pc:sldMk cId="3106810788" sldId="2147482121"/>
            <ac:spMk id="16" creationId="{5C568628-1437-916B-EAFD-9B6E35BEFE12}"/>
          </ac:spMkLst>
        </pc:spChg>
        <pc:spChg chg="del">
          <ac:chgData name="Fernando Monrroy" userId="b98b761b-33af-413d-9fff-50a6768f6576" providerId="ADAL" clId="{B838F824-AFE3-4109-9EDE-E62B414B9900}" dt="2025-08-11T15:34:14.802" v="1689" actId="478"/>
          <ac:spMkLst>
            <pc:docMk/>
            <pc:sldMk cId="3106810788" sldId="2147482121"/>
            <ac:spMk id="17" creationId="{676A2C96-A379-6F5E-5399-DB89D2FB1E61}"/>
          </ac:spMkLst>
        </pc:spChg>
        <pc:spChg chg="del">
          <ac:chgData name="Fernando Monrroy" userId="b98b761b-33af-413d-9fff-50a6768f6576" providerId="ADAL" clId="{B838F824-AFE3-4109-9EDE-E62B414B9900}" dt="2025-08-11T15:34:14.802" v="1689" actId="478"/>
          <ac:spMkLst>
            <pc:docMk/>
            <pc:sldMk cId="3106810788" sldId="2147482121"/>
            <ac:spMk id="18" creationId="{08F93410-45D7-E6DA-6E44-6359A5127465}"/>
          </ac:spMkLst>
        </pc:spChg>
        <pc:spChg chg="add mod">
          <ac:chgData name="Fernando Monrroy" userId="b98b761b-33af-413d-9fff-50a6768f6576" providerId="ADAL" clId="{B838F824-AFE3-4109-9EDE-E62B414B9900}" dt="2025-08-11T15:21:06.289" v="1233" actId="164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B838F824-AFE3-4109-9EDE-E62B414B9900}" dt="2025-08-11T15:21:10.538" v="1234" actId="164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B838F824-AFE3-4109-9EDE-E62B414B9900}" dt="2025-08-11T15:21:20.295" v="1235" actId="164"/>
          <ac:spMkLst>
            <pc:docMk/>
            <pc:sldMk cId="3106810788" sldId="2147482121"/>
            <ac:spMk id="21" creationId="{2ED1EDDC-7E6A-B1D1-F9A9-D4A94A60A5E9}"/>
          </ac:spMkLst>
        </pc:spChg>
        <pc:spChg chg="add mod">
          <ac:chgData name="Fernando Monrroy" userId="b98b761b-33af-413d-9fff-50a6768f6576" providerId="ADAL" clId="{B838F824-AFE3-4109-9EDE-E62B414B9900}" dt="2025-08-11T15:21:26.576" v="1237" actId="164"/>
          <ac:spMkLst>
            <pc:docMk/>
            <pc:sldMk cId="3106810788" sldId="2147482121"/>
            <ac:spMk id="22" creationId="{51BC4D1A-F60A-CC2B-2D3C-E48CDA522E1A}"/>
          </ac:spMkLst>
        </pc:spChg>
        <pc:spChg chg="mod">
          <ac:chgData name="Fernando Monrroy" userId="b98b761b-33af-413d-9fff-50a6768f6576" providerId="ADAL" clId="{B838F824-AFE3-4109-9EDE-E62B414B9900}" dt="2025-08-11T15:21:56.050" v="1245" actId="208"/>
          <ac:spMkLst>
            <pc:docMk/>
            <pc:sldMk cId="3106810788" sldId="2147482121"/>
            <ac:spMk id="23" creationId="{0F664BC3-9227-B40E-B7A0-B7991C5AC55D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0" creationId="{C1E938F8-9720-8B2C-A93B-B5BE44D9460E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1" creationId="{C5A67CA6-DAF3-B9F3-20F9-7B66EE858C11}"/>
          </ac:spMkLst>
        </pc:spChg>
        <pc:spChg chg="add 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2" creationId="{31E739F5-FD27-9153-D748-9C15B75DA737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3" creationId="{BFE442DB-5958-58CF-7EF8-332C3A7ECE0A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4" creationId="{FCADE98B-ACE1-72CB-C629-6B32A6457281}"/>
          </ac:spMkLst>
        </pc:spChg>
        <pc:spChg chg="add 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5" creationId="{820B5E2E-06CF-7FF0-45C0-963B3C2001A6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6" creationId="{50B040FF-BE00-8F7B-28FC-A0B011BAEECB}"/>
          </ac:spMkLst>
        </pc:spChg>
        <pc:spChg chg="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8" creationId="{D1A9D334-441E-E107-D28A-8D898B8E4EBA}"/>
          </ac:spMkLst>
        </pc:spChg>
        <pc:spChg chg="add 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39" creationId="{A3EBA5DC-AD7E-8816-2FD3-2A620CED607E}"/>
          </ac:spMkLst>
        </pc:spChg>
        <pc:spChg chg="add del mod">
          <ac:chgData name="Fernando Monrroy" userId="b98b761b-33af-413d-9fff-50a6768f6576" providerId="ADAL" clId="{B838F824-AFE3-4109-9EDE-E62B414B9900}" dt="2025-08-11T15:33:22.988" v="1609" actId="478"/>
          <ac:spMkLst>
            <pc:docMk/>
            <pc:sldMk cId="3106810788" sldId="2147482121"/>
            <ac:spMk id="40" creationId="{EF62F269-09AD-35BD-85CF-C9E5CDEE569E}"/>
          </ac:spMkLst>
        </pc:s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1" creationId="{A129B2B1-A31B-7283-C23F-BC776F72CD37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2" creationId="{B463A3DC-8044-41C3-B263-D58B537420C8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3" creationId="{C4293399-5F48-D560-F09A-4808081166FC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4" creationId="{FB29E5E4-D032-6CCD-F781-D814E2962C22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5" creationId="{AAAD72E6-7624-997B-80D7-AB77BBB89B84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6" creationId="{60D369D0-1DB5-1F3A-544A-94D29E785138}"/>
          </ac:grpSpMkLst>
        </pc:grpChg>
        <pc:graphicFrameChg chg="add mod modGraphic">
          <ac:chgData name="Fernando Monrroy" userId="b98b761b-33af-413d-9fff-50a6768f6576" providerId="ADAL" clId="{B838F824-AFE3-4109-9EDE-E62B414B9900}" dt="2025-08-11T16:17:18.485" v="2195" actId="20577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  <pc:graphicFrameChg chg="add del mod modGraphic">
          <ac:chgData name="Fernando Monrroy" userId="b98b761b-33af-413d-9fff-50a6768f6576" providerId="ADAL" clId="{B838F824-AFE3-4109-9EDE-E62B414B9900}" dt="2025-08-11T15:29:36.145" v="1567" actId="478"/>
          <ac:graphicFrameMkLst>
            <pc:docMk/>
            <pc:sldMk cId="3106810788" sldId="2147482121"/>
            <ac:graphicFrameMk id="50" creationId="{1AAD7A9E-CA9A-5C71-47DB-DBCB2008BD90}"/>
          </ac:graphicFrameMkLst>
        </pc:graphicFrameChg>
        <pc:picChg chg="mod">
          <ac:chgData name="Fernando Monrroy" userId="b98b761b-33af-413d-9fff-50a6768f6576" providerId="ADAL" clId="{B838F824-AFE3-4109-9EDE-E62B414B9900}" dt="2025-08-11T15:20:57.193" v="1232" actId="164"/>
          <ac:picMkLst>
            <pc:docMk/>
            <pc:sldMk cId="3106810788" sldId="2147482121"/>
            <ac:picMk id="24" creationId="{E82F3F8F-9D20-D3F5-B8A6-741A252CAE8D}"/>
          </ac:picMkLst>
        </pc:picChg>
        <pc:picChg chg="mod">
          <ac:chgData name="Fernando Monrroy" userId="b98b761b-33af-413d-9fff-50a6768f6576" providerId="ADAL" clId="{B838F824-AFE3-4109-9EDE-E62B414B9900}" dt="2025-08-11T15:21:06.289" v="1233" actId="164"/>
          <ac:picMkLst>
            <pc:docMk/>
            <pc:sldMk cId="3106810788" sldId="2147482121"/>
            <ac:picMk id="25" creationId="{CE3F989E-8951-3E1C-CE0A-2CDC5C033066}"/>
          </ac:picMkLst>
        </pc:picChg>
        <pc:picChg chg="mod">
          <ac:chgData name="Fernando Monrroy" userId="b98b761b-33af-413d-9fff-50a6768f6576" providerId="ADAL" clId="{B838F824-AFE3-4109-9EDE-E62B414B9900}" dt="2025-08-11T15:21:10.538" v="1234" actId="164"/>
          <ac:picMkLst>
            <pc:docMk/>
            <pc:sldMk cId="3106810788" sldId="2147482121"/>
            <ac:picMk id="26" creationId="{936AA124-140E-93A7-CFCF-560E25B3A85A}"/>
          </ac:picMkLst>
        </pc:picChg>
        <pc:picChg chg="mod">
          <ac:chgData name="Fernando Monrroy" userId="b98b761b-33af-413d-9fff-50a6768f6576" providerId="ADAL" clId="{B838F824-AFE3-4109-9EDE-E62B414B9900}" dt="2025-08-11T15:21:20.295" v="1235" actId="164"/>
          <ac:picMkLst>
            <pc:docMk/>
            <pc:sldMk cId="3106810788" sldId="2147482121"/>
            <ac:picMk id="27" creationId="{0E016AF0-20EA-4326-B518-A139F75E4B6A}"/>
          </ac:picMkLst>
        </pc:picChg>
        <pc:picChg chg="mod">
          <ac:chgData name="Fernando Monrroy" userId="b98b761b-33af-413d-9fff-50a6768f6576" providerId="ADAL" clId="{B838F824-AFE3-4109-9EDE-E62B414B9900}" dt="2025-08-11T15:21:26.576" v="1237" actId="164"/>
          <ac:picMkLst>
            <pc:docMk/>
            <pc:sldMk cId="3106810788" sldId="2147482121"/>
            <ac:picMk id="28" creationId="{7BA4D6EF-8A60-CDE6-9926-7F39883DAD70}"/>
          </ac:picMkLst>
        </pc:picChg>
        <pc:picChg chg="mod">
          <ac:chgData name="Fernando Monrroy" userId="b98b761b-33af-413d-9fff-50a6768f6576" providerId="ADAL" clId="{B838F824-AFE3-4109-9EDE-E62B414B9900}" dt="2025-08-11T15:21:56.050" v="1245" actId="208"/>
          <ac:picMkLst>
            <pc:docMk/>
            <pc:sldMk cId="3106810788" sldId="2147482121"/>
            <ac:picMk id="29" creationId="{842CDA09-3916-2F9D-4BA5-91CE0C762C50}"/>
          </ac:picMkLst>
        </pc:picChg>
        <pc:cxnChg chg="mod">
          <ac:chgData name="Fernando Monrroy" userId="b98b761b-33af-413d-9fff-50a6768f6576" providerId="ADAL" clId="{B838F824-AFE3-4109-9EDE-E62B414B9900}" dt="2025-08-11T15:36:43.365" v="1773" actId="1035"/>
          <ac:cxnSpMkLst>
            <pc:docMk/>
            <pc:sldMk cId="3106810788" sldId="2147482121"/>
            <ac:cxnSpMk id="7" creationId="{22F0FD51-7AA7-5130-62C9-7C353894F148}"/>
          </ac:cxnSpMkLst>
        </pc:cxnChg>
        <pc:cxnChg chg="del">
          <ac:chgData name="Fernando Monrroy" userId="b98b761b-33af-413d-9fff-50a6768f6576" providerId="ADAL" clId="{B838F824-AFE3-4109-9EDE-E62B414B9900}" dt="2025-08-11T15:21:34.377" v="1239" actId="478"/>
          <ac:cxnSpMkLst>
            <pc:docMk/>
            <pc:sldMk cId="3106810788" sldId="2147482121"/>
            <ac:cxnSpMk id="13" creationId="{8FE68DB3-5DEF-0AD9-0845-71A7B7E4C65D}"/>
          </ac:cxnSpMkLst>
        </pc:cxnChg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  <pc:spChg chg="mod">
            <ac:chgData name="Fernando Monrroy" userId="b98b761b-33af-413d-9fff-50a6768f6576" providerId="ADAL" clId="{B838F824-AFE3-4109-9EDE-E62B414B9900}" dt="2025-08-11T15:43:25.215" v="2050"/>
            <ac:spMkLst>
              <pc:docMk/>
              <pc:sldMasterMk cId="3680662798" sldId="2147483648"/>
              <pc:sldLayoutMk cId="1060461077" sldId="2147483863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7"/>
            <ac:spMkLst>
              <pc:docMk/>
              <pc:sldMasterMk cId="3680662798" sldId="2147483648"/>
              <pc:sldLayoutMk cId="1060461077" sldId="2147483863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4"/>
            <ac:spMkLst>
              <pc:docMk/>
              <pc:sldMasterMk cId="3680662798" sldId="2147483648"/>
              <pc:sldLayoutMk cId="1060461077" sldId="2147483863"/>
              <ac:spMk id="4" creationId="{9950AE92-B676-F52E-7F87-1418597EB913}"/>
            </ac:spMkLst>
          </pc:spChg>
          <pc:spChg chg="mod">
            <ac:chgData name="Fernando Monrroy" userId="b98b761b-33af-413d-9fff-50a6768f6576" providerId="ADAL" clId="{B838F824-AFE3-4109-9EDE-E62B414B9900}" dt="2025-08-11T15:43:25.215" v="2038"/>
            <ac:spMkLst>
              <pc:docMk/>
              <pc:sldMasterMk cId="3680662798" sldId="2147483648"/>
              <pc:sldLayoutMk cId="1060461077" sldId="2147483863"/>
              <ac:spMk id="7" creationId="{59C51B2C-A001-27DE-ABA0-3328CCE12A7B}"/>
            </ac:spMkLst>
          </pc:spChg>
          <pc:spChg chg="mod">
            <ac:chgData name="Fernando Monrroy" userId="b98b761b-33af-413d-9fff-50a6768f6576" providerId="ADAL" clId="{B838F824-AFE3-4109-9EDE-E62B414B9900}" dt="2025-08-11T15:43:25.215" v="2056"/>
            <ac:spMkLst>
              <pc:docMk/>
              <pc:sldMasterMk cId="3680662798" sldId="2147483648"/>
              <pc:sldLayoutMk cId="1060461077" sldId="2147483863"/>
              <ac:spMk id="8" creationId="{34A62E9B-33C3-F47A-DB13-8F29BB3125B1}"/>
            </ac:spMkLst>
          </pc:spChg>
          <pc:spChg chg="mod">
            <ac:chgData name="Fernando Monrroy" userId="b98b761b-33af-413d-9fff-50a6768f6576" providerId="ADAL" clId="{B838F824-AFE3-4109-9EDE-E62B414B9900}" dt="2025-08-11T15:43:25.215" v="2041"/>
            <ac:spMkLst>
              <pc:docMk/>
              <pc:sldMasterMk cId="3680662798" sldId="2147483648"/>
              <pc:sldLayoutMk cId="1060461077" sldId="2147483863"/>
              <ac:spMk id="11" creationId="{4E5D019C-AA62-A8CE-6450-8FB165C5A145}"/>
            </ac:spMkLst>
          </pc:spChg>
          <pc:spChg chg="mod">
            <ac:chgData name="Fernando Monrroy" userId="b98b761b-33af-413d-9fff-50a6768f6576" providerId="ADAL" clId="{B838F824-AFE3-4109-9EDE-E62B414B9900}" dt="2025-08-11T15:43:25.215" v="2053"/>
            <ac:spMkLst>
              <pc:docMk/>
              <pc:sldMasterMk cId="3680662798" sldId="2147483648"/>
              <pc:sldLayoutMk cId="1060461077" sldId="2147483863"/>
              <ac:spMk id="13" creationId="{413DB59D-2F78-ADDF-7991-8E63A4119DF7}"/>
            </ac:spMkLst>
          </pc:spChg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  <pc:spChg chg="mod">
            <ac:chgData name="Fernando Monrroy" userId="b98b761b-33af-413d-9fff-50a6768f6576" providerId="ADAL" clId="{B838F824-AFE3-4109-9EDE-E62B414B9900}" dt="2025-08-11T15:43:29.310" v="2159"/>
            <ac:spMkLst>
              <pc:docMk/>
              <pc:sldMasterMk cId="3680662798" sldId="2147483648"/>
              <pc:sldLayoutMk cId="1092033911" sldId="2147483865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6"/>
            <ac:spMkLst>
              <pc:docMk/>
              <pc:sldMasterMk cId="3680662798" sldId="2147483648"/>
              <pc:sldLayoutMk cId="1092033911" sldId="2147483865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0"/>
            <ac:spMkLst>
              <pc:docMk/>
              <pc:sldMasterMk cId="3680662798" sldId="2147483648"/>
              <pc:sldLayoutMk cId="1092033911" sldId="2147483865"/>
              <ac:spMk id="4" creationId="{D6E4C6C4-422B-CEDC-43DB-1AFEEB8913B6}"/>
            </ac:spMkLst>
          </pc:spChg>
          <pc:spChg chg="mod">
            <ac:chgData name="Fernando Monrroy" userId="b98b761b-33af-413d-9fff-50a6768f6576" providerId="ADAL" clId="{B838F824-AFE3-4109-9EDE-E62B414B9900}" dt="2025-08-11T15:43:29.310" v="2165"/>
            <ac:spMkLst>
              <pc:docMk/>
              <pc:sldMasterMk cId="3680662798" sldId="2147483648"/>
              <pc:sldLayoutMk cId="1092033911" sldId="2147483865"/>
              <ac:spMk id="5" creationId="{3205D716-6C88-8C97-0D4B-269A16E2122B}"/>
            </ac:spMkLst>
          </pc:spChg>
          <pc:spChg chg="mod">
            <ac:chgData name="Fernando Monrroy" userId="b98b761b-33af-413d-9fff-50a6768f6576" providerId="ADAL" clId="{B838F824-AFE3-4109-9EDE-E62B414B9900}" dt="2025-08-11T15:43:29.310" v="2147"/>
            <ac:spMkLst>
              <pc:docMk/>
              <pc:sldMasterMk cId="3680662798" sldId="2147483648"/>
              <pc:sldLayoutMk cId="1092033911" sldId="2147483865"/>
              <ac:spMk id="6" creationId="{BC30B4D4-F26B-B72E-FA60-D63ED90D4BF8}"/>
            </ac:spMkLst>
          </pc:spChg>
          <pc:spChg chg="mod">
            <ac:chgData name="Fernando Monrroy" userId="b98b761b-33af-413d-9fff-50a6768f6576" providerId="ADAL" clId="{B838F824-AFE3-4109-9EDE-E62B414B9900}" dt="2025-08-11T15:43:29.310" v="2153"/>
            <ac:spMkLst>
              <pc:docMk/>
              <pc:sldMasterMk cId="3680662798" sldId="2147483648"/>
              <pc:sldLayoutMk cId="1092033911" sldId="2147483865"/>
              <ac:spMk id="7" creationId="{CAB7A737-652E-4890-72A0-3C24634AB3A7}"/>
            </ac:spMkLst>
          </pc:spChg>
          <pc:spChg chg="mod">
            <ac:chgData name="Fernando Monrroy" userId="b98b761b-33af-413d-9fff-50a6768f6576" providerId="ADAL" clId="{B838F824-AFE3-4109-9EDE-E62B414B9900}" dt="2025-08-11T15:43:29.310" v="2162"/>
            <ac:spMkLst>
              <pc:docMk/>
              <pc:sldMasterMk cId="3680662798" sldId="2147483648"/>
              <pc:sldLayoutMk cId="1092033911" sldId="2147483865"/>
              <ac:spMk id="13" creationId="{61544F70-E3D0-9F87-1D9D-CDA395FD9AE3}"/>
            </ac:spMkLst>
          </pc:spChg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1-4632-A988-7D146D0656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11-4632-A988-7D146D0656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11-4632-A988-7D146D06563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11-4632-A988-7D146D0656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C-4CCC-9B78-A9F6250013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Contribución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18-4422-8440-D7EB39E17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818-4422-8440-D7EB39E17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12/08/2025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12/08/2025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Fecha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Nombre del estudio </a:t>
            </a:r>
          </a:p>
          <a:p>
            <a:r>
              <a:rPr lang="es-ES" b="1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Identificando eficiencias de Inversión en Marketing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Estatus del proyecto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Alcance / Objetivos</a:t>
            </a:r>
            <a:endParaRPr lang="es-E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Cronograma y siguientes pasos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s-E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 </a:t>
            </a:r>
            <a:r>
              <a:rPr lang="es-ES" i="1" noProof="0" dirty="0" err="1"/>
              <a:t>Overview</a:t>
            </a:r>
            <a:r>
              <a:rPr lang="es-ES" noProof="0" dirty="0"/>
              <a:t> de la Categoría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s-ES" noProof="0" dirty="0"/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Foco en la marca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Deep dive en medios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s-ES" noProof="0"/>
              <a:t>© Kantar 2025 | </a:t>
            </a:r>
            <a:fld id="{4034BEE3-566C-4068-A777-C3A4762E861B}" type="slidenum">
              <a:rPr lang="es-ES" noProof="0" smtClean="0"/>
              <a:pPr/>
              <a:t>2</a:t>
            </a:fld>
            <a:endParaRPr lang="es-ES" noProof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noProof="0"/>
              <a:t>Estatus del proyecto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E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sz="1800" dirty="0">
                <a:solidFill>
                  <a:schemeClr val="tx1">
                    <a:lumMod val="50000"/>
                  </a:schemeClr>
                </a:solidFill>
              </a:rPr>
              <a:t>Entender el impacto que los esfuerzos de marketing tienen en las ventas y/o </a:t>
            </a:r>
            <a:r>
              <a:rPr lang="es-ES" sz="1800" dirty="0" err="1">
                <a:solidFill>
                  <a:schemeClr val="tx1">
                    <a:lumMod val="50000"/>
                  </a:schemeClr>
                </a:solidFill>
              </a:rPr>
              <a:t>equity</a:t>
            </a:r>
            <a:r>
              <a:rPr lang="es-ES" sz="1800" dirty="0">
                <a:solidFill>
                  <a:schemeClr val="tx1">
                    <a:lumMod val="50000"/>
                  </a:schemeClr>
                </a:solidFill>
              </a:rPr>
              <a:t> de la marca. </a:t>
            </a:r>
            <a:endParaRPr lang="es-ES" sz="180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s-ES" dirty="0"/>
              <a:t>Para ello </a:t>
            </a:r>
            <a:r>
              <a:rPr lang="es-ES" b="1" dirty="0"/>
              <a:t>descomponemos</a:t>
            </a:r>
            <a:r>
              <a:rPr lang="es-ES" dirty="0"/>
              <a:t> el </a:t>
            </a:r>
            <a:r>
              <a:rPr lang="es-ES" b="1" dirty="0"/>
              <a:t>volumen de ventas </a:t>
            </a:r>
            <a:r>
              <a:rPr lang="es-ES" dirty="0"/>
              <a:t>y/o </a:t>
            </a:r>
            <a:r>
              <a:rPr lang="es-ES" b="1" dirty="0"/>
              <a:t>resultados de la medición </a:t>
            </a:r>
            <a:r>
              <a:rPr lang="es-ES" dirty="0"/>
              <a:t>de </a:t>
            </a:r>
            <a:r>
              <a:rPr lang="es-ES" dirty="0" err="1"/>
              <a:t>equity</a:t>
            </a:r>
            <a:r>
              <a:rPr lang="es-ES" dirty="0"/>
              <a:t> </a:t>
            </a:r>
            <a:r>
              <a:rPr lang="es-ES" b="1" dirty="0"/>
              <a:t>aislando los efectos de cada inversión</a:t>
            </a:r>
            <a:r>
              <a:rPr lang="es-ES" dirty="0"/>
              <a:t> para entender aislar el impacto cada uno de los esfuerzos de marketing de la marca.</a:t>
            </a:r>
            <a:endParaRPr lang="es-E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Impacto Directo e</a:t>
              </a:r>
              <a:r>
                <a:rPr lang="es-ES" sz="1200" b="1" kern="0" spc="-5" dirty="0">
                  <a:solidFill>
                    <a:srgbClr val="333333"/>
                  </a:solidFill>
                  <a:latin typeface="Arial"/>
                  <a:cs typeface="Arial"/>
                </a:rPr>
                <a:t>n</a:t>
              </a:r>
              <a:endParaRPr kumimoji="0" lang="es-ES" sz="12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Ventas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s-E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s-E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</a:t>
              </a:r>
              <a:r>
                <a:rPr lang="es-E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Model</a:t>
              </a:r>
              <a:endParaRPr lang="es-E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1" i="0" u="none" strike="noStrike" kern="0" cap="none" spc="-5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  <a:endParaRPr kumimoji="0" lang="es-E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s-ES" sz="1200" b="1" noProof="0" dirty="0">
                <a:solidFill>
                  <a:srgbClr val="383838"/>
                </a:solidFill>
              </a:rPr>
              <a:t>Insumos:</a:t>
            </a:r>
            <a:endParaRPr lang="es-E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s-ES" sz="1200" noProof="0" dirty="0">
                <a:solidFill>
                  <a:srgbClr val="383838"/>
                </a:solidFill>
              </a:rPr>
              <a:t>XX años de datos mensuales/semanales:</a:t>
            </a:r>
            <a:endParaRPr lang="es-E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>
                <a:solidFill>
                  <a:srgbClr val="383838"/>
                </a:solidFill>
                <a:cs typeface="Arial"/>
              </a:rPr>
              <a:t>Ventas, distribución y precio promedio de la marca.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>
                <a:solidFill>
                  <a:srgbClr val="383838"/>
                </a:solidFill>
                <a:cs typeface="Arial"/>
              </a:rPr>
              <a:t>Inversión y ejecución en medios 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dirty="0">
                <a:solidFill>
                  <a:srgbClr val="383838"/>
                </a:solidFill>
                <a:cs typeface="Arial"/>
              </a:rPr>
              <a:t>Otros esfuerzos de marketing (actividad en medios propios, lanzamientos, promociones,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dirty="0">
                <a:solidFill>
                  <a:srgbClr val="383838"/>
                </a:solidFill>
                <a:cs typeface="Arial"/>
              </a:rPr>
              <a:t>Variables macroeconómicas. </a:t>
            </a:r>
            <a:endParaRPr lang="es-ES" sz="1200" noProof="0" dirty="0">
              <a:solidFill>
                <a:srgbClr val="383838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 final, contaremos con los siguientes resultados: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/>
              <a:t>1. Descomposición de ventas / </a:t>
            </a:r>
            <a:r>
              <a:rPr lang="es-ES" sz="1400" b="0" noProof="0" dirty="0" err="1"/>
              <a:t>equity</a:t>
            </a:r>
            <a:r>
              <a:rPr lang="es-ES" sz="1400" b="0" noProof="0" dirty="0"/>
              <a:t> mensual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ES" sz="1400" dirty="0">
                <a:solidFill>
                  <a:schemeClr val="bg1"/>
                </a:solidFill>
                <a:cs typeface="Arial"/>
              </a:rPr>
              <a:t>2. Volumen incremental por tipo de inversión</a:t>
            </a:r>
            <a:endParaRPr lang="es-E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>
                <a:solidFill>
                  <a:schemeClr val="bg1"/>
                </a:solidFill>
              </a:rPr>
              <a:t>3. ROI </a:t>
            </a:r>
            <a:r>
              <a:rPr lang="es-ES" sz="1400" dirty="0">
                <a:solidFill>
                  <a:schemeClr val="bg1"/>
                </a:solidFill>
              </a:rPr>
              <a:t>y curvas de saturación </a:t>
            </a:r>
            <a:endParaRPr lang="es-E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>
                <a:solidFill>
                  <a:schemeClr val="bg1"/>
                </a:solidFill>
              </a:rPr>
              <a:t>4. Optimización 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</a:t>
              </a:r>
              <a:r>
                <a:rPr kumimoji="0" lang="es-ES" sz="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Equity</a:t>
              </a:r>
              <a:endParaRPr kumimoji="0" lang="es-E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1100" b="1" noProof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X</a:t>
              </a:r>
              <a:endParaRPr lang="es-ES" sz="1000" noProof="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106924" y="357451"/>
              <a:ext cx="100666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b="1" noProof="0" dirty="0">
                  <a:solidFill>
                    <a:schemeClr val="tx1">
                      <a:lumMod val="50000"/>
                    </a:schemeClr>
                  </a:solidFill>
                  <a:latin typeface="Arial"/>
                  <a:cs typeface="Arial"/>
                </a:rPr>
                <a:t>Ilustrativo</a:t>
              </a:r>
              <a:endParaRPr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2437110-A562-A844-F425-348E51F7A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5967588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B25A23-DDCC-FA70-FF04-EF421FA10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00048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56D2BB1-E52C-F096-53B9-76A63C786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075736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ontent Placeholder 15">
            <a:extLst>
              <a:ext uri="{FF2B5EF4-FFF2-40B4-BE49-F238E27FC236}">
                <a16:creationId xmlns:a16="http://schemas.microsoft.com/office/drawing/2014/main" id="{8C020F0B-A0A8-3D0D-5126-D0E09C9D3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60753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488E5A2-0EC1-9189-8FB4-0B270CB66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Tiempos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Tiempo promedio desde </a:t>
            </a:r>
            <a:r>
              <a:rPr lang="es-ES" dirty="0" err="1"/>
              <a:t>Kick</a:t>
            </a:r>
            <a:r>
              <a:rPr lang="es-ES" dirty="0"/>
              <a:t> Off ~ 17 Semanas 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s-E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83587"/>
              </p:ext>
            </p:extLst>
          </p:nvPr>
        </p:nvGraphicFramePr>
        <p:xfrm>
          <a:off x="305360" y="1695450"/>
          <a:ext cx="11631204" cy="431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alcance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datos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hallazgos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Diseño del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Recolección de datos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err="1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VoBo</a:t>
                      </a:r>
                      <a:r>
                        <a:rPr lang="es-ES" sz="1200" b="1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 datos</a:t>
                      </a:r>
                      <a:endParaRPr lang="es-ES" sz="1200" b="1" noProof="0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Reporte Final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Simulaciones</a:t>
                      </a:r>
                      <a:endParaRPr lang="es-E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s-E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Junta de </a:t>
                      </a:r>
                      <a:r>
                        <a:rPr lang="es-ES" sz="1100" b="0" noProof="0" dirty="0" err="1">
                          <a:solidFill>
                            <a:schemeClr val="tx2"/>
                          </a:solidFill>
                        </a:rPr>
                        <a:t>kick</a:t>
                      </a: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-off</a:t>
                      </a:r>
                      <a:endParaRPr lang="es-ES" sz="11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Recolección y validación de datos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Revisión de datos a modelar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Presentación resultados del modelo</a:t>
                      </a:r>
                      <a:endParaRPr lang="es-E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Entrega final del reporte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0" dirty="0">
                          <a:solidFill>
                            <a:schemeClr val="tx2"/>
                          </a:solidFill>
                        </a:rPr>
                        <a:t>Simulaciones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Especificaciones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Mapeo de contactos</a:t>
                      </a:r>
                      <a:endParaRPr lang="es-E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/>
                        <a:t>Descriptivos y transformación de variables 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Presentación descriptivos a cliente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 err="1"/>
                        <a:t>VoBo</a:t>
                      </a:r>
                      <a:r>
                        <a:rPr lang="es-ES" sz="1000" b="0" noProof="0" dirty="0"/>
                        <a:t> de datos por parte del cliente </a:t>
                      </a:r>
                      <a:endParaRPr lang="es-ES" sz="1000" b="0" noProof="0" dirty="0">
                        <a:cs typeface="Arial"/>
                      </a:endParaRP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Cierre y fijación de datos</a:t>
                      </a:r>
                      <a:endParaRPr lang="es-E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Presentación base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s-ES" sz="1000" b="0" noProof="0" dirty="0">
                          <a:cs typeface="Arial"/>
                        </a:rPr>
                        <a:t>Contribuciones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Revisión preliminar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00" b="0" noProof="0" dirty="0"/>
                        <a:t>Sesión de presentación de resultados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Contribuciones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Curvas de saturación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/>
                        <a:t>Escenarios de simulación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noProof="0" dirty="0"/>
                        <a:t>Semana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" sz="1000" b="1" i="0" noProof="0" dirty="0"/>
                        <a:t>Semana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noProof="0" dirty="0"/>
                        <a:t>A partir de semana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Ficha técnica del modelo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s-ES" b="1" noProof="0" dirty="0">
                <a:solidFill>
                  <a:schemeClr val="tx2"/>
                </a:solidFill>
              </a:rPr>
              <a:t>Categoría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Marca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Periodo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Periodicidad del análisis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Cortes para análisis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Cobertura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Canal de ventas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Variable dependiente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endParaRPr lang="es-ES" noProof="0" dirty="0"/>
          </a:p>
          <a:p>
            <a:endParaRPr lang="es-ES" noProof="0" dirty="0"/>
          </a:p>
          <a:p>
            <a:endParaRPr lang="es-E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s-ES" sz="1000" noProof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s-ES" noProof="0" smtClean="0"/>
              <a:pPr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91</TotalTime>
  <Words>434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Kantar template master</vt:lpstr>
      <vt:lpstr>Content slides - no sub heading</vt:lpstr>
      <vt:lpstr>Technical</vt:lpstr>
      <vt:lpstr>Identificando eficiencias de Inversión en Marketing</vt:lpstr>
      <vt:lpstr>Agenda</vt:lpstr>
      <vt:lpstr>PowerPoint Presentation</vt:lpstr>
      <vt:lpstr>Objetivo</vt:lpstr>
      <vt:lpstr>Al final, contaremos con los siguientes resultados: </vt:lpstr>
      <vt:lpstr>Tiempos</vt:lpstr>
      <vt:lpstr>Ficha técnica del modelo (1/2)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2025-08-12T15:53:49Z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