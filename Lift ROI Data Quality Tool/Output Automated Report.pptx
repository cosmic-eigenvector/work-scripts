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2.xml" ContentType="application/vnd.openxmlformats-officedocument.them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slideLayouts/slideLayout6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charts/chart48.xml" ContentType="application/vnd.openxmlformats-officedocument.drawingml.chart+xml"/>
  <Override PartName="/ppt/charts/chart49.xml" ContentType="application/vnd.openxmlformats-officedocument.drawingml.chart+xml"/>
  <Override PartName="/ppt/charts/chart50.xml" ContentType="application/vnd.openxmlformats-officedocument.drawingml.chart+xml"/>
  <Override PartName="/ppt/charts/chart51.xml" ContentType="application/vnd.openxmlformats-officedocument.drawingml.chart+xml"/>
  <Override PartName="/ppt/charts/chart52.xml" ContentType="application/vnd.openxmlformats-officedocument.drawingml.chart+xml"/>
  <Override PartName="/ppt/charts/chart53.xml" ContentType="application/vnd.openxmlformats-officedocument.drawingml.chart+xml"/>
  <Override PartName="/ppt/charts/chart54.xml" ContentType="application/vnd.openxmlformats-officedocument.drawingml.chart+xml"/>
  <Override PartName="/ppt/charts/chart55.xml" ContentType="application/vnd.openxmlformats-officedocument.drawingml.chart+xml"/>
  <Override PartName="/ppt/charts/chart56.xml" ContentType="application/vnd.openxmlformats-officedocument.drawingml.chart+xml"/>
  <Override PartName="/ppt/charts/chart57.xml" ContentType="application/vnd.openxmlformats-officedocument.drawingml.chart+xml"/>
  <Override PartName="/ppt/charts/chart58.xml" ContentType="application/vnd.openxmlformats-officedocument.drawingml.chart+xml"/>
  <Override PartName="/ppt/charts/chart59.xml" ContentType="application/vnd.openxmlformats-officedocument.drawingml.chart+xml"/>
  <Override PartName="/ppt/charts/chart60.xml" ContentType="application/vnd.openxmlformats-officedocument.drawingml.chart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777" r:id="rId5"/>
    <p:sldMasterId id="2147483802" r:id="rId6"/>
  </p:sldMasterIdLst>
  <p:notesMasterIdLst>
    <p:notesMasterId r:id="rId64"/>
  </p:notesMasterIdLst>
  <p:handoutMasterIdLst>
    <p:handoutMasterId r:id="rId65"/>
  </p:handoutMasterIdLst>
  <p:sldIdLst>
    <p:sldId id="2147482118" r:id="rId7"/>
    <p:sldId id="2147482058" r:id="rId8"/>
    <p:sldId id="2147482064" r:id="rId9"/>
    <p:sldId id="2147482119" r:id="rId10"/>
    <p:sldId id="2147482120" r:id="rId11"/>
    <p:sldId id="2147482121" r:id="rId12"/>
    <p:sldId id="2147482060" r:id="rId13"/>
    <p:sldId id="2147482122" r:id="rId14"/>
    <p:sldId id="2147482123" r:id="rId15"/>
    <p:sldId id="2147482124" r:id="rId16"/>
    <p:sldId id="2147482125" r:id="rId17"/>
    <p:sldId id="2147482126" r:id="rId18"/>
    <p:sldId id="2147482127" r:id="rId19"/>
    <p:sldId id="2147482128" r:id="rId20"/>
    <p:sldId id="2147482129" r:id="rId21"/>
    <p:sldId id="2147482130" r:id="rId22"/>
    <p:sldId id="2147482131" r:id="rId23"/>
    <p:sldId id="2147482132" r:id="rId24"/>
    <p:sldId id="2147482133" r:id="rId25"/>
    <p:sldId id="2147482134" r:id="rId26"/>
    <p:sldId id="2147482135" r:id="rId27"/>
    <p:sldId id="2147482136" r:id="rId28"/>
    <p:sldId id="2147482137" r:id="rId29"/>
    <p:sldId id="2147482138" r:id="rId30"/>
    <p:sldId id="2147482139" r:id="rId31"/>
    <p:sldId id="2147482140" r:id="rId32"/>
    <p:sldId id="2147482141" r:id="rId33"/>
    <p:sldId id="2147482142" r:id="rId34"/>
    <p:sldId id="2147482143" r:id="rId35"/>
    <p:sldId id="2147482144" r:id="rId36"/>
    <p:sldId id="2147482145" r:id="rId37"/>
    <p:sldId id="2147482146" r:id="rId38"/>
    <p:sldId id="2147482147" r:id="rId39"/>
    <p:sldId id="2147482148" r:id="rId40"/>
    <p:sldId id="2147482149" r:id="rId41"/>
    <p:sldId id="2147482150" r:id="rId42"/>
    <p:sldId id="2147482151" r:id="rId43"/>
    <p:sldId id="2147482152" r:id="rId44"/>
    <p:sldId id="2147482153" r:id="rId45"/>
    <p:sldId id="2147482154" r:id="rId46"/>
    <p:sldId id="2147482155" r:id="rId47"/>
    <p:sldId id="2147482156" r:id="rId48"/>
    <p:sldId id="2147482157" r:id="rId49"/>
    <p:sldId id="2147482158" r:id="rId50"/>
    <p:sldId id="2147482159" r:id="rId51"/>
    <p:sldId id="2147482160" r:id="rId52"/>
    <p:sldId id="2147482161" r:id="rId53"/>
    <p:sldId id="2147482162" r:id="rId54"/>
    <p:sldId id="2147482163" r:id="rId55"/>
    <p:sldId id="2147482164" r:id="rId56"/>
    <p:sldId id="2147482165" r:id="rId57"/>
    <p:sldId id="2147482166" r:id="rId58"/>
    <p:sldId id="2147482167" r:id="rId59"/>
    <p:sldId id="2147482168" r:id="rId60"/>
    <p:sldId id="2147482169" r:id="rId61"/>
    <p:sldId id="2147482170" r:id="rId62"/>
    <p:sldId id="2147482171" r:id="rId63"/>
  </p:sldIdLst>
  <p:sldSz cx="12192000" cy="6858000"/>
  <p:notesSz cx="6805613" cy="9939338"/>
  <p:custDataLst>
    <p:tags r:id="rId6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4152">
          <p15:clr>
            <a:srgbClr val="A4A3A4"/>
          </p15:clr>
        </p15:guide>
        <p15:guide id="7" orient="horz" pos="4020" userDrawn="1">
          <p15:clr>
            <a:srgbClr val="A4A3A4"/>
          </p15:clr>
        </p15:guide>
        <p15:guide id="12" orient="horz" pos="2160" userDrawn="1">
          <p15:clr>
            <a:srgbClr val="A4A3A4"/>
          </p15:clr>
        </p15:guide>
        <p15:guide id="15" pos="384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7D173A4-7D36-6628-055C-01AEB7A91FB3}" name="Mitchell, Alexia (KTMLP)" initials="MA(" userId="S::alexia.mitchell@kantar.com::c49c006f-6766-44ce-978c-7c365abb019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  <a:srgbClr val="333333"/>
    <a:srgbClr val="E6304B"/>
    <a:srgbClr val="E7E7E7"/>
    <a:srgbClr val="C0C0C0"/>
    <a:srgbClr val="989898"/>
    <a:srgbClr val="717171"/>
    <a:srgbClr val="C8D405"/>
    <a:srgbClr val="00AE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447" autoAdjust="0"/>
  </p:normalViewPr>
  <p:slideViewPr>
    <p:cSldViewPr snapToGrid="0" showGuides="1">
      <p:cViewPr varScale="1">
        <p:scale>
          <a:sx n="100" d="100"/>
          <a:sy n="100" d="100"/>
        </p:scale>
        <p:origin x="132" y="474"/>
      </p:cViewPr>
      <p:guideLst>
        <p:guide orient="horz" pos="4152"/>
        <p:guide orient="horz" pos="4020"/>
        <p:guide orient="horz" pos="2160"/>
        <p:guide pos="38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72" d="100"/>
          <a:sy n="72" d="100"/>
        </p:scale>
        <p:origin x="3078" y="5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viewProps" Target="viewProps.xml"/><Relationship Id="rId7" Type="http://schemas.openxmlformats.org/officeDocument/2006/relationships/slide" Target="slides/slide1.xml"/><Relationship Id="rId71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66" Type="http://schemas.openxmlformats.org/officeDocument/2006/relationships/tags" Target="tags/tag1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5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notesMaster" Target="notesMasters/notesMaster1.xml"/><Relationship Id="rId69" Type="http://schemas.openxmlformats.org/officeDocument/2006/relationships/theme" Target="theme/theme1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microsoft.com/office/2018/10/relationships/authors" Target="authors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presProps" Target="presProps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nando Monrroy" userId="b98b761b-33af-413d-9fff-50a6768f6576" providerId="ADAL" clId="{77B5AB9F-5DF0-4C42-838B-2235CE168CF0}"/>
    <pc:docChg chg="custSel modSld">
      <pc:chgData name="Fernando Monrroy" userId="b98b761b-33af-413d-9fff-50a6768f6576" providerId="ADAL" clId="{77B5AB9F-5DF0-4C42-838B-2235CE168CF0}" dt="2026-05-13T23:33:39.585" v="9" actId="20577"/>
      <pc:docMkLst>
        <pc:docMk/>
      </pc:docMkLst>
      <pc:sldChg chg="modSp mod">
        <pc:chgData name="Fernando Monrroy" userId="b98b761b-33af-413d-9fff-50a6768f6576" providerId="ADAL" clId="{77B5AB9F-5DF0-4C42-838B-2235CE168CF0}" dt="2026-05-13T23:33:39.581" v="5" actId="20577"/>
        <pc:sldMkLst>
          <pc:docMk/>
          <pc:sldMk cId="1507375839" sldId="2147482064"/>
        </pc:sldMkLst>
        <pc:spChg chg="mod">
          <ac:chgData name="Fernando Monrroy" userId="b98b761b-33af-413d-9fff-50a6768f6576" providerId="ADAL" clId="{77B5AB9F-5DF0-4C42-838B-2235CE168CF0}" dt="2026-05-13T23:33:39.581" v="5" actId="20577"/>
          <ac:spMkLst>
            <pc:docMk/>
            <pc:sldMk cId="1507375839" sldId="2147482064"/>
            <ac:spMk id="3" creationId="{10D17512-4DA8-5316-E3F9-A41B3AB501C2}"/>
          </ac:spMkLst>
        </pc:spChg>
      </pc:sldChg>
      <pc:sldChg chg="modSp mod">
        <pc:chgData name="Fernando Monrroy" userId="b98b761b-33af-413d-9fff-50a6768f6576" providerId="ADAL" clId="{77B5AB9F-5DF0-4C42-838B-2235CE168CF0}" dt="2026-05-13T23:33:39.582" v="6" actId="20577"/>
        <pc:sldMkLst>
          <pc:docMk/>
          <pc:sldMk cId="0" sldId="2147482123"/>
        </pc:sldMkLst>
        <pc:spChg chg="mod">
          <ac:chgData name="Fernando Monrroy" userId="b98b761b-33af-413d-9fff-50a6768f6576" providerId="ADAL" clId="{77B5AB9F-5DF0-4C42-838B-2235CE168CF0}" dt="2026-05-13T23:33:39.582" v="6" actId="20577"/>
          <ac:spMkLst>
            <pc:docMk/>
            <pc:sldMk cId="0" sldId="2147482123"/>
            <ac:spMk id="3" creationId="{00000000-0000-0000-0000-000000000000}"/>
          </ac:spMkLst>
        </pc:spChg>
      </pc:sldChg>
      <pc:sldChg chg="modSp mod">
        <pc:chgData name="Fernando Monrroy" userId="b98b761b-33af-413d-9fff-50a6768f6576" providerId="ADAL" clId="{77B5AB9F-5DF0-4C42-838B-2235CE168CF0}" dt="2026-05-13T23:33:39.583" v="7" actId="20577"/>
        <pc:sldMkLst>
          <pc:docMk/>
          <pc:sldMk cId="0" sldId="2147482130"/>
        </pc:sldMkLst>
        <pc:spChg chg="mod">
          <ac:chgData name="Fernando Monrroy" userId="b98b761b-33af-413d-9fff-50a6768f6576" providerId="ADAL" clId="{77B5AB9F-5DF0-4C42-838B-2235CE168CF0}" dt="2026-05-13T23:33:39.583" v="7" actId="20577"/>
          <ac:spMkLst>
            <pc:docMk/>
            <pc:sldMk cId="0" sldId="2147482130"/>
            <ac:spMk id="3" creationId="{00000000-0000-0000-0000-000000000000}"/>
          </ac:spMkLst>
        </pc:spChg>
      </pc:sldChg>
      <pc:sldChg chg="modSp mod">
        <pc:chgData name="Fernando Monrroy" userId="b98b761b-33af-413d-9fff-50a6768f6576" providerId="ADAL" clId="{77B5AB9F-5DF0-4C42-838B-2235CE168CF0}" dt="2026-05-13T23:33:39.584" v="8" actId="20577"/>
        <pc:sldMkLst>
          <pc:docMk/>
          <pc:sldMk cId="0" sldId="2147482135"/>
        </pc:sldMkLst>
        <pc:spChg chg="mod">
          <ac:chgData name="Fernando Monrroy" userId="b98b761b-33af-413d-9fff-50a6768f6576" providerId="ADAL" clId="{77B5AB9F-5DF0-4C42-838B-2235CE168CF0}" dt="2026-05-13T23:33:39.584" v="8" actId="20577"/>
          <ac:spMkLst>
            <pc:docMk/>
            <pc:sldMk cId="0" sldId="2147482135"/>
            <ac:spMk id="3" creationId="{00000000-0000-0000-0000-000000000000}"/>
          </ac:spMkLst>
        </pc:spChg>
      </pc:sldChg>
      <pc:sldChg chg="modSp mod">
        <pc:chgData name="Fernando Monrroy" userId="b98b761b-33af-413d-9fff-50a6768f6576" providerId="ADAL" clId="{77B5AB9F-5DF0-4C42-838B-2235CE168CF0}" dt="2026-05-13T23:33:39.585" v="9" actId="20577"/>
        <pc:sldMkLst>
          <pc:docMk/>
          <pc:sldMk cId="0" sldId="2147482157"/>
        </pc:sldMkLst>
        <pc:spChg chg="mod">
          <ac:chgData name="Fernando Monrroy" userId="b98b761b-33af-413d-9fff-50a6768f6576" providerId="ADAL" clId="{77B5AB9F-5DF0-4C42-838B-2235CE168CF0}" dt="2026-05-13T23:33:39.585" v="9" actId="20577"/>
          <ac:spMkLst>
            <pc:docMk/>
            <pc:sldMk cId="0" sldId="2147482157"/>
            <ac:spMk id="3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3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3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_rels/chart3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_rels/chart3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_rels/chart3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2.xlsx"/></Relationships>
</file>

<file path=ppt/charts/_rels/chart3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3.xlsx"/></Relationships>
</file>

<file path=ppt/charts/_rels/chart3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4.xlsx"/></Relationships>
</file>

<file path=ppt/charts/_rels/chart3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5.xlsx"/></Relationships>
</file>

<file path=ppt/charts/_rels/chart3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6.xlsx"/></Relationships>
</file>

<file path=ppt/charts/_rels/chart3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7.xlsx"/></Relationships>
</file>

<file path=ppt/charts/_rels/chart4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8.xlsx"/></Relationships>
</file>

<file path=ppt/charts/_rels/chart4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9.xlsx"/></Relationships>
</file>

<file path=ppt/charts/_rels/chart4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0.xlsx"/></Relationships>
</file>

<file path=ppt/charts/_rels/chart4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1.xlsx"/></Relationships>
</file>

<file path=ppt/charts/_rels/chart4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2.xlsx"/></Relationships>
</file>

<file path=ppt/charts/_rels/chart4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3.xlsx"/></Relationships>
</file>

<file path=ppt/charts/_rels/chart4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4.xlsx"/></Relationships>
</file>

<file path=ppt/charts/_rels/chart4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5.xlsx"/></Relationships>
</file>

<file path=ppt/charts/_rels/chart4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6.xlsx"/></Relationships>
</file>

<file path=ppt/charts/_rels/chart4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7.xlsx"/></Relationships>
</file>

<file path=ppt/charts/_rels/chart5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8.xlsx"/></Relationships>
</file>

<file path=ppt/charts/_rels/chart5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9.xlsx"/></Relationships>
</file>

<file path=ppt/charts/_rels/chart5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0.xlsx"/></Relationships>
</file>

<file path=ppt/charts/_rels/chart5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1.xlsx"/></Relationships>
</file>

<file path=ppt/charts/_rels/chart5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2.xlsx"/></Relationships>
</file>

<file path=ppt/charts/_rels/chart5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3.xlsx"/></Relationships>
</file>

<file path=ppt/charts/_rels/chart5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4.xlsx"/></Relationships>
</file>

<file path=ppt/charts/_rels/chart5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5.xlsx"/></Relationships>
</file>

<file path=ppt/charts/_rels/chart5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6.xlsx"/></Relationships>
</file>

<file path=ppt/charts/_rels/chart5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7.xlsx"/></Relationships>
</file>

<file path=ppt/charts/_rels/chart6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dPt>
            <c:idx val="0"/>
            <c:bubble3D val="0"/>
            <c:spPr>
              <a:solidFill>
                <a:schemeClr val="tx1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A14-42F2-A89D-AE29494B5C41}"/>
              </c:ext>
            </c:extLst>
          </c:dPt>
          <c:dPt>
            <c:idx val="1"/>
            <c:bubble3D val="0"/>
            <c:spPr>
              <a:solidFill>
                <a:srgbClr val="FEDB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A14-42F2-A89D-AE29494B5C41}"/>
              </c:ext>
            </c:extLst>
          </c:dPt>
          <c:dPt>
            <c:idx val="2"/>
            <c:bubble3D val="0"/>
            <c:spPr>
              <a:solidFill>
                <a:srgbClr val="FF5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A14-42F2-A89D-AE29494B5C41}"/>
              </c:ext>
            </c:extLst>
          </c:dPt>
          <c:dPt>
            <c:idx val="3"/>
            <c:bubble3D val="0"/>
            <c:spPr>
              <a:solidFill>
                <a:srgbClr val="BB00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A14-42F2-A89D-AE29494B5C41}"/>
              </c:ext>
            </c:extLst>
          </c:dPt>
          <c:dPt>
            <c:idx val="4"/>
            <c:bubble3D val="0"/>
            <c:spPr>
              <a:solidFill>
                <a:srgbClr val="FA0028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8A14-42F2-A89D-AE29494B5C41}"/>
              </c:ext>
            </c:extLst>
          </c:dPt>
          <c:dPt>
            <c:idx val="5"/>
            <c:bubble3D val="0"/>
            <c:spPr>
              <a:solidFill>
                <a:srgbClr val="FF637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8A14-42F2-A89D-AE29494B5C41}"/>
              </c:ext>
            </c:extLst>
          </c:dPt>
          <c:dPt>
            <c:idx val="6"/>
            <c:bubble3D val="0"/>
            <c:spPr>
              <a:solidFill>
                <a:schemeClr val="tx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8A14-42F2-A89D-AE29494B5C41}"/>
              </c:ext>
            </c:extLst>
          </c:dPt>
          <c:dLbls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8A14-42F2-A89D-AE29494B5C41}"/>
                </c:ext>
              </c:extLst>
            </c:dLbl>
            <c:dLbl>
              <c:idx val="2"/>
              <c:layout>
                <c:manualLayout>
                  <c:x val="1.5965386515163198E-2"/>
                  <c:y val="-4.1521651758991635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A14-42F2-A89D-AE29494B5C4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6"/>
                <c:pt idx="0">
                  <c:v>Base</c:v>
                </c:pt>
                <c:pt idx="1">
                  <c:v>TV</c:v>
                </c:pt>
                <c:pt idx="2">
                  <c:v>Digital</c:v>
                </c:pt>
                <c:pt idx="5">
                  <c:v>Trade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70</c:v>
                </c:pt>
                <c:pt idx="1">
                  <c:v>5</c:v>
                </c:pt>
                <c:pt idx="2">
                  <c:v>5</c:v>
                </c:pt>
                <c:pt idx="3">
                  <c:v>2</c:v>
                </c:pt>
                <c:pt idx="4">
                  <c:v>2</c:v>
                </c:pt>
                <c:pt idx="5">
                  <c:v>20</c:v>
                </c:pt>
                <c:pt idx="6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8A14-42F2-A89D-AE29494B5C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>
          <a:solidFill>
            <a:schemeClr val="bg1"/>
          </a:solidFill>
        </a:defRPr>
      </a:pPr>
      <a:endParaRPr lang="en-US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7181839213613498E-2"/>
          <c:y val="0.17569689486429679"/>
          <c:w val="0.90563632157277296"/>
          <c:h val="0.6159380050758132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TV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Planeado</c:v>
                </c:pt>
                <c:pt idx="1">
                  <c:v>Optimizado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</c:v>
                </c:pt>
                <c:pt idx="1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811-4632-A988-7D146D06563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TikTok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Planeado</c:v>
                </c:pt>
                <c:pt idx="1">
                  <c:v>Optimizado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36</c:v>
                </c:pt>
                <c:pt idx="1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811-4632-A988-7D146D06563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Instagram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Planeado</c:v>
                </c:pt>
                <c:pt idx="1">
                  <c:v>Optimizado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20</c:v>
                </c:pt>
                <c:pt idx="1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811-4632-A988-7D146D06563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Facebook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Planeado</c:v>
                </c:pt>
                <c:pt idx="1">
                  <c:v>Optimizado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20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811-4632-A988-7D146D06563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391306992"/>
        <c:axId val="391307472"/>
      </c:barChart>
      <c:catAx>
        <c:axId val="3913069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1307472"/>
        <c:crosses val="autoZero"/>
        <c:auto val="1"/>
        <c:lblAlgn val="ctr"/>
        <c:lblOffset val="100"/>
        <c:noMultiLvlLbl val="0"/>
      </c:catAx>
      <c:valAx>
        <c:axId val="391307472"/>
        <c:scaling>
          <c:orientation val="minMax"/>
          <c:max val="100"/>
        </c:scaling>
        <c:delete val="1"/>
        <c:axPos val="l"/>
        <c:numFmt formatCode="General" sourceLinked="1"/>
        <c:majorTickMark val="out"/>
        <c:minorTickMark val="none"/>
        <c:tickLblPos val="nextTo"/>
        <c:crossAx val="3913069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ROI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TV</c:v>
                </c:pt>
                <c:pt idx="1">
                  <c:v>Facebook</c:v>
                </c:pt>
                <c:pt idx="2">
                  <c:v>Instagram</c:v>
                </c:pt>
                <c:pt idx="3">
                  <c:v>TikTok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2.2999999999999998</c:v>
                </c:pt>
                <c:pt idx="1">
                  <c:v>4.5</c:v>
                </c:pt>
                <c:pt idx="2">
                  <c:v>3.7</c:v>
                </c:pt>
                <c:pt idx="3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1C-4CCC-9B78-A9F62500133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236986800"/>
        <c:axId val="1236988720"/>
      </c:barChart>
      <c:catAx>
        <c:axId val="123698680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36988720"/>
        <c:crosses val="autoZero"/>
        <c:auto val="1"/>
        <c:lblAlgn val="ctr"/>
        <c:lblOffset val="100"/>
        <c:noMultiLvlLbl val="0"/>
      </c:catAx>
      <c:valAx>
        <c:axId val="123698872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2369868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7966896378915911E-2"/>
          <c:y val="0.14466508162445971"/>
          <c:w val="0.94611169244084548"/>
          <c:h val="0.78671267720877303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Contribución</c:v>
                </c:pt>
              </c:strCache>
            </c:strRef>
          </c:tx>
          <c:spPr>
            <a:ln w="190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Sheet1!$A$2:$A$1057</c:f>
              <c:numCache>
                <c:formatCode>_(* #,##0_);_(* \(#,##0\);_(* "-"??_);_(@_)</c:formatCode>
                <c:ptCount val="271"/>
                <c:pt idx="0">
                  <c:v>0</c:v>
                </c:pt>
                <c:pt idx="1">
                  <c:v>100000</c:v>
                </c:pt>
                <c:pt idx="2">
                  <c:v>200000</c:v>
                </c:pt>
                <c:pt idx="3">
                  <c:v>300000</c:v>
                </c:pt>
                <c:pt idx="4">
                  <c:v>400000</c:v>
                </c:pt>
                <c:pt idx="5">
                  <c:v>500000</c:v>
                </c:pt>
                <c:pt idx="6">
                  <c:v>600000</c:v>
                </c:pt>
                <c:pt idx="7">
                  <c:v>700000</c:v>
                </c:pt>
                <c:pt idx="8">
                  <c:v>800000</c:v>
                </c:pt>
                <c:pt idx="9">
                  <c:v>900000</c:v>
                </c:pt>
                <c:pt idx="10">
                  <c:v>1000000</c:v>
                </c:pt>
                <c:pt idx="11">
                  <c:v>1100000</c:v>
                </c:pt>
                <c:pt idx="12">
                  <c:v>1200000</c:v>
                </c:pt>
                <c:pt idx="13">
                  <c:v>1300000</c:v>
                </c:pt>
                <c:pt idx="14">
                  <c:v>1400000</c:v>
                </c:pt>
                <c:pt idx="15">
                  <c:v>1500000</c:v>
                </c:pt>
                <c:pt idx="16">
                  <c:v>1600000</c:v>
                </c:pt>
                <c:pt idx="17">
                  <c:v>1700000</c:v>
                </c:pt>
                <c:pt idx="18">
                  <c:v>1800000</c:v>
                </c:pt>
                <c:pt idx="19">
                  <c:v>1900000</c:v>
                </c:pt>
                <c:pt idx="20">
                  <c:v>2000000</c:v>
                </c:pt>
                <c:pt idx="21">
                  <c:v>2100000</c:v>
                </c:pt>
                <c:pt idx="22">
                  <c:v>2200000</c:v>
                </c:pt>
                <c:pt idx="23">
                  <c:v>2300000</c:v>
                </c:pt>
                <c:pt idx="24">
                  <c:v>2400000</c:v>
                </c:pt>
                <c:pt idx="25">
                  <c:v>2500000</c:v>
                </c:pt>
                <c:pt idx="26">
                  <c:v>2600000</c:v>
                </c:pt>
                <c:pt idx="27">
                  <c:v>2700000</c:v>
                </c:pt>
                <c:pt idx="28">
                  <c:v>2800000</c:v>
                </c:pt>
                <c:pt idx="29">
                  <c:v>2900000</c:v>
                </c:pt>
                <c:pt idx="30">
                  <c:v>3000000</c:v>
                </c:pt>
                <c:pt idx="31">
                  <c:v>3100000</c:v>
                </c:pt>
                <c:pt idx="32">
                  <c:v>3200000</c:v>
                </c:pt>
                <c:pt idx="33">
                  <c:v>3300000</c:v>
                </c:pt>
                <c:pt idx="34">
                  <c:v>3400000</c:v>
                </c:pt>
                <c:pt idx="35">
                  <c:v>3500000</c:v>
                </c:pt>
                <c:pt idx="36">
                  <c:v>3600000</c:v>
                </c:pt>
                <c:pt idx="37">
                  <c:v>3700000</c:v>
                </c:pt>
                <c:pt idx="38">
                  <c:v>3800000</c:v>
                </c:pt>
                <c:pt idx="39">
                  <c:v>3900000</c:v>
                </c:pt>
                <c:pt idx="40">
                  <c:v>4000000</c:v>
                </c:pt>
                <c:pt idx="41">
                  <c:v>4100000</c:v>
                </c:pt>
                <c:pt idx="42">
                  <c:v>4200000</c:v>
                </c:pt>
                <c:pt idx="43">
                  <c:v>4300000</c:v>
                </c:pt>
                <c:pt idx="44">
                  <c:v>4400000</c:v>
                </c:pt>
                <c:pt idx="45">
                  <c:v>4500000</c:v>
                </c:pt>
                <c:pt idx="46">
                  <c:v>4600000</c:v>
                </c:pt>
                <c:pt idx="47">
                  <c:v>4700000</c:v>
                </c:pt>
                <c:pt idx="48">
                  <c:v>4800000</c:v>
                </c:pt>
                <c:pt idx="49">
                  <c:v>4900000</c:v>
                </c:pt>
                <c:pt idx="50">
                  <c:v>5000000</c:v>
                </c:pt>
                <c:pt idx="51">
                  <c:v>5100000</c:v>
                </c:pt>
                <c:pt idx="52">
                  <c:v>5200000</c:v>
                </c:pt>
                <c:pt idx="53">
                  <c:v>5300000</c:v>
                </c:pt>
                <c:pt idx="54">
                  <c:v>5400000</c:v>
                </c:pt>
                <c:pt idx="55">
                  <c:v>5500000</c:v>
                </c:pt>
                <c:pt idx="56">
                  <c:v>5600000</c:v>
                </c:pt>
                <c:pt idx="57">
                  <c:v>5700000</c:v>
                </c:pt>
                <c:pt idx="58">
                  <c:v>5800000</c:v>
                </c:pt>
                <c:pt idx="59">
                  <c:v>5900000</c:v>
                </c:pt>
                <c:pt idx="60">
                  <c:v>6000000</c:v>
                </c:pt>
                <c:pt idx="61">
                  <c:v>6100000</c:v>
                </c:pt>
                <c:pt idx="62">
                  <c:v>6200000</c:v>
                </c:pt>
                <c:pt idx="63">
                  <c:v>6300000</c:v>
                </c:pt>
                <c:pt idx="64">
                  <c:v>6400000</c:v>
                </c:pt>
                <c:pt idx="65">
                  <c:v>6500000</c:v>
                </c:pt>
                <c:pt idx="66">
                  <c:v>6600000</c:v>
                </c:pt>
                <c:pt idx="67">
                  <c:v>6700000</c:v>
                </c:pt>
                <c:pt idx="68">
                  <c:v>6800000</c:v>
                </c:pt>
                <c:pt idx="69">
                  <c:v>6900000</c:v>
                </c:pt>
                <c:pt idx="70">
                  <c:v>7000000</c:v>
                </c:pt>
                <c:pt idx="71">
                  <c:v>7100000</c:v>
                </c:pt>
                <c:pt idx="72">
                  <c:v>7200000</c:v>
                </c:pt>
                <c:pt idx="73">
                  <c:v>7300000</c:v>
                </c:pt>
                <c:pt idx="74">
                  <c:v>7400000</c:v>
                </c:pt>
                <c:pt idx="75">
                  <c:v>7500000</c:v>
                </c:pt>
                <c:pt idx="76">
                  <c:v>7600000</c:v>
                </c:pt>
                <c:pt idx="77">
                  <c:v>7700000</c:v>
                </c:pt>
                <c:pt idx="78">
                  <c:v>7800000</c:v>
                </c:pt>
                <c:pt idx="79">
                  <c:v>7900000</c:v>
                </c:pt>
                <c:pt idx="80">
                  <c:v>8000000</c:v>
                </c:pt>
                <c:pt idx="81">
                  <c:v>8100000</c:v>
                </c:pt>
                <c:pt idx="82">
                  <c:v>8200000</c:v>
                </c:pt>
                <c:pt idx="83">
                  <c:v>8300000</c:v>
                </c:pt>
                <c:pt idx="84">
                  <c:v>8400000</c:v>
                </c:pt>
                <c:pt idx="85">
                  <c:v>8500000</c:v>
                </c:pt>
                <c:pt idx="86">
                  <c:v>8600000</c:v>
                </c:pt>
                <c:pt idx="87">
                  <c:v>8700000</c:v>
                </c:pt>
                <c:pt idx="88">
                  <c:v>8800000</c:v>
                </c:pt>
                <c:pt idx="89">
                  <c:v>8900000</c:v>
                </c:pt>
                <c:pt idx="90">
                  <c:v>9000000</c:v>
                </c:pt>
                <c:pt idx="91">
                  <c:v>9100000</c:v>
                </c:pt>
                <c:pt idx="92">
                  <c:v>9200000</c:v>
                </c:pt>
                <c:pt idx="93">
                  <c:v>9300000</c:v>
                </c:pt>
                <c:pt idx="94">
                  <c:v>9400000</c:v>
                </c:pt>
                <c:pt idx="95">
                  <c:v>9500000</c:v>
                </c:pt>
                <c:pt idx="96">
                  <c:v>9600000</c:v>
                </c:pt>
                <c:pt idx="97">
                  <c:v>9700000</c:v>
                </c:pt>
                <c:pt idx="98">
                  <c:v>9800000</c:v>
                </c:pt>
                <c:pt idx="99">
                  <c:v>9900000</c:v>
                </c:pt>
                <c:pt idx="100">
                  <c:v>10000000</c:v>
                </c:pt>
                <c:pt idx="101">
                  <c:v>10100000</c:v>
                </c:pt>
                <c:pt idx="102">
                  <c:v>10200000</c:v>
                </c:pt>
                <c:pt idx="103">
                  <c:v>10300000</c:v>
                </c:pt>
                <c:pt idx="104">
                  <c:v>10400000</c:v>
                </c:pt>
                <c:pt idx="105">
                  <c:v>10500000</c:v>
                </c:pt>
                <c:pt idx="106">
                  <c:v>10600000</c:v>
                </c:pt>
                <c:pt idx="107">
                  <c:v>10700000</c:v>
                </c:pt>
                <c:pt idx="108">
                  <c:v>10800000</c:v>
                </c:pt>
                <c:pt idx="109">
                  <c:v>10900000</c:v>
                </c:pt>
                <c:pt idx="110">
                  <c:v>11000000</c:v>
                </c:pt>
                <c:pt idx="111">
                  <c:v>11100000</c:v>
                </c:pt>
                <c:pt idx="112">
                  <c:v>11200000</c:v>
                </c:pt>
                <c:pt idx="113">
                  <c:v>11300000</c:v>
                </c:pt>
                <c:pt idx="114">
                  <c:v>11400000</c:v>
                </c:pt>
                <c:pt idx="115">
                  <c:v>11500000</c:v>
                </c:pt>
                <c:pt idx="116">
                  <c:v>11600000</c:v>
                </c:pt>
                <c:pt idx="117">
                  <c:v>11700000</c:v>
                </c:pt>
                <c:pt idx="118">
                  <c:v>11800000</c:v>
                </c:pt>
                <c:pt idx="119">
                  <c:v>11900000</c:v>
                </c:pt>
                <c:pt idx="120">
                  <c:v>12000000</c:v>
                </c:pt>
                <c:pt idx="121">
                  <c:v>12100000</c:v>
                </c:pt>
                <c:pt idx="122">
                  <c:v>12200000</c:v>
                </c:pt>
                <c:pt idx="123">
                  <c:v>12300000</c:v>
                </c:pt>
                <c:pt idx="124">
                  <c:v>12400000</c:v>
                </c:pt>
                <c:pt idx="125">
                  <c:v>12500000</c:v>
                </c:pt>
                <c:pt idx="126">
                  <c:v>12600000</c:v>
                </c:pt>
                <c:pt idx="127">
                  <c:v>12700000</c:v>
                </c:pt>
                <c:pt idx="128">
                  <c:v>12800000</c:v>
                </c:pt>
                <c:pt idx="129">
                  <c:v>12900000</c:v>
                </c:pt>
                <c:pt idx="130">
                  <c:v>13000000</c:v>
                </c:pt>
                <c:pt idx="131">
                  <c:v>13100000</c:v>
                </c:pt>
                <c:pt idx="132">
                  <c:v>13200000</c:v>
                </c:pt>
                <c:pt idx="133">
                  <c:v>13300000</c:v>
                </c:pt>
                <c:pt idx="134">
                  <c:v>13400000</c:v>
                </c:pt>
                <c:pt idx="135">
                  <c:v>13500000</c:v>
                </c:pt>
                <c:pt idx="136">
                  <c:v>13600000</c:v>
                </c:pt>
                <c:pt idx="137">
                  <c:v>13700000</c:v>
                </c:pt>
                <c:pt idx="138">
                  <c:v>13800000</c:v>
                </c:pt>
                <c:pt idx="139">
                  <c:v>13900000</c:v>
                </c:pt>
                <c:pt idx="140">
                  <c:v>14000000</c:v>
                </c:pt>
                <c:pt idx="141">
                  <c:v>14100000</c:v>
                </c:pt>
                <c:pt idx="142">
                  <c:v>14200000</c:v>
                </c:pt>
                <c:pt idx="143">
                  <c:v>14300000</c:v>
                </c:pt>
                <c:pt idx="144">
                  <c:v>14400000</c:v>
                </c:pt>
                <c:pt idx="145">
                  <c:v>14500000</c:v>
                </c:pt>
                <c:pt idx="146">
                  <c:v>14600000</c:v>
                </c:pt>
                <c:pt idx="147">
                  <c:v>14700000</c:v>
                </c:pt>
                <c:pt idx="148">
                  <c:v>14800000</c:v>
                </c:pt>
                <c:pt idx="149">
                  <c:v>14900000</c:v>
                </c:pt>
                <c:pt idx="150">
                  <c:v>15000000</c:v>
                </c:pt>
                <c:pt idx="151">
                  <c:v>15100000</c:v>
                </c:pt>
                <c:pt idx="152">
                  <c:v>15200000</c:v>
                </c:pt>
                <c:pt idx="153">
                  <c:v>15300000</c:v>
                </c:pt>
                <c:pt idx="154">
                  <c:v>15400000</c:v>
                </c:pt>
                <c:pt idx="155">
                  <c:v>15500000</c:v>
                </c:pt>
                <c:pt idx="156">
                  <c:v>15600000</c:v>
                </c:pt>
                <c:pt idx="157">
                  <c:v>15700000</c:v>
                </c:pt>
                <c:pt idx="158">
                  <c:v>15800000</c:v>
                </c:pt>
                <c:pt idx="159">
                  <c:v>15900000</c:v>
                </c:pt>
                <c:pt idx="160">
                  <c:v>16000000</c:v>
                </c:pt>
                <c:pt idx="161">
                  <c:v>16100000</c:v>
                </c:pt>
                <c:pt idx="162">
                  <c:v>16200000</c:v>
                </c:pt>
                <c:pt idx="163">
                  <c:v>16300000</c:v>
                </c:pt>
                <c:pt idx="164">
                  <c:v>16400000</c:v>
                </c:pt>
                <c:pt idx="165">
                  <c:v>16500000</c:v>
                </c:pt>
                <c:pt idx="166">
                  <c:v>16600000</c:v>
                </c:pt>
                <c:pt idx="167">
                  <c:v>16700000</c:v>
                </c:pt>
                <c:pt idx="168">
                  <c:v>16800000</c:v>
                </c:pt>
                <c:pt idx="169">
                  <c:v>16900000</c:v>
                </c:pt>
                <c:pt idx="170">
                  <c:v>17000000</c:v>
                </c:pt>
                <c:pt idx="171">
                  <c:v>17100000</c:v>
                </c:pt>
                <c:pt idx="172">
                  <c:v>17200000</c:v>
                </c:pt>
                <c:pt idx="173">
                  <c:v>17300000</c:v>
                </c:pt>
                <c:pt idx="174">
                  <c:v>17400000</c:v>
                </c:pt>
                <c:pt idx="175">
                  <c:v>17500000</c:v>
                </c:pt>
                <c:pt idx="176">
                  <c:v>17600000</c:v>
                </c:pt>
                <c:pt idx="177">
                  <c:v>17700000</c:v>
                </c:pt>
                <c:pt idx="178">
                  <c:v>17800000</c:v>
                </c:pt>
                <c:pt idx="179">
                  <c:v>17900000</c:v>
                </c:pt>
                <c:pt idx="180">
                  <c:v>18000000</c:v>
                </c:pt>
                <c:pt idx="181">
                  <c:v>18100000</c:v>
                </c:pt>
                <c:pt idx="182">
                  <c:v>18200000</c:v>
                </c:pt>
                <c:pt idx="183">
                  <c:v>18300000</c:v>
                </c:pt>
                <c:pt idx="184">
                  <c:v>18400000</c:v>
                </c:pt>
                <c:pt idx="185">
                  <c:v>18500000</c:v>
                </c:pt>
                <c:pt idx="186">
                  <c:v>18600000</c:v>
                </c:pt>
                <c:pt idx="187">
                  <c:v>18700000</c:v>
                </c:pt>
                <c:pt idx="188">
                  <c:v>18800000</c:v>
                </c:pt>
                <c:pt idx="189">
                  <c:v>18900000</c:v>
                </c:pt>
                <c:pt idx="190">
                  <c:v>19000000</c:v>
                </c:pt>
                <c:pt idx="191">
                  <c:v>19100000</c:v>
                </c:pt>
                <c:pt idx="192">
                  <c:v>19200000</c:v>
                </c:pt>
                <c:pt idx="193">
                  <c:v>19300000</c:v>
                </c:pt>
                <c:pt idx="194">
                  <c:v>19400000</c:v>
                </c:pt>
                <c:pt idx="195">
                  <c:v>19500000</c:v>
                </c:pt>
                <c:pt idx="196">
                  <c:v>19600000</c:v>
                </c:pt>
                <c:pt idx="197">
                  <c:v>19700000</c:v>
                </c:pt>
                <c:pt idx="198">
                  <c:v>19800000</c:v>
                </c:pt>
                <c:pt idx="199">
                  <c:v>19900000</c:v>
                </c:pt>
                <c:pt idx="200">
                  <c:v>20000000</c:v>
                </c:pt>
                <c:pt idx="201">
                  <c:v>20100000</c:v>
                </c:pt>
                <c:pt idx="202">
                  <c:v>20200000</c:v>
                </c:pt>
                <c:pt idx="203">
                  <c:v>20300000</c:v>
                </c:pt>
                <c:pt idx="204">
                  <c:v>20400000</c:v>
                </c:pt>
                <c:pt idx="205">
                  <c:v>20500000</c:v>
                </c:pt>
                <c:pt idx="206">
                  <c:v>20600000</c:v>
                </c:pt>
                <c:pt idx="207">
                  <c:v>20700000</c:v>
                </c:pt>
                <c:pt idx="208">
                  <c:v>20800000</c:v>
                </c:pt>
                <c:pt idx="209">
                  <c:v>20900000</c:v>
                </c:pt>
                <c:pt idx="210">
                  <c:v>21000000</c:v>
                </c:pt>
                <c:pt idx="211">
                  <c:v>21100000</c:v>
                </c:pt>
                <c:pt idx="212">
                  <c:v>21200000</c:v>
                </c:pt>
                <c:pt idx="213">
                  <c:v>21300000</c:v>
                </c:pt>
                <c:pt idx="214">
                  <c:v>21400000</c:v>
                </c:pt>
                <c:pt idx="215">
                  <c:v>21500000</c:v>
                </c:pt>
                <c:pt idx="216">
                  <c:v>21600000</c:v>
                </c:pt>
                <c:pt idx="217">
                  <c:v>21700000</c:v>
                </c:pt>
                <c:pt idx="218">
                  <c:v>21800000</c:v>
                </c:pt>
                <c:pt idx="219">
                  <c:v>21900000</c:v>
                </c:pt>
                <c:pt idx="220">
                  <c:v>22000000</c:v>
                </c:pt>
                <c:pt idx="221">
                  <c:v>22100000</c:v>
                </c:pt>
                <c:pt idx="222">
                  <c:v>22200000</c:v>
                </c:pt>
                <c:pt idx="223">
                  <c:v>22300000</c:v>
                </c:pt>
                <c:pt idx="224">
                  <c:v>22400000</c:v>
                </c:pt>
                <c:pt idx="225">
                  <c:v>22500000</c:v>
                </c:pt>
                <c:pt idx="226">
                  <c:v>22600000</c:v>
                </c:pt>
                <c:pt idx="227">
                  <c:v>22700000</c:v>
                </c:pt>
                <c:pt idx="228">
                  <c:v>22800000</c:v>
                </c:pt>
                <c:pt idx="229">
                  <c:v>22900000</c:v>
                </c:pt>
                <c:pt idx="230">
                  <c:v>23000000</c:v>
                </c:pt>
                <c:pt idx="231">
                  <c:v>23100000</c:v>
                </c:pt>
                <c:pt idx="232">
                  <c:v>23200000</c:v>
                </c:pt>
                <c:pt idx="233">
                  <c:v>23300000</c:v>
                </c:pt>
                <c:pt idx="234">
                  <c:v>23400000</c:v>
                </c:pt>
                <c:pt idx="235">
                  <c:v>23500000</c:v>
                </c:pt>
                <c:pt idx="236">
                  <c:v>23600000</c:v>
                </c:pt>
                <c:pt idx="237">
                  <c:v>23700000</c:v>
                </c:pt>
                <c:pt idx="238">
                  <c:v>23800000</c:v>
                </c:pt>
                <c:pt idx="239">
                  <c:v>23900000</c:v>
                </c:pt>
                <c:pt idx="240">
                  <c:v>24000000</c:v>
                </c:pt>
                <c:pt idx="241">
                  <c:v>24100000</c:v>
                </c:pt>
                <c:pt idx="242">
                  <c:v>24200000</c:v>
                </c:pt>
                <c:pt idx="243">
                  <c:v>24300000</c:v>
                </c:pt>
                <c:pt idx="244">
                  <c:v>24400000</c:v>
                </c:pt>
                <c:pt idx="245">
                  <c:v>24500000</c:v>
                </c:pt>
                <c:pt idx="246">
                  <c:v>24600000</c:v>
                </c:pt>
                <c:pt idx="247">
                  <c:v>24700000</c:v>
                </c:pt>
                <c:pt idx="248">
                  <c:v>24800000</c:v>
                </c:pt>
                <c:pt idx="249">
                  <c:v>24900000</c:v>
                </c:pt>
                <c:pt idx="250">
                  <c:v>25000000</c:v>
                </c:pt>
                <c:pt idx="251">
                  <c:v>25100000</c:v>
                </c:pt>
                <c:pt idx="252">
                  <c:v>25200000</c:v>
                </c:pt>
                <c:pt idx="253">
                  <c:v>25300000</c:v>
                </c:pt>
                <c:pt idx="254">
                  <c:v>25400000</c:v>
                </c:pt>
                <c:pt idx="255">
                  <c:v>25500000</c:v>
                </c:pt>
                <c:pt idx="256">
                  <c:v>25600000</c:v>
                </c:pt>
                <c:pt idx="257">
                  <c:v>25700000</c:v>
                </c:pt>
                <c:pt idx="258">
                  <c:v>25800000</c:v>
                </c:pt>
                <c:pt idx="259">
                  <c:v>25900000</c:v>
                </c:pt>
                <c:pt idx="260">
                  <c:v>26000000</c:v>
                </c:pt>
                <c:pt idx="261">
                  <c:v>26100000</c:v>
                </c:pt>
                <c:pt idx="262">
                  <c:v>26200000</c:v>
                </c:pt>
                <c:pt idx="263">
                  <c:v>26300000</c:v>
                </c:pt>
                <c:pt idx="264">
                  <c:v>26400000</c:v>
                </c:pt>
                <c:pt idx="265">
                  <c:v>26500000</c:v>
                </c:pt>
                <c:pt idx="266">
                  <c:v>26600000</c:v>
                </c:pt>
                <c:pt idx="267">
                  <c:v>26700000</c:v>
                </c:pt>
                <c:pt idx="268">
                  <c:v>26800000</c:v>
                </c:pt>
                <c:pt idx="269">
                  <c:v>26900000</c:v>
                </c:pt>
                <c:pt idx="270">
                  <c:v>27000000</c:v>
                </c:pt>
              </c:numCache>
            </c:numRef>
          </c:cat>
          <c:val>
            <c:numRef>
              <c:f>Sheet1!$B$2:$B$1057</c:f>
              <c:numCache>
                <c:formatCode>_(* #,##0_);_(* \(#,##0\);_(* "-"??_);_(@_)</c:formatCode>
                <c:ptCount val="271"/>
                <c:pt idx="0">
                  <c:v>0</c:v>
                </c:pt>
                <c:pt idx="1">
                  <c:v>10959.647574496639</c:v>
                </c:pt>
                <c:pt idx="2">
                  <c:v>43773.737050670519</c:v>
                </c:pt>
                <c:pt idx="3">
                  <c:v>98248.665742665558</c:v>
                </c:pt>
                <c:pt idx="4">
                  <c:v>174064.92642091846</c:v>
                </c:pt>
                <c:pt idx="5">
                  <c:v>270781.7623794945</c:v>
                </c:pt>
                <c:pt idx="6">
                  <c:v>387843.50700521428</c:v>
                </c:pt>
                <c:pt idx="7">
                  <c:v>524587.43958050967</c:v>
                </c:pt>
                <c:pt idx="8">
                  <c:v>680252.95354262984</c:v>
                </c:pt>
                <c:pt idx="9">
                  <c:v>853991.80624924134</c:v>
                </c:pt>
                <c:pt idx="10">
                  <c:v>1044879.2012237972</c:v>
                </c:pt>
                <c:pt idx="11">
                  <c:v>1251925.4451226133</c:v>
                </c:pt>
                <c:pt idx="12">
                  <c:v>1474087.9220386196</c:v>
                </c:pt>
                <c:pt idx="13">
                  <c:v>1710283.1365545548</c:v>
                </c:pt>
                <c:pt idx="14">
                  <c:v>1959398.5931410119</c:v>
                </c:pt>
                <c:pt idx="15">
                  <c:v>2220304.3017580598</c:v>
                </c:pt>
                <c:pt idx="16">
                  <c:v>2491863.726397553</c:v>
                </c:pt>
                <c:pt idx="17">
                  <c:v>2772944.0232715295</c:v>
                </c:pt>
                <c:pt idx="18">
                  <c:v>3062425.4469199679</c:v>
                </c:pt>
                <c:pt idx="19">
                  <c:v>3359209.8342990354</c:v>
                </c:pt>
                <c:pt idx="20">
                  <c:v>3662228.1077114246</c:v>
                </c:pt>
                <c:pt idx="21">
                  <c:v>3970446.766257517</c:v>
                </c:pt>
                <c:pt idx="22">
                  <c:v>4282873.3615534157</c:v>
                </c:pt>
                <c:pt idx="23">
                  <c:v>4598560.9762498448</c:v>
                </c:pt>
                <c:pt idx="24">
                  <c:v>4916611.7430834966</c:v>
                </c:pt>
                <c:pt idx="25">
                  <c:v>5236179.4576903246</c:v>
                </c:pt>
                <c:pt idx="26">
                  <c:v>5556471.3502672222</c:v>
                </c:pt>
                <c:pt idx="27">
                  <c:v>5876749.0895790448</c:v>
                </c:pt>
                <c:pt idx="28">
                  <c:v>6196329.0980660357</c:v>
                </c:pt>
                <c:pt idx="29">
                  <c:v>6514582.2592775393</c:v>
                </c:pt>
                <c:pt idx="30">
                  <c:v>6830933.0989391804</c:v>
                </c:pt>
                <c:pt idx="31">
                  <c:v>7144858.5190688195</c:v>
                </c:pt>
                <c:pt idx="32">
                  <c:v>7455886.1610955223</c:v>
                </c:pt>
                <c:pt idx="33">
                  <c:v>7763592.4692881266</c:v>
                </c:pt>
                <c:pt idx="34">
                  <c:v>8067600.520314727</c:v>
                </c:pt>
                <c:pt idx="35">
                  <c:v>8367577.6787358848</c:v>
                </c:pt>
                <c:pt idx="36">
                  <c:v>8663233.1319484524</c:v>
                </c:pt>
                <c:pt idx="37">
                  <c:v>8954315.3517578207</c:v>
                </c:pt>
                <c:pt idx="38">
                  <c:v>9240609.5235407688</c:v>
                </c:pt>
                <c:pt idx="39">
                  <c:v>9521934.9780019224</c:v>
                </c:pt>
                <c:pt idx="40">
                  <c:v>9798142.6549236644</c:v>
                </c:pt>
                <c:pt idx="41">
                  <c:v>10069112.62312731</c:v>
                </c:pt>
                <c:pt idx="42">
                  <c:v>10334751.676145794</c:v>
                </c:pt>
                <c:pt idx="43">
                  <c:v>10594991.018870998</c:v>
                </c:pt>
                <c:pt idx="44">
                  <c:v>10849784.056685776</c:v>
                </c:pt>
                <c:pt idx="45">
                  <c:v>11099104.29530818</c:v>
                </c:pt>
                <c:pt idx="46">
                  <c:v>11342943.356742602</c:v>
                </c:pt>
                <c:pt idx="47">
                  <c:v>11581309.114319226</c:v>
                </c:pt>
                <c:pt idx="48">
                  <c:v>11814223.947777798</c:v>
                </c:pt>
                <c:pt idx="49">
                  <c:v>12041723.117676321</c:v>
                </c:pt>
                <c:pt idx="50">
                  <c:v>12263853.257045936</c:v>
                </c:pt>
                <c:pt idx="51">
                  <c:v>12480670.977130949</c:v>
                </c:pt>
                <c:pt idx="52">
                  <c:v>12692241.583215509</c:v>
                </c:pt>
                <c:pt idx="53">
                  <c:v>12898637.895911435</c:v>
                </c:pt>
                <c:pt idx="54">
                  <c:v>13099939.172835154</c:v>
                </c:pt>
                <c:pt idx="55">
                  <c:v>13296230.125307985</c:v>
                </c:pt>
                <c:pt idx="56">
                  <c:v>13487600.024548121</c:v>
                </c:pt>
                <c:pt idx="57">
                  <c:v>13674141.891761415</c:v>
                </c:pt>
                <c:pt idx="58">
                  <c:v>13855951.766563602</c:v>
                </c:pt>
                <c:pt idx="59">
                  <c:v>14033128.048258753</c:v>
                </c:pt>
                <c:pt idx="60">
                  <c:v>14205770.904646872</c:v>
                </c:pt>
                <c:pt idx="61">
                  <c:v>14373981.743219512</c:v>
                </c:pt>
                <c:pt idx="62">
                  <c:v>14537862.739821455</c:v>
                </c:pt>
                <c:pt idx="63">
                  <c:v>14697516.420093363</c:v>
                </c:pt>
                <c:pt idx="64">
                  <c:v>14853045.289263543</c:v>
                </c:pt>
                <c:pt idx="65">
                  <c:v>15004551.506114861</c:v>
                </c:pt>
                <c:pt idx="66">
                  <c:v>15152136.597214947</c:v>
                </c:pt>
                <c:pt idx="67">
                  <c:v>15295901.207756339</c:v>
                </c:pt>
                <c:pt idx="68">
                  <c:v>15435944.885607988</c:v>
                </c:pt>
                <c:pt idx="69">
                  <c:v>15572365.895426473</c:v>
                </c:pt>
                <c:pt idx="70">
                  <c:v>15705261.059912249</c:v>
                </c:pt>
                <c:pt idx="71">
                  <c:v>15834725.625524119</c:v>
                </c:pt>
                <c:pt idx="72">
                  <c:v>15960853.150180005</c:v>
                </c:pt>
                <c:pt idx="73">
                  <c:v>16083735.410676174</c:v>
                </c:pt>
                <c:pt idx="74">
                  <c:v>16203462.327748328</c:v>
                </c:pt>
                <c:pt idx="75">
                  <c:v>16320121.906877397</c:v>
                </c:pt>
                <c:pt idx="76">
                  <c:v>16433800.193109799</c:v>
                </c:pt>
                <c:pt idx="77">
                  <c:v>16544581.238317464</c:v>
                </c:pt>
                <c:pt idx="78">
                  <c:v>16652547.07946714</c:v>
                </c:pt>
                <c:pt idx="79">
                  <c:v>16757777.726601267</c:v>
                </c:pt>
                <c:pt idx="80">
                  <c:v>16860351.15935564</c:v>
                </c:pt>
                <c:pt idx="81">
                  <c:v>16960343.330952086</c:v>
                </c:pt>
                <c:pt idx="82">
                  <c:v>17057828.178707808</c:v>
                </c:pt>
                <c:pt idx="83">
                  <c:v>17152877.640198134</c:v>
                </c:pt>
                <c:pt idx="84">
                  <c:v>17245561.674296152</c:v>
                </c:pt>
                <c:pt idx="85">
                  <c:v>17335948.286392208</c:v>
                </c:pt>
                <c:pt idx="86">
                  <c:v>17424103.557168052</c:v>
                </c:pt>
                <c:pt idx="87">
                  <c:v>17510091.674366791</c:v>
                </c:pt>
                <c:pt idx="88">
                  <c:v>17593974.967058897</c:v>
                </c:pt>
                <c:pt idx="89">
                  <c:v>17675813.941959411</c:v>
                </c:pt>
                <c:pt idx="90">
                  <c:v>17755667.321400158</c:v>
                </c:pt>
                <c:pt idx="91">
                  <c:v>17833592.082605485</c:v>
                </c:pt>
                <c:pt idx="92">
                  <c:v>17909643.497960173</c:v>
                </c:pt>
                <c:pt idx="93">
                  <c:v>17983875.175994899</c:v>
                </c:pt>
                <c:pt idx="94">
                  <c:v>18056339.10284657</c:v>
                </c:pt>
                <c:pt idx="95">
                  <c:v>18127085.683981117</c:v>
                </c:pt>
                <c:pt idx="96">
                  <c:v>18196163.78599279</c:v>
                </c:pt>
                <c:pt idx="97">
                  <c:v>18263620.778317153</c:v>
                </c:pt>
                <c:pt idx="98">
                  <c:v>18329502.574717354</c:v>
                </c:pt>
                <c:pt idx="99">
                  <c:v>18393853.674421772</c:v>
                </c:pt>
                <c:pt idx="100">
                  <c:v>18456717.202808648</c:v>
                </c:pt>
                <c:pt idx="101">
                  <c:v>18518134.951548211</c:v>
                </c:pt>
                <c:pt idx="102">
                  <c:v>18578147.418127205</c:v>
                </c:pt>
                <c:pt idx="103">
                  <c:v>18636793.844692301</c:v>
                </c:pt>
                <c:pt idx="104">
                  <c:v>18694112.256159991</c:v>
                </c:pt>
                <c:pt idx="105">
                  <c:v>18750139.497550156</c:v>
                </c:pt>
                <c:pt idx="106">
                  <c:v>18804911.270509209</c:v>
                </c:pt>
                <c:pt idx="107">
                  <c:v>18858462.168996025</c:v>
                </c:pt>
                <c:pt idx="108">
                  <c:v>18910825.714110512</c:v>
                </c:pt>
                <c:pt idx="109">
                  <c:v>18962034.388050996</c:v>
                </c:pt>
                <c:pt idx="110">
                  <c:v>19012119.667191084</c:v>
                </c:pt>
                <c:pt idx="111">
                  <c:v>19061112.054271806</c:v>
                </c:pt>
                <c:pt idx="112">
                  <c:v>19109041.109708317</c:v>
                </c:pt>
                <c:pt idx="113">
                  <c:v>19155935.482014045</c:v>
                </c:pt>
                <c:pt idx="114">
                  <c:v>19201822.937348235</c:v>
                </c:pt>
                <c:pt idx="115">
                  <c:v>19246730.388195008</c:v>
                </c:pt>
                <c:pt idx="116">
                  <c:v>19290683.921184726</c:v>
                </c:pt>
                <c:pt idx="117">
                  <c:v>19333708.824070014</c:v>
                </c:pt>
                <c:pt idx="118">
                  <c:v>19375829.611870028</c:v>
                </c:pt>
                <c:pt idx="119">
                  <c:v>19417070.052198771</c:v>
                </c:pt>
                <c:pt idx="120">
                  <c:v>19457453.189793255</c:v>
                </c:pt>
                <c:pt idx="121">
                  <c:v>19497001.37025886</c:v>
                </c:pt>
                <c:pt idx="122">
                  <c:v>19535736.263049807</c:v>
                </c:pt>
                <c:pt idx="123">
                  <c:v>19573678.883702818</c:v>
                </c:pt>
                <c:pt idx="124">
                  <c:v>19610849.615342971</c:v>
                </c:pt>
                <c:pt idx="125">
                  <c:v>19647268.229480557</c:v>
                </c:pt>
                <c:pt idx="126">
                  <c:v>19682953.906118162</c:v>
                </c:pt>
                <c:pt idx="127">
                  <c:v>19717925.253186986</c:v>
                </c:pt>
                <c:pt idx="128">
                  <c:v>19752200.325331863</c:v>
                </c:pt>
                <c:pt idx="129">
                  <c:v>19785796.64206367</c:v>
                </c:pt>
                <c:pt idx="130">
                  <c:v>19818731.20529836</c:v>
                </c:pt>
                <c:pt idx="131">
                  <c:v>19851020.516301032</c:v>
                </c:pt>
                <c:pt idx="132">
                  <c:v>19882680.592053648</c:v>
                </c:pt>
                <c:pt idx="133">
                  <c:v>19913726.981064457</c:v>
                </c:pt>
                <c:pt idx="134">
                  <c:v>19944174.77863707</c:v>
                </c:pt>
                <c:pt idx="135">
                  <c:v>19974038.641616333</c:v>
                </c:pt>
                <c:pt idx="136">
                  <c:v>20003332.802628465</c:v>
                </c:pt>
                <c:pt idx="137">
                  <c:v>20032071.083832063</c:v>
                </c:pt>
                <c:pt idx="138">
                  <c:v>20060266.910196029</c:v>
                </c:pt>
                <c:pt idx="139">
                  <c:v>20087933.322320715</c:v>
                </c:pt>
                <c:pt idx="140">
                  <c:v>20115082.988817506</c:v>
                </c:pt>
                <c:pt idx="141">
                  <c:v>20141728.218261924</c:v>
                </c:pt>
                <c:pt idx="142">
                  <c:v>20167880.970735006</c:v>
                </c:pt>
                <c:pt idx="143">
                  <c:v>20193552.868967131</c:v>
                </c:pt>
                <c:pt idx="144">
                  <c:v>20218755.209097948</c:v>
                </c:pt>
                <c:pt idx="145">
                  <c:v>20243498.971066043</c:v>
                </c:pt>
                <c:pt idx="146">
                  <c:v>20267794.828641061</c:v>
                </c:pt>
                <c:pt idx="147">
                  <c:v>20291653.159111071</c:v>
                </c:pt>
                <c:pt idx="148">
                  <c:v>20315084.052637015</c:v>
                </c:pt>
                <c:pt idx="149">
                  <c:v>20338097.321286406</c:v>
                </c:pt>
                <c:pt idx="150">
                  <c:v>20360702.50775725</c:v>
                </c:pt>
                <c:pt idx="151">
                  <c:v>20382908.893803515</c:v>
                </c:pt>
                <c:pt idx="152">
                  <c:v>20404725.508372519</c:v>
                </c:pt>
                <c:pt idx="153">
                  <c:v>20426161.135464631</c:v>
                </c:pt>
                <c:pt idx="154">
                  <c:v>20447224.321725156</c:v>
                </c:pt>
                <c:pt idx="155">
                  <c:v>20467923.383778024</c:v>
                </c:pt>
                <c:pt idx="156">
                  <c:v>20488266.415310401</c:v>
                </c:pt>
                <c:pt idx="157">
                  <c:v>20508261.293917239</c:v>
                </c:pt>
                <c:pt idx="158">
                  <c:v>20527915.687714253</c:v>
                </c:pt>
                <c:pt idx="159">
                  <c:v>20547237.061727781</c:v>
                </c:pt>
                <c:pt idx="160">
                  <c:v>20566232.684069313</c:v>
                </c:pt>
                <c:pt idx="161">
                  <c:v>20584909.631902475</c:v>
                </c:pt>
                <c:pt idx="162">
                  <c:v>20603274.797209982</c:v>
                </c:pt>
                <c:pt idx="163">
                  <c:v>20621334.89236759</c:v>
                </c:pt>
                <c:pt idx="164">
                  <c:v>20639096.455532022</c:v>
                </c:pt>
                <c:pt idx="165">
                  <c:v>20656565.855849434</c:v>
                </c:pt>
                <c:pt idx="166">
                  <c:v>20673749.298490908</c:v>
                </c:pt>
                <c:pt idx="167">
                  <c:v>20690652.829521153</c:v>
                </c:pt>
                <c:pt idx="168">
                  <c:v>20707282.34060619</c:v>
                </c:pt>
                <c:pt idx="169">
                  <c:v>20723643.573566008</c:v>
                </c:pt>
                <c:pt idx="170">
                  <c:v>20739742.124777444</c:v>
                </c:pt>
                <c:pt idx="171">
                  <c:v>20755583.449432813</c:v>
                </c:pt>
                <c:pt idx="172">
                  <c:v>20771172.865659207</c:v>
                </c:pt>
                <c:pt idx="173">
                  <c:v>20786515.558503561</c:v>
                </c:pt>
                <c:pt idx="174">
                  <c:v>20801616.583788134</c:v>
                </c:pt>
                <c:pt idx="175">
                  <c:v>20816480.871841002</c:v>
                </c:pt>
                <c:pt idx="176">
                  <c:v>20831113.231105909</c:v>
                </c:pt>
                <c:pt idx="177">
                  <c:v>20845518.351635806</c:v>
                </c:pt>
                <c:pt idx="178">
                  <c:v>20859700.808474131</c:v>
                </c:pt>
                <c:pt idx="179">
                  <c:v>20873665.064927671</c:v>
                </c:pt>
                <c:pt idx="180">
                  <c:v>20887415.475734912</c:v>
                </c:pt>
                <c:pt idx="181">
                  <c:v>20900956.290133424</c:v>
                </c:pt>
                <c:pt idx="182">
                  <c:v>20914291.654829945</c:v>
                </c:pt>
                <c:pt idx="183">
                  <c:v>20927425.616876233</c:v>
                </c:pt>
                <c:pt idx="184">
                  <c:v>20940362.126454372</c:v>
                </c:pt>
                <c:pt idx="185">
                  <c:v>20953105.039574265</c:v>
                </c:pt>
                <c:pt idx="186">
                  <c:v>20965658.120686613</c:v>
                </c:pt>
                <c:pt idx="187">
                  <c:v>20978025.045214131</c:v>
                </c:pt>
                <c:pt idx="188">
                  <c:v>20990209.402003888</c:v>
                </c:pt>
                <c:pt idx="189">
                  <c:v>21002214.695703436</c:v>
                </c:pt>
                <c:pt idx="190">
                  <c:v>21014044.349063322</c:v>
                </c:pt>
                <c:pt idx="191">
                  <c:v>21025701.705168515</c:v>
                </c:pt>
                <c:pt idx="192">
                  <c:v>21037190.029601175</c:v>
                </c:pt>
                <c:pt idx="193">
                  <c:v>21048512.512537003</c:v>
                </c:pt>
                <c:pt idx="194">
                  <c:v>21059672.270777535</c:v>
                </c:pt>
                <c:pt idx="195">
                  <c:v>21070672.349720474</c:v>
                </c:pt>
                <c:pt idx="196">
                  <c:v>21081515.72527013</c:v>
                </c:pt>
                <c:pt idx="197">
                  <c:v>21092205.305690005</c:v>
                </c:pt>
                <c:pt idx="198">
                  <c:v>21102743.933399457</c:v>
                </c:pt>
                <c:pt idx="199">
                  <c:v>21113134.386716295</c:v>
                </c:pt>
                <c:pt idx="200">
                  <c:v>21123379.381547119</c:v>
                </c:pt>
                <c:pt idx="201">
                  <c:v>21133481.5730271</c:v>
                </c:pt>
                <c:pt idx="202">
                  <c:v>21143443.557110917</c:v>
                </c:pt>
                <c:pt idx="203">
                  <c:v>21153267.872116432</c:v>
                </c:pt>
                <c:pt idx="204">
                  <c:v>21162957.000222683</c:v>
                </c:pt>
                <c:pt idx="205">
                  <c:v>21172513.368923668</c:v>
                </c:pt>
                <c:pt idx="206">
                  <c:v>21181939.352439374</c:v>
                </c:pt>
                <c:pt idx="207">
                  <c:v>21191237.273085412</c:v>
                </c:pt>
                <c:pt idx="208">
                  <c:v>21200409.402602721</c:v>
                </c:pt>
                <c:pt idx="209">
                  <c:v>21209457.963448476</c:v>
                </c:pt>
                <c:pt idx="210">
                  <c:v>21218385.130049538</c:v>
                </c:pt>
                <c:pt idx="211">
                  <c:v>21227193.030019682</c:v>
                </c:pt>
                <c:pt idx="212">
                  <c:v>21235883.745341685</c:v>
                </c:pt>
                <c:pt idx="213">
                  <c:v>21244459.313515481</c:v>
                </c:pt>
                <c:pt idx="214">
                  <c:v>21252921.72867341</c:v>
                </c:pt>
                <c:pt idx="215">
                  <c:v>21261272.942663625</c:v>
                </c:pt>
                <c:pt idx="216">
                  <c:v>21269514.866102677</c:v>
                </c:pt>
                <c:pt idx="217">
                  <c:v>21277649.369398251</c:v>
                </c:pt>
                <c:pt idx="218">
                  <c:v>21285678.283742998</c:v>
                </c:pt>
                <c:pt idx="219">
                  <c:v>21293603.402080361</c:v>
                </c:pt>
                <c:pt idx="220">
                  <c:v>21301426.480043251</c:v>
                </c:pt>
                <c:pt idx="221">
                  <c:v>21309149.236866537</c:v>
                </c:pt>
                <c:pt idx="222">
                  <c:v>21316773.356273964</c:v>
                </c:pt>
                <c:pt idx="223">
                  <c:v>21324300.487340517</c:v>
                </c:pt>
                <c:pt idx="224">
                  <c:v>21331732.245330818</c:v>
                </c:pt>
                <c:pt idx="225">
                  <c:v>21339070.212514404</c:v>
                </c:pt>
                <c:pt idx="226">
                  <c:v>21346315.938958537</c:v>
                </c:pt>
                <c:pt idx="227">
                  <c:v>21353470.943299271</c:v>
                </c:pt>
                <c:pt idx="228">
                  <c:v>21360536.713491436</c:v>
                </c:pt>
                <c:pt idx="229">
                  <c:v>21367514.70753815</c:v>
                </c:pt>
                <c:pt idx="230">
                  <c:v>21374406.354200561</c:v>
                </c:pt>
                <c:pt idx="231">
                  <c:v>21381213.053688314</c:v>
                </c:pt>
                <c:pt idx="232">
                  <c:v>21387936.178331397</c:v>
                </c:pt>
                <c:pt idx="233">
                  <c:v>21394577.07323394</c:v>
                </c:pt>
                <c:pt idx="234">
                  <c:v>21401137.056910437</c:v>
                </c:pt>
                <c:pt idx="235">
                  <c:v>21407617.421904996</c:v>
                </c:pt>
                <c:pt idx="236">
                  <c:v>21414019.435394067</c:v>
                </c:pt>
                <c:pt idx="237">
                  <c:v>21420344.339773174</c:v>
                </c:pt>
                <c:pt idx="238">
                  <c:v>21426593.353228129</c:v>
                </c:pt>
                <c:pt idx="239">
                  <c:v>21432767.670291152</c:v>
                </c:pt>
                <c:pt idx="240">
                  <c:v>21438868.462382372</c:v>
                </c:pt>
                <c:pt idx="241">
                  <c:v>21444896.878337149</c:v>
                </c:pt>
                <c:pt idx="242">
                  <c:v>21450854.044919599</c:v>
                </c:pt>
                <c:pt idx="243">
                  <c:v>21456741.067322742</c:v>
                </c:pt>
                <c:pt idx="244">
                  <c:v>21462559.029655691</c:v>
                </c:pt>
                <c:pt idx="245">
                  <c:v>21468308.995418221</c:v>
                </c:pt>
                <c:pt idx="246">
                  <c:v>21473992.007963061</c:v>
                </c:pt>
                <c:pt idx="247">
                  <c:v>21479609.090946391</c:v>
                </c:pt>
                <c:pt idx="248">
                  <c:v>21485161.248766668</c:v>
                </c:pt>
                <c:pt idx="249">
                  <c:v>21490649.466992363</c:v>
                </c:pt>
                <c:pt idx="250">
                  <c:v>21496074.71277871</c:v>
                </c:pt>
                <c:pt idx="251">
                  <c:v>21501437.935273938</c:v>
                </c:pt>
                <c:pt idx="252">
                  <c:v>21506740.066015214</c:v>
                </c:pt>
                <c:pt idx="253">
                  <c:v>21511982.019314546</c:v>
                </c:pt>
                <c:pt idx="254">
                  <c:v>21517164.692635059</c:v>
                </c:pt>
                <c:pt idx="255">
                  <c:v>21522288.9669578</c:v>
                </c:pt>
                <c:pt idx="256">
                  <c:v>21527355.707139354</c:v>
                </c:pt>
                <c:pt idx="257">
                  <c:v>21532365.762260638</c:v>
                </c:pt>
                <c:pt idx="258">
                  <c:v>21537319.96596691</c:v>
                </c:pt>
                <c:pt idx="259">
                  <c:v>21542219.136799492</c:v>
                </c:pt>
                <c:pt idx="260">
                  <c:v>21547064.078519206</c:v>
                </c:pt>
                <c:pt idx="261">
                  <c:v>21551855.580421932</c:v>
                </c:pt>
                <c:pt idx="262">
                  <c:v>21556594.417646367</c:v>
                </c:pt>
                <c:pt idx="263">
                  <c:v>21561281.3514743</c:v>
                </c:pt>
                <c:pt idx="264">
                  <c:v>21565917.129623562</c:v>
                </c:pt>
                <c:pt idx="265">
                  <c:v>21570502.486533858</c:v>
                </c:pt>
                <c:pt idx="266">
                  <c:v>21575038.143645667</c:v>
                </c:pt>
                <c:pt idx="267">
                  <c:v>21579524.80967243</c:v>
                </c:pt>
                <c:pt idx="268">
                  <c:v>21583963.180866182</c:v>
                </c:pt>
                <c:pt idx="269">
                  <c:v>21588353.941276789</c:v>
                </c:pt>
                <c:pt idx="270">
                  <c:v>21592697.763005015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818-4422-8440-D7EB39E171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03956064"/>
        <c:axId val="557071536"/>
      </c:line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ROI</c:v>
                </c:pt>
              </c:strCache>
            </c:strRef>
          </c:tx>
          <c:spPr>
            <a:ln w="19050" cap="rnd">
              <a:solidFill>
                <a:schemeClr val="tx2"/>
              </a:solidFill>
              <a:round/>
            </a:ln>
            <a:effectLst/>
          </c:spPr>
          <c:marker>
            <c:symbol val="none"/>
          </c:marker>
          <c:cat>
            <c:numRef>
              <c:f>Sheet1!$A$2:$A$1057</c:f>
              <c:numCache>
                <c:formatCode>_(* #,##0_);_(* \(#,##0\);_(* "-"??_);_(@_)</c:formatCode>
                <c:ptCount val="271"/>
                <c:pt idx="0">
                  <c:v>0</c:v>
                </c:pt>
                <c:pt idx="1">
                  <c:v>100000</c:v>
                </c:pt>
                <c:pt idx="2">
                  <c:v>200000</c:v>
                </c:pt>
                <c:pt idx="3">
                  <c:v>300000</c:v>
                </c:pt>
                <c:pt idx="4">
                  <c:v>400000</c:v>
                </c:pt>
                <c:pt idx="5">
                  <c:v>500000</c:v>
                </c:pt>
                <c:pt idx="6">
                  <c:v>600000</c:v>
                </c:pt>
                <c:pt idx="7">
                  <c:v>700000</c:v>
                </c:pt>
                <c:pt idx="8">
                  <c:v>800000</c:v>
                </c:pt>
                <c:pt idx="9">
                  <c:v>900000</c:v>
                </c:pt>
                <c:pt idx="10">
                  <c:v>1000000</c:v>
                </c:pt>
                <c:pt idx="11">
                  <c:v>1100000</c:v>
                </c:pt>
                <c:pt idx="12">
                  <c:v>1200000</c:v>
                </c:pt>
                <c:pt idx="13">
                  <c:v>1300000</c:v>
                </c:pt>
                <c:pt idx="14">
                  <c:v>1400000</c:v>
                </c:pt>
                <c:pt idx="15">
                  <c:v>1500000</c:v>
                </c:pt>
                <c:pt idx="16">
                  <c:v>1600000</c:v>
                </c:pt>
                <c:pt idx="17">
                  <c:v>1700000</c:v>
                </c:pt>
                <c:pt idx="18">
                  <c:v>1800000</c:v>
                </c:pt>
                <c:pt idx="19">
                  <c:v>1900000</c:v>
                </c:pt>
                <c:pt idx="20">
                  <c:v>2000000</c:v>
                </c:pt>
                <c:pt idx="21">
                  <c:v>2100000</c:v>
                </c:pt>
                <c:pt idx="22">
                  <c:v>2200000</c:v>
                </c:pt>
                <c:pt idx="23">
                  <c:v>2300000</c:v>
                </c:pt>
                <c:pt idx="24">
                  <c:v>2400000</c:v>
                </c:pt>
                <c:pt idx="25">
                  <c:v>2500000</c:v>
                </c:pt>
                <c:pt idx="26">
                  <c:v>2600000</c:v>
                </c:pt>
                <c:pt idx="27">
                  <c:v>2700000</c:v>
                </c:pt>
                <c:pt idx="28">
                  <c:v>2800000</c:v>
                </c:pt>
                <c:pt idx="29">
                  <c:v>2900000</c:v>
                </c:pt>
                <c:pt idx="30">
                  <c:v>3000000</c:v>
                </c:pt>
                <c:pt idx="31">
                  <c:v>3100000</c:v>
                </c:pt>
                <c:pt idx="32">
                  <c:v>3200000</c:v>
                </c:pt>
                <c:pt idx="33">
                  <c:v>3300000</c:v>
                </c:pt>
                <c:pt idx="34">
                  <c:v>3400000</c:v>
                </c:pt>
                <c:pt idx="35">
                  <c:v>3500000</c:v>
                </c:pt>
                <c:pt idx="36">
                  <c:v>3600000</c:v>
                </c:pt>
                <c:pt idx="37">
                  <c:v>3700000</c:v>
                </c:pt>
                <c:pt idx="38">
                  <c:v>3800000</c:v>
                </c:pt>
                <c:pt idx="39">
                  <c:v>3900000</c:v>
                </c:pt>
                <c:pt idx="40">
                  <c:v>4000000</c:v>
                </c:pt>
                <c:pt idx="41">
                  <c:v>4100000</c:v>
                </c:pt>
                <c:pt idx="42">
                  <c:v>4200000</c:v>
                </c:pt>
                <c:pt idx="43">
                  <c:v>4300000</c:v>
                </c:pt>
                <c:pt idx="44">
                  <c:v>4400000</c:v>
                </c:pt>
                <c:pt idx="45">
                  <c:v>4500000</c:v>
                </c:pt>
                <c:pt idx="46">
                  <c:v>4600000</c:v>
                </c:pt>
                <c:pt idx="47">
                  <c:v>4700000</c:v>
                </c:pt>
                <c:pt idx="48">
                  <c:v>4800000</c:v>
                </c:pt>
                <c:pt idx="49">
                  <c:v>4900000</c:v>
                </c:pt>
                <c:pt idx="50">
                  <c:v>5000000</c:v>
                </c:pt>
                <c:pt idx="51">
                  <c:v>5100000</c:v>
                </c:pt>
                <c:pt idx="52">
                  <c:v>5200000</c:v>
                </c:pt>
                <c:pt idx="53">
                  <c:v>5300000</c:v>
                </c:pt>
                <c:pt idx="54">
                  <c:v>5400000</c:v>
                </c:pt>
                <c:pt idx="55">
                  <c:v>5500000</c:v>
                </c:pt>
                <c:pt idx="56">
                  <c:v>5600000</c:v>
                </c:pt>
                <c:pt idx="57">
                  <c:v>5700000</c:v>
                </c:pt>
                <c:pt idx="58">
                  <c:v>5800000</c:v>
                </c:pt>
                <c:pt idx="59">
                  <c:v>5900000</c:v>
                </c:pt>
                <c:pt idx="60">
                  <c:v>6000000</c:v>
                </c:pt>
                <c:pt idx="61">
                  <c:v>6100000</c:v>
                </c:pt>
                <c:pt idx="62">
                  <c:v>6200000</c:v>
                </c:pt>
                <c:pt idx="63">
                  <c:v>6300000</c:v>
                </c:pt>
                <c:pt idx="64">
                  <c:v>6400000</c:v>
                </c:pt>
                <c:pt idx="65">
                  <c:v>6500000</c:v>
                </c:pt>
                <c:pt idx="66">
                  <c:v>6600000</c:v>
                </c:pt>
                <c:pt idx="67">
                  <c:v>6700000</c:v>
                </c:pt>
                <c:pt idx="68">
                  <c:v>6800000</c:v>
                </c:pt>
                <c:pt idx="69">
                  <c:v>6900000</c:v>
                </c:pt>
                <c:pt idx="70">
                  <c:v>7000000</c:v>
                </c:pt>
                <c:pt idx="71">
                  <c:v>7100000</c:v>
                </c:pt>
                <c:pt idx="72">
                  <c:v>7200000</c:v>
                </c:pt>
                <c:pt idx="73">
                  <c:v>7300000</c:v>
                </c:pt>
                <c:pt idx="74">
                  <c:v>7400000</c:v>
                </c:pt>
                <c:pt idx="75">
                  <c:v>7500000</c:v>
                </c:pt>
                <c:pt idx="76">
                  <c:v>7600000</c:v>
                </c:pt>
                <c:pt idx="77">
                  <c:v>7700000</c:v>
                </c:pt>
                <c:pt idx="78">
                  <c:v>7800000</c:v>
                </c:pt>
                <c:pt idx="79">
                  <c:v>7900000</c:v>
                </c:pt>
                <c:pt idx="80">
                  <c:v>8000000</c:v>
                </c:pt>
                <c:pt idx="81">
                  <c:v>8100000</c:v>
                </c:pt>
                <c:pt idx="82">
                  <c:v>8200000</c:v>
                </c:pt>
                <c:pt idx="83">
                  <c:v>8300000</c:v>
                </c:pt>
                <c:pt idx="84">
                  <c:v>8400000</c:v>
                </c:pt>
                <c:pt idx="85">
                  <c:v>8500000</c:v>
                </c:pt>
                <c:pt idx="86">
                  <c:v>8600000</c:v>
                </c:pt>
                <c:pt idx="87">
                  <c:v>8700000</c:v>
                </c:pt>
                <c:pt idx="88">
                  <c:v>8800000</c:v>
                </c:pt>
                <c:pt idx="89">
                  <c:v>8900000</c:v>
                </c:pt>
                <c:pt idx="90">
                  <c:v>9000000</c:v>
                </c:pt>
                <c:pt idx="91">
                  <c:v>9100000</c:v>
                </c:pt>
                <c:pt idx="92">
                  <c:v>9200000</c:v>
                </c:pt>
                <c:pt idx="93">
                  <c:v>9300000</c:v>
                </c:pt>
                <c:pt idx="94">
                  <c:v>9400000</c:v>
                </c:pt>
                <c:pt idx="95">
                  <c:v>9500000</c:v>
                </c:pt>
                <c:pt idx="96">
                  <c:v>9600000</c:v>
                </c:pt>
                <c:pt idx="97">
                  <c:v>9700000</c:v>
                </c:pt>
                <c:pt idx="98">
                  <c:v>9800000</c:v>
                </c:pt>
                <c:pt idx="99">
                  <c:v>9900000</c:v>
                </c:pt>
                <c:pt idx="100">
                  <c:v>10000000</c:v>
                </c:pt>
                <c:pt idx="101">
                  <c:v>10100000</c:v>
                </c:pt>
                <c:pt idx="102">
                  <c:v>10200000</c:v>
                </c:pt>
                <c:pt idx="103">
                  <c:v>10300000</c:v>
                </c:pt>
                <c:pt idx="104">
                  <c:v>10400000</c:v>
                </c:pt>
                <c:pt idx="105">
                  <c:v>10500000</c:v>
                </c:pt>
                <c:pt idx="106">
                  <c:v>10600000</c:v>
                </c:pt>
                <c:pt idx="107">
                  <c:v>10700000</c:v>
                </c:pt>
                <c:pt idx="108">
                  <c:v>10800000</c:v>
                </c:pt>
                <c:pt idx="109">
                  <c:v>10900000</c:v>
                </c:pt>
                <c:pt idx="110">
                  <c:v>11000000</c:v>
                </c:pt>
                <c:pt idx="111">
                  <c:v>11100000</c:v>
                </c:pt>
                <c:pt idx="112">
                  <c:v>11200000</c:v>
                </c:pt>
                <c:pt idx="113">
                  <c:v>11300000</c:v>
                </c:pt>
                <c:pt idx="114">
                  <c:v>11400000</c:v>
                </c:pt>
                <c:pt idx="115">
                  <c:v>11500000</c:v>
                </c:pt>
                <c:pt idx="116">
                  <c:v>11600000</c:v>
                </c:pt>
                <c:pt idx="117">
                  <c:v>11700000</c:v>
                </c:pt>
                <c:pt idx="118">
                  <c:v>11800000</c:v>
                </c:pt>
                <c:pt idx="119">
                  <c:v>11900000</c:v>
                </c:pt>
                <c:pt idx="120">
                  <c:v>12000000</c:v>
                </c:pt>
                <c:pt idx="121">
                  <c:v>12100000</c:v>
                </c:pt>
                <c:pt idx="122">
                  <c:v>12200000</c:v>
                </c:pt>
                <c:pt idx="123">
                  <c:v>12300000</c:v>
                </c:pt>
                <c:pt idx="124">
                  <c:v>12400000</c:v>
                </c:pt>
                <c:pt idx="125">
                  <c:v>12500000</c:v>
                </c:pt>
                <c:pt idx="126">
                  <c:v>12600000</c:v>
                </c:pt>
                <c:pt idx="127">
                  <c:v>12700000</c:v>
                </c:pt>
                <c:pt idx="128">
                  <c:v>12800000</c:v>
                </c:pt>
                <c:pt idx="129">
                  <c:v>12900000</c:v>
                </c:pt>
                <c:pt idx="130">
                  <c:v>13000000</c:v>
                </c:pt>
                <c:pt idx="131">
                  <c:v>13100000</c:v>
                </c:pt>
                <c:pt idx="132">
                  <c:v>13200000</c:v>
                </c:pt>
                <c:pt idx="133">
                  <c:v>13300000</c:v>
                </c:pt>
                <c:pt idx="134">
                  <c:v>13400000</c:v>
                </c:pt>
                <c:pt idx="135">
                  <c:v>13500000</c:v>
                </c:pt>
                <c:pt idx="136">
                  <c:v>13600000</c:v>
                </c:pt>
                <c:pt idx="137">
                  <c:v>13700000</c:v>
                </c:pt>
                <c:pt idx="138">
                  <c:v>13800000</c:v>
                </c:pt>
                <c:pt idx="139">
                  <c:v>13900000</c:v>
                </c:pt>
                <c:pt idx="140">
                  <c:v>14000000</c:v>
                </c:pt>
                <c:pt idx="141">
                  <c:v>14100000</c:v>
                </c:pt>
                <c:pt idx="142">
                  <c:v>14200000</c:v>
                </c:pt>
                <c:pt idx="143">
                  <c:v>14300000</c:v>
                </c:pt>
                <c:pt idx="144">
                  <c:v>14400000</c:v>
                </c:pt>
                <c:pt idx="145">
                  <c:v>14500000</c:v>
                </c:pt>
                <c:pt idx="146">
                  <c:v>14600000</c:v>
                </c:pt>
                <c:pt idx="147">
                  <c:v>14700000</c:v>
                </c:pt>
                <c:pt idx="148">
                  <c:v>14800000</c:v>
                </c:pt>
                <c:pt idx="149">
                  <c:v>14900000</c:v>
                </c:pt>
                <c:pt idx="150">
                  <c:v>15000000</c:v>
                </c:pt>
                <c:pt idx="151">
                  <c:v>15100000</c:v>
                </c:pt>
                <c:pt idx="152">
                  <c:v>15200000</c:v>
                </c:pt>
                <c:pt idx="153">
                  <c:v>15300000</c:v>
                </c:pt>
                <c:pt idx="154">
                  <c:v>15400000</c:v>
                </c:pt>
                <c:pt idx="155">
                  <c:v>15500000</c:v>
                </c:pt>
                <c:pt idx="156">
                  <c:v>15600000</c:v>
                </c:pt>
                <c:pt idx="157">
                  <c:v>15700000</c:v>
                </c:pt>
                <c:pt idx="158">
                  <c:v>15800000</c:v>
                </c:pt>
                <c:pt idx="159">
                  <c:v>15900000</c:v>
                </c:pt>
                <c:pt idx="160">
                  <c:v>16000000</c:v>
                </c:pt>
                <c:pt idx="161">
                  <c:v>16100000</c:v>
                </c:pt>
                <c:pt idx="162">
                  <c:v>16200000</c:v>
                </c:pt>
                <c:pt idx="163">
                  <c:v>16300000</c:v>
                </c:pt>
                <c:pt idx="164">
                  <c:v>16400000</c:v>
                </c:pt>
                <c:pt idx="165">
                  <c:v>16500000</c:v>
                </c:pt>
                <c:pt idx="166">
                  <c:v>16600000</c:v>
                </c:pt>
                <c:pt idx="167">
                  <c:v>16700000</c:v>
                </c:pt>
                <c:pt idx="168">
                  <c:v>16800000</c:v>
                </c:pt>
                <c:pt idx="169">
                  <c:v>16900000</c:v>
                </c:pt>
                <c:pt idx="170">
                  <c:v>17000000</c:v>
                </c:pt>
                <c:pt idx="171">
                  <c:v>17100000</c:v>
                </c:pt>
                <c:pt idx="172">
                  <c:v>17200000</c:v>
                </c:pt>
                <c:pt idx="173">
                  <c:v>17300000</c:v>
                </c:pt>
                <c:pt idx="174">
                  <c:v>17400000</c:v>
                </c:pt>
                <c:pt idx="175">
                  <c:v>17500000</c:v>
                </c:pt>
                <c:pt idx="176">
                  <c:v>17600000</c:v>
                </c:pt>
                <c:pt idx="177">
                  <c:v>17700000</c:v>
                </c:pt>
                <c:pt idx="178">
                  <c:v>17800000</c:v>
                </c:pt>
                <c:pt idx="179">
                  <c:v>17900000</c:v>
                </c:pt>
                <c:pt idx="180">
                  <c:v>18000000</c:v>
                </c:pt>
                <c:pt idx="181">
                  <c:v>18100000</c:v>
                </c:pt>
                <c:pt idx="182">
                  <c:v>18200000</c:v>
                </c:pt>
                <c:pt idx="183">
                  <c:v>18300000</c:v>
                </c:pt>
                <c:pt idx="184">
                  <c:v>18400000</c:v>
                </c:pt>
                <c:pt idx="185">
                  <c:v>18500000</c:v>
                </c:pt>
                <c:pt idx="186">
                  <c:v>18600000</c:v>
                </c:pt>
                <c:pt idx="187">
                  <c:v>18700000</c:v>
                </c:pt>
                <c:pt idx="188">
                  <c:v>18800000</c:v>
                </c:pt>
                <c:pt idx="189">
                  <c:v>18900000</c:v>
                </c:pt>
                <c:pt idx="190">
                  <c:v>19000000</c:v>
                </c:pt>
                <c:pt idx="191">
                  <c:v>19100000</c:v>
                </c:pt>
                <c:pt idx="192">
                  <c:v>19200000</c:v>
                </c:pt>
                <c:pt idx="193">
                  <c:v>19300000</c:v>
                </c:pt>
                <c:pt idx="194">
                  <c:v>19400000</c:v>
                </c:pt>
                <c:pt idx="195">
                  <c:v>19500000</c:v>
                </c:pt>
                <c:pt idx="196">
                  <c:v>19600000</c:v>
                </c:pt>
                <c:pt idx="197">
                  <c:v>19700000</c:v>
                </c:pt>
                <c:pt idx="198">
                  <c:v>19800000</c:v>
                </c:pt>
                <c:pt idx="199">
                  <c:v>19900000</c:v>
                </c:pt>
                <c:pt idx="200">
                  <c:v>20000000</c:v>
                </c:pt>
                <c:pt idx="201">
                  <c:v>20100000</c:v>
                </c:pt>
                <c:pt idx="202">
                  <c:v>20200000</c:v>
                </c:pt>
                <c:pt idx="203">
                  <c:v>20300000</c:v>
                </c:pt>
                <c:pt idx="204">
                  <c:v>20400000</c:v>
                </c:pt>
                <c:pt idx="205">
                  <c:v>20500000</c:v>
                </c:pt>
                <c:pt idx="206">
                  <c:v>20600000</c:v>
                </c:pt>
                <c:pt idx="207">
                  <c:v>20700000</c:v>
                </c:pt>
                <c:pt idx="208">
                  <c:v>20800000</c:v>
                </c:pt>
                <c:pt idx="209">
                  <c:v>20900000</c:v>
                </c:pt>
                <c:pt idx="210">
                  <c:v>21000000</c:v>
                </c:pt>
                <c:pt idx="211">
                  <c:v>21100000</c:v>
                </c:pt>
                <c:pt idx="212">
                  <c:v>21200000</c:v>
                </c:pt>
                <c:pt idx="213">
                  <c:v>21300000</c:v>
                </c:pt>
                <c:pt idx="214">
                  <c:v>21400000</c:v>
                </c:pt>
                <c:pt idx="215">
                  <c:v>21500000</c:v>
                </c:pt>
                <c:pt idx="216">
                  <c:v>21600000</c:v>
                </c:pt>
                <c:pt idx="217">
                  <c:v>21700000</c:v>
                </c:pt>
                <c:pt idx="218">
                  <c:v>21800000</c:v>
                </c:pt>
                <c:pt idx="219">
                  <c:v>21900000</c:v>
                </c:pt>
                <c:pt idx="220">
                  <c:v>22000000</c:v>
                </c:pt>
                <c:pt idx="221">
                  <c:v>22100000</c:v>
                </c:pt>
                <c:pt idx="222">
                  <c:v>22200000</c:v>
                </c:pt>
                <c:pt idx="223">
                  <c:v>22300000</c:v>
                </c:pt>
                <c:pt idx="224">
                  <c:v>22400000</c:v>
                </c:pt>
                <c:pt idx="225">
                  <c:v>22500000</c:v>
                </c:pt>
                <c:pt idx="226">
                  <c:v>22600000</c:v>
                </c:pt>
                <c:pt idx="227">
                  <c:v>22700000</c:v>
                </c:pt>
                <c:pt idx="228">
                  <c:v>22800000</c:v>
                </c:pt>
                <c:pt idx="229">
                  <c:v>22900000</c:v>
                </c:pt>
                <c:pt idx="230">
                  <c:v>23000000</c:v>
                </c:pt>
                <c:pt idx="231">
                  <c:v>23100000</c:v>
                </c:pt>
                <c:pt idx="232">
                  <c:v>23200000</c:v>
                </c:pt>
                <c:pt idx="233">
                  <c:v>23300000</c:v>
                </c:pt>
                <c:pt idx="234">
                  <c:v>23400000</c:v>
                </c:pt>
                <c:pt idx="235">
                  <c:v>23500000</c:v>
                </c:pt>
                <c:pt idx="236">
                  <c:v>23600000</c:v>
                </c:pt>
                <c:pt idx="237">
                  <c:v>23700000</c:v>
                </c:pt>
                <c:pt idx="238">
                  <c:v>23800000</c:v>
                </c:pt>
                <c:pt idx="239">
                  <c:v>23900000</c:v>
                </c:pt>
                <c:pt idx="240">
                  <c:v>24000000</c:v>
                </c:pt>
                <c:pt idx="241">
                  <c:v>24100000</c:v>
                </c:pt>
                <c:pt idx="242">
                  <c:v>24200000</c:v>
                </c:pt>
                <c:pt idx="243">
                  <c:v>24300000</c:v>
                </c:pt>
                <c:pt idx="244">
                  <c:v>24400000</c:v>
                </c:pt>
                <c:pt idx="245">
                  <c:v>24500000</c:v>
                </c:pt>
                <c:pt idx="246">
                  <c:v>24600000</c:v>
                </c:pt>
                <c:pt idx="247">
                  <c:v>24700000</c:v>
                </c:pt>
                <c:pt idx="248">
                  <c:v>24800000</c:v>
                </c:pt>
                <c:pt idx="249">
                  <c:v>24900000</c:v>
                </c:pt>
                <c:pt idx="250">
                  <c:v>25000000</c:v>
                </c:pt>
                <c:pt idx="251">
                  <c:v>25100000</c:v>
                </c:pt>
                <c:pt idx="252">
                  <c:v>25200000</c:v>
                </c:pt>
                <c:pt idx="253">
                  <c:v>25300000</c:v>
                </c:pt>
                <c:pt idx="254">
                  <c:v>25400000</c:v>
                </c:pt>
                <c:pt idx="255">
                  <c:v>25500000</c:v>
                </c:pt>
                <c:pt idx="256">
                  <c:v>25600000</c:v>
                </c:pt>
                <c:pt idx="257">
                  <c:v>25700000</c:v>
                </c:pt>
                <c:pt idx="258">
                  <c:v>25800000</c:v>
                </c:pt>
                <c:pt idx="259">
                  <c:v>25900000</c:v>
                </c:pt>
                <c:pt idx="260">
                  <c:v>26000000</c:v>
                </c:pt>
                <c:pt idx="261">
                  <c:v>26100000</c:v>
                </c:pt>
                <c:pt idx="262">
                  <c:v>26200000</c:v>
                </c:pt>
                <c:pt idx="263">
                  <c:v>26300000</c:v>
                </c:pt>
                <c:pt idx="264">
                  <c:v>26400000</c:v>
                </c:pt>
                <c:pt idx="265">
                  <c:v>26500000</c:v>
                </c:pt>
                <c:pt idx="266">
                  <c:v>26600000</c:v>
                </c:pt>
                <c:pt idx="267">
                  <c:v>26700000</c:v>
                </c:pt>
                <c:pt idx="268">
                  <c:v>26800000</c:v>
                </c:pt>
                <c:pt idx="269">
                  <c:v>26900000</c:v>
                </c:pt>
                <c:pt idx="270">
                  <c:v>27000000</c:v>
                </c:pt>
              </c:numCache>
            </c:numRef>
          </c:cat>
          <c:val>
            <c:numRef>
              <c:f>Sheet1!$C$2:$C$1057</c:f>
              <c:numCache>
                <c:formatCode>General</c:formatCode>
                <c:ptCount val="271"/>
                <c:pt idx="0">
                  <c:v>0</c:v>
                </c:pt>
                <c:pt idx="1">
                  <c:v>0.10959647574496639</c:v>
                </c:pt>
                <c:pt idx="2">
                  <c:v>0.2188686852533526</c:v>
                </c:pt>
                <c:pt idx="3">
                  <c:v>0.32749555247555184</c:v>
                </c:pt>
                <c:pt idx="4">
                  <c:v>0.43516231605229616</c:v>
                </c:pt>
                <c:pt idx="5">
                  <c:v>0.54156352475898895</c:v>
                </c:pt>
                <c:pt idx="6">
                  <c:v>0.64640584500869047</c:v>
                </c:pt>
                <c:pt idx="7">
                  <c:v>0.74941062797215663</c:v>
                </c:pt>
                <c:pt idx="8">
                  <c:v>0.85031619192828733</c:v>
                </c:pt>
                <c:pt idx="9">
                  <c:v>0.94887978472137924</c:v>
                </c:pt>
                <c:pt idx="10">
                  <c:v>1.0448792012237971</c:v>
                </c:pt>
                <c:pt idx="11">
                  <c:v>1.1381140410205577</c:v>
                </c:pt>
                <c:pt idx="12">
                  <c:v>1.2284066016988497</c:v>
                </c:pt>
                <c:pt idx="13">
                  <c:v>1.3156024127342729</c:v>
                </c:pt>
                <c:pt idx="14">
                  <c:v>1.3995704236721513</c:v>
                </c:pt>
                <c:pt idx="15">
                  <c:v>1.4802028678387065</c:v>
                </c:pt>
                <c:pt idx="16">
                  <c:v>1.5574148289984706</c:v>
                </c:pt>
                <c:pt idx="17">
                  <c:v>1.6311435431008996</c:v>
                </c:pt>
                <c:pt idx="18">
                  <c:v>1.7013474705110934</c:v>
                </c:pt>
                <c:pt idx="19">
                  <c:v>1.7680051759468607</c:v>
                </c:pt>
                <c:pt idx="20">
                  <c:v>1.8311140538557122</c:v>
                </c:pt>
                <c:pt idx="21">
                  <c:v>1.8906889363131034</c:v>
                </c:pt>
                <c:pt idx="22">
                  <c:v>1.9467606188879163</c:v>
                </c:pt>
                <c:pt idx="23">
                  <c:v>1.9993743374999324</c:v>
                </c:pt>
                <c:pt idx="24">
                  <c:v>2.0485882262847901</c:v>
                </c:pt>
                <c:pt idx="25">
                  <c:v>2.0944717830761297</c:v>
                </c:pt>
                <c:pt idx="26">
                  <c:v>2.1371043654873931</c:v>
                </c:pt>
                <c:pt idx="27">
                  <c:v>2.1765737368811275</c:v>
                </c:pt>
                <c:pt idx="28">
                  <c:v>2.2129746778807271</c:v>
                </c:pt>
                <c:pt idx="29">
                  <c:v>2.2464076756129447</c:v>
                </c:pt>
                <c:pt idx="30">
                  <c:v>2.2769776996463933</c:v>
                </c:pt>
                <c:pt idx="31">
                  <c:v>2.3047930706673609</c:v>
                </c:pt>
                <c:pt idx="32">
                  <c:v>2.3299644253423506</c:v>
                </c:pt>
                <c:pt idx="33">
                  <c:v>2.3526037785721594</c:v>
                </c:pt>
                <c:pt idx="34">
                  <c:v>2.372823682445508</c:v>
                </c:pt>
                <c:pt idx="35">
                  <c:v>2.3907364796388242</c:v>
                </c:pt>
                <c:pt idx="36">
                  <c:v>2.4064536477634588</c:v>
                </c:pt>
                <c:pt idx="37">
                  <c:v>2.4200852302048164</c:v>
                </c:pt>
                <c:pt idx="38">
                  <c:v>2.4317393483002023</c:v>
                </c:pt>
                <c:pt idx="39">
                  <c:v>2.441521789231262</c:v>
                </c:pt>
                <c:pt idx="40">
                  <c:v>2.449535663730916</c:v>
                </c:pt>
                <c:pt idx="41">
                  <c:v>2.4558811275920269</c:v>
                </c:pt>
                <c:pt idx="42">
                  <c:v>2.4606551609870939</c:v>
                </c:pt>
                <c:pt idx="43">
                  <c:v>2.4639513997374416</c:v>
                </c:pt>
                <c:pt idx="44">
                  <c:v>2.4658600128831307</c:v>
                </c:pt>
                <c:pt idx="45">
                  <c:v>2.4664676211795955</c:v>
                </c:pt>
                <c:pt idx="46">
                  <c:v>2.4658572514657831</c:v>
                </c:pt>
                <c:pt idx="47">
                  <c:v>2.46410832219558</c:v>
                </c:pt>
                <c:pt idx="48">
                  <c:v>2.4612966557870415</c:v>
                </c:pt>
                <c:pt idx="49">
                  <c:v>2.4574945138114943</c:v>
                </c:pt>
                <c:pt idx="50">
                  <c:v>2.4527706514091872</c:v>
                </c:pt>
                <c:pt idx="51">
                  <c:v>2.4471903876727352</c:v>
                </c:pt>
                <c:pt idx="52">
                  <c:v>2.4408156890799053</c:v>
                </c:pt>
                <c:pt idx="53">
                  <c:v>2.4337052633795158</c:v>
                </c:pt>
                <c:pt idx="54">
                  <c:v>2.4259146616361398</c:v>
                </c:pt>
                <c:pt idx="55">
                  <c:v>2.4174963864196335</c:v>
                </c:pt>
                <c:pt idx="56">
                  <c:v>2.4085000043835931</c:v>
                </c:pt>
                <c:pt idx="57">
                  <c:v>2.3989722617125291</c:v>
                </c:pt>
                <c:pt idx="58">
                  <c:v>2.3889572011316553</c:v>
                </c:pt>
                <c:pt idx="59">
                  <c:v>2.3784962793658906</c:v>
                </c:pt>
                <c:pt idx="60">
                  <c:v>2.3676284841078119</c:v>
                </c:pt>
                <c:pt idx="61">
                  <c:v>2.3563904497081167</c:v>
                </c:pt>
                <c:pt idx="62">
                  <c:v>2.3448165709389444</c:v>
                </c:pt>
                <c:pt idx="63">
                  <c:v>2.332939114300534</c:v>
                </c:pt>
                <c:pt idx="64">
                  <c:v>2.3207883264474285</c:v>
                </c:pt>
                <c:pt idx="65">
                  <c:v>2.3083925394022864</c:v>
                </c:pt>
                <c:pt idx="66">
                  <c:v>2.2957782723052951</c:v>
                </c:pt>
                <c:pt idx="67">
                  <c:v>2.2829703295158716</c:v>
                </c:pt>
                <c:pt idx="68">
                  <c:v>2.269991894942351</c:v>
                </c:pt>
                <c:pt idx="69">
                  <c:v>2.2568646225255757</c:v>
                </c:pt>
                <c:pt idx="70">
                  <c:v>2.2436087228446069</c:v>
                </c:pt>
                <c:pt idx="71">
                  <c:v>2.2302430458484674</c:v>
                </c:pt>
                <c:pt idx="72">
                  <c:v>2.2167851597472228</c:v>
                </c:pt>
                <c:pt idx="73">
                  <c:v>2.203251426120024</c:v>
                </c:pt>
                <c:pt idx="74">
                  <c:v>2.1896570713173418</c:v>
                </c:pt>
                <c:pt idx="75">
                  <c:v>2.1760162542503196</c:v>
                </c:pt>
                <c:pt idx="76">
                  <c:v>2.162342130672342</c:v>
                </c:pt>
                <c:pt idx="77">
                  <c:v>2.1486469140672031</c:v>
                </c:pt>
                <c:pt idx="78">
                  <c:v>2.1349419332650181</c:v>
                </c:pt>
                <c:pt idx="79">
                  <c:v>2.1212376869115528</c:v>
                </c:pt>
                <c:pt idx="80">
                  <c:v>2.1075438949194552</c:v>
                </c:pt>
                <c:pt idx="81">
                  <c:v>2.0938695470311215</c:v>
                </c:pt>
                <c:pt idx="82">
                  <c:v>2.0802229486229034</c:v>
                </c:pt>
                <c:pt idx="83">
                  <c:v>2.0666117638792931</c:v>
                </c:pt>
                <c:pt idx="84">
                  <c:v>2.0530430564638276</c:v>
                </c:pt>
                <c:pt idx="85">
                  <c:v>2.0395233278108482</c:v>
                </c:pt>
                <c:pt idx="86">
                  <c:v>2.0260585531590758</c:v>
                </c:pt>
                <c:pt idx="87">
                  <c:v>2.0126542154444587</c:v>
                </c:pt>
                <c:pt idx="88">
                  <c:v>1.9993153371657837</c:v>
                </c:pt>
                <c:pt idx="89">
                  <c:v>1.986046510332518</c:v>
                </c:pt>
                <c:pt idx="90">
                  <c:v>1.9728519246000176</c:v>
                </c:pt>
                <c:pt idx="91">
                  <c:v>1.9597353936929105</c:v>
                </c:pt>
                <c:pt idx="92">
                  <c:v>1.9467003802130622</c:v>
                </c:pt>
                <c:pt idx="93">
                  <c:v>1.9337500189241827</c:v>
                </c:pt>
                <c:pt idx="94">
                  <c:v>1.9208871386006989</c:v>
                </c:pt>
                <c:pt idx="95">
                  <c:v>1.908114282524328</c:v>
                </c:pt>
                <c:pt idx="96">
                  <c:v>1.8954337277075823</c:v>
                </c:pt>
                <c:pt idx="97">
                  <c:v>1.8828475029192941</c:v>
                </c:pt>
                <c:pt idx="98">
                  <c:v>1.8703574055834036</c:v>
                </c:pt>
                <c:pt idx="99">
                  <c:v>1.8579650176183609</c:v>
                </c:pt>
                <c:pt idx="100">
                  <c:v>1.8456717202808648</c:v>
                </c:pt>
                <c:pt idx="101">
                  <c:v>1.8334787080740804</c:v>
                </c:pt>
                <c:pt idx="102">
                  <c:v>1.8213870017771769</c:v>
                </c:pt>
                <c:pt idx="103">
                  <c:v>1.8093974606497381</c:v>
                </c:pt>
                <c:pt idx="104">
                  <c:v>1.7975107938615376</c:v>
                </c:pt>
                <c:pt idx="105">
                  <c:v>1.7857275711952529</c:v>
                </c:pt>
                <c:pt idx="106">
                  <c:v>1.7740482330669065</c:v>
                </c:pt>
                <c:pt idx="107">
                  <c:v>1.7624730999061706</c:v>
                </c:pt>
                <c:pt idx="108">
                  <c:v>1.7510023809361586</c:v>
                </c:pt>
                <c:pt idx="109">
                  <c:v>1.7396361823899995</c:v>
                </c:pt>
                <c:pt idx="110">
                  <c:v>1.7283745151991894</c:v>
                </c:pt>
                <c:pt idx="111">
                  <c:v>1.7172173021866493</c:v>
                </c:pt>
                <c:pt idx="112">
                  <c:v>1.7061643847953853</c:v>
                </c:pt>
                <c:pt idx="113">
                  <c:v>1.6952155293817739</c:v>
                </c:pt>
                <c:pt idx="114">
                  <c:v>1.6843704331007223</c:v>
                </c:pt>
                <c:pt idx="115">
                  <c:v>1.6736287294082615</c:v>
                </c:pt>
                <c:pt idx="116">
                  <c:v>1.6629899932055798</c:v>
                </c:pt>
                <c:pt idx="117">
                  <c:v>1.6524537456470096</c:v>
                </c:pt>
                <c:pt idx="118">
                  <c:v>1.6420194586330532</c:v>
                </c:pt>
                <c:pt idx="119">
                  <c:v>1.6316865590083001</c:v>
                </c:pt>
                <c:pt idx="120">
                  <c:v>1.6214544324827713</c:v>
                </c:pt>
                <c:pt idx="121">
                  <c:v>1.6113224272941207</c:v>
                </c:pt>
                <c:pt idx="122">
                  <c:v>1.6012898576270334</c:v>
                </c:pt>
                <c:pt idx="123">
                  <c:v>1.5913560068051071</c:v>
                </c:pt>
                <c:pt idx="124">
                  <c:v>1.5815201302695945</c:v>
                </c:pt>
                <c:pt idx="125">
                  <c:v>1.5717814583584446</c:v>
                </c:pt>
                <c:pt idx="126">
                  <c:v>1.5621391988982669</c:v>
                </c:pt>
                <c:pt idx="127">
                  <c:v>1.5525925396210225</c:v>
                </c:pt>
                <c:pt idx="128">
                  <c:v>1.5431406504165519</c:v>
                </c:pt>
                <c:pt idx="129">
                  <c:v>1.5337826854312921</c:v>
                </c:pt>
                <c:pt idx="130">
                  <c:v>1.5245177850229508</c:v>
                </c:pt>
                <c:pt idx="131">
                  <c:v>1.5153450775802315</c:v>
                </c:pt>
                <c:pt idx="132">
                  <c:v>1.5062636812161854</c:v>
                </c:pt>
                <c:pt idx="133">
                  <c:v>1.4972727053431922</c:v>
                </c:pt>
                <c:pt idx="134">
                  <c:v>1.4883712521370949</c:v>
                </c:pt>
                <c:pt idx="135">
                  <c:v>1.4795584178975061</c:v>
                </c:pt>
                <c:pt idx="136">
                  <c:v>1.4708332943109166</c:v>
                </c:pt>
                <c:pt idx="137">
                  <c:v>1.4621949696227783</c:v>
                </c:pt>
                <c:pt idx="138">
                  <c:v>1.4536425297243498</c:v>
                </c:pt>
                <c:pt idx="139">
                  <c:v>1.4451750591597636</c:v>
                </c:pt>
                <c:pt idx="140">
                  <c:v>1.4367916420583933</c:v>
                </c:pt>
                <c:pt idx="141">
                  <c:v>1.4284913629972995</c:v>
                </c:pt>
                <c:pt idx="142">
                  <c:v>1.4202733077982399</c:v>
                </c:pt>
                <c:pt idx="143">
                  <c:v>1.4121365642634358</c:v>
                </c:pt>
                <c:pt idx="144">
                  <c:v>1.4040802228540241</c:v>
                </c:pt>
                <c:pt idx="145">
                  <c:v>1.3961033773148994</c:v>
                </c:pt>
                <c:pt idx="146">
                  <c:v>1.3882051252493877</c:v>
                </c:pt>
                <c:pt idx="147">
                  <c:v>1.3803845686470118</c:v>
                </c:pt>
                <c:pt idx="148">
                  <c:v>1.3726408143673658</c:v>
                </c:pt>
                <c:pt idx="149">
                  <c:v>1.3649729745829804</c:v>
                </c:pt>
                <c:pt idx="150">
                  <c:v>1.3573801671838166</c:v>
                </c:pt>
                <c:pt idx="151">
                  <c:v>1.3498615161459282</c:v>
                </c:pt>
                <c:pt idx="152">
                  <c:v>1.3424161518666131</c:v>
                </c:pt>
                <c:pt idx="153">
                  <c:v>1.3350432114682766</c:v>
                </c:pt>
                <c:pt idx="154">
                  <c:v>1.327741839073062</c:v>
                </c:pt>
                <c:pt idx="155">
                  <c:v>1.320511186050195</c:v>
                </c:pt>
                <c:pt idx="156">
                  <c:v>1.3133504112378462</c:v>
                </c:pt>
                <c:pt idx="157">
                  <c:v>1.3062586811412253</c:v>
                </c:pt>
                <c:pt idx="158">
                  <c:v>1.299235170108497</c:v>
                </c:pt>
                <c:pt idx="159">
                  <c:v>1.2922790604860239</c:v>
                </c:pt>
                <c:pt idx="160">
                  <c:v>1.285389542754332</c:v>
                </c:pt>
                <c:pt idx="161">
                  <c:v>1.2785658156461164</c:v>
                </c:pt>
                <c:pt idx="162">
                  <c:v>1.2718070862475297</c:v>
                </c:pt>
                <c:pt idx="163">
                  <c:v>1.2651125700839012</c:v>
                </c:pt>
                <c:pt idx="164">
                  <c:v>1.258481491190977</c:v>
                </c:pt>
                <c:pt idx="165">
                  <c:v>1.2519130821726929</c:v>
                </c:pt>
                <c:pt idx="166">
                  <c:v>1.2454065842464404</c:v>
                </c:pt>
                <c:pt idx="167">
                  <c:v>1.2389612472767157</c:v>
                </c:pt>
                <c:pt idx="168">
                  <c:v>1.2325763297979875</c:v>
                </c:pt>
                <c:pt idx="169">
                  <c:v>1.2262510990275746</c:v>
                </c:pt>
                <c:pt idx="170">
                  <c:v>1.2199848308692613</c:v>
                </c:pt>
                <c:pt idx="171">
                  <c:v>1.2137768099083517</c:v>
                </c:pt>
                <c:pt idx="172">
                  <c:v>1.2076263293987912</c:v>
                </c:pt>
                <c:pt idx="173">
                  <c:v>1.2015326912429805</c:v>
                </c:pt>
                <c:pt idx="174">
                  <c:v>1.1954952059648354</c:v>
                </c:pt>
                <c:pt idx="175">
                  <c:v>1.1895131926766287</c:v>
                </c:pt>
                <c:pt idx="176">
                  <c:v>1.1835859790401084</c:v>
                </c:pt>
                <c:pt idx="177">
                  <c:v>1.1777129012223619</c:v>
                </c:pt>
                <c:pt idx="178">
                  <c:v>1.1718933038468613</c:v>
                </c:pt>
                <c:pt idx="179">
                  <c:v>1.1661265399400933</c:v>
                </c:pt>
                <c:pt idx="180">
                  <c:v>1.1604119708741618</c:v>
                </c:pt>
                <c:pt idx="181">
                  <c:v>1.154748966305714</c:v>
                </c:pt>
                <c:pt idx="182">
                  <c:v>1.1491369041115356</c:v>
                </c:pt>
                <c:pt idx="183">
                  <c:v>1.1435751703211057</c:v>
                </c:pt>
                <c:pt idx="184">
                  <c:v>1.1380631590464332</c:v>
                </c:pt>
                <c:pt idx="185">
                  <c:v>1.1326002724094197</c:v>
                </c:pt>
                <c:pt idx="186">
                  <c:v>1.1271859204670223</c:v>
                </c:pt>
                <c:pt idx="187">
                  <c:v>1.1218195211344455</c:v>
                </c:pt>
                <c:pt idx="188">
                  <c:v>1.1165005001065897</c:v>
                </c:pt>
                <c:pt idx="189">
                  <c:v>1.1112282907779596</c:v>
                </c:pt>
                <c:pt idx="190">
                  <c:v>1.1060023341612275</c:v>
                </c:pt>
                <c:pt idx="191">
                  <c:v>1.1008220788046343</c:v>
                </c:pt>
                <c:pt idx="192">
                  <c:v>1.0956869807083947</c:v>
                </c:pt>
                <c:pt idx="193">
                  <c:v>1.0905965032402591</c:v>
                </c:pt>
                <c:pt idx="194">
                  <c:v>1.0855501170503883</c:v>
                </c:pt>
                <c:pt idx="195">
                  <c:v>1.0805472999856653</c:v>
                </c:pt>
                <c:pt idx="196">
                  <c:v>1.0755875370035781</c:v>
                </c:pt>
                <c:pt idx="197">
                  <c:v>1.070670320085787</c:v>
                </c:pt>
                <c:pt idx="198">
                  <c:v>1.0657951481514878</c:v>
                </c:pt>
                <c:pt idx="199">
                  <c:v>1.060961526970668</c:v>
                </c:pt>
                <c:pt idx="200">
                  <c:v>1.0561689690773559</c:v>
                </c:pt>
                <c:pt idx="201">
                  <c:v>1.0514169936829403</c:v>
                </c:pt>
                <c:pt idx="202">
                  <c:v>1.0467051265896494</c:v>
                </c:pt>
                <c:pt idx="203">
                  <c:v>1.0420329001042576</c:v>
                </c:pt>
                <c:pt idx="204">
                  <c:v>1.0373998529520922</c:v>
                </c:pt>
                <c:pt idx="205">
                  <c:v>1.0328055301913985</c:v>
                </c:pt>
                <c:pt idx="206">
                  <c:v>1.028249483128125</c:v>
                </c:pt>
                <c:pt idx="207">
                  <c:v>1.0237312692311793</c:v>
                </c:pt>
                <c:pt idx="208">
                  <c:v>1.0192504520482077</c:v>
                </c:pt>
                <c:pt idx="209">
                  <c:v>1.0148066011219365</c:v>
                </c:pt>
                <c:pt idx="210">
                  <c:v>1.0103992919071207</c:v>
                </c:pt>
                <c:pt idx="211">
                  <c:v>1.0060281056881366</c:v>
                </c:pt>
                <c:pt idx="212">
                  <c:v>1.0016926294972492</c:v>
                </c:pt>
                <c:pt idx="213">
                  <c:v>0.99739245603359061</c:v>
                </c:pt>
                <c:pt idx="214">
                  <c:v>0.99312718358286967</c:v>
                </c:pt>
                <c:pt idx="215">
                  <c:v>0.98889641593784305</c:v>
                </c:pt>
                <c:pt idx="216">
                  <c:v>0.98469976231956835</c:v>
                </c:pt>
                <c:pt idx="217">
                  <c:v>0.98053683729945862</c:v>
                </c:pt>
                <c:pt idx="218">
                  <c:v>0.97640726072215589</c:v>
                </c:pt>
                <c:pt idx="219">
                  <c:v>0.97231065762924018</c:v>
                </c:pt>
                <c:pt idx="220">
                  <c:v>0.96824665818378419</c:v>
                </c:pt>
                <c:pt idx="221">
                  <c:v>0.96421489759577095</c:v>
                </c:pt>
                <c:pt idx="222">
                  <c:v>0.96021501604837678</c:v>
                </c:pt>
                <c:pt idx="223">
                  <c:v>0.95624665862513536</c:v>
                </c:pt>
                <c:pt idx="224">
                  <c:v>0.95230947523798293</c:v>
                </c:pt>
                <c:pt idx="225">
                  <c:v>0.94840312055619569</c:v>
                </c:pt>
                <c:pt idx="226">
                  <c:v>0.94452725393621839</c:v>
                </c:pt>
                <c:pt idx="227">
                  <c:v>0.94068153935239085</c:v>
                </c:pt>
                <c:pt idx="228">
                  <c:v>0.93686564532857175</c:v>
                </c:pt>
                <c:pt idx="229">
                  <c:v>0.93307924487066163</c:v>
                </c:pt>
                <c:pt idx="230">
                  <c:v>0.92932201540002435</c:v>
                </c:pt>
                <c:pt idx="231">
                  <c:v>0.92559363868780575</c:v>
                </c:pt>
                <c:pt idx="232">
                  <c:v>0.92189380079014649</c:v>
                </c:pt>
                <c:pt idx="233">
                  <c:v>0.91822219198428923</c:v>
                </c:pt>
                <c:pt idx="234">
                  <c:v>0.91457850670557417</c:v>
                </c:pt>
                <c:pt idx="235">
                  <c:v>0.91096244348531896</c:v>
                </c:pt>
                <c:pt idx="236">
                  <c:v>0.90737370488957914</c:v>
                </c:pt>
                <c:pt idx="237">
                  <c:v>0.90381199745878371</c:v>
                </c:pt>
                <c:pt idx="238">
                  <c:v>0.90027703164824069</c:v>
                </c:pt>
                <c:pt idx="239">
                  <c:v>0.89676852176950428</c:v>
                </c:pt>
                <c:pt idx="240">
                  <c:v>0.8932861859325989</c:v>
                </c:pt>
                <c:pt idx="241">
                  <c:v>0.88982974598909326</c:v>
                </c:pt>
                <c:pt idx="242">
                  <c:v>0.88639892747601645</c:v>
                </c:pt>
                <c:pt idx="243">
                  <c:v>0.88299345956060671</c:v>
                </c:pt>
                <c:pt idx="244">
                  <c:v>0.87961307498588903</c:v>
                </c:pt>
                <c:pt idx="245">
                  <c:v>0.8762575100170702</c:v>
                </c:pt>
                <c:pt idx="246">
                  <c:v>0.87292650438874231</c:v>
                </c:pt>
                <c:pt idx="247">
                  <c:v>0.86961980125289029</c:v>
                </c:pt>
                <c:pt idx="248">
                  <c:v>0.86633714712768828</c:v>
                </c:pt>
                <c:pt idx="249">
                  <c:v>0.86307829184708285</c:v>
                </c:pt>
                <c:pt idx="250">
                  <c:v>0.85984298851114838</c:v>
                </c:pt>
                <c:pt idx="251">
                  <c:v>0.85663099343720872</c:v>
                </c:pt>
                <c:pt idx="252">
                  <c:v>0.8534420661117148</c:v>
                </c:pt>
                <c:pt idx="253">
                  <c:v>0.8502759691428674</c:v>
                </c:pt>
                <c:pt idx="254">
                  <c:v>0.8471324682139787</c:v>
                </c:pt>
                <c:pt idx="255">
                  <c:v>0.84401133203756074</c:v>
                </c:pt>
                <c:pt idx="256">
                  <c:v>0.84091233231013107</c:v>
                </c:pt>
                <c:pt idx="257">
                  <c:v>0.8378352436677291</c:v>
                </c:pt>
                <c:pt idx="258">
                  <c:v>0.83477984364212832</c:v>
                </c:pt>
                <c:pt idx="259">
                  <c:v>0.831745912617741</c:v>
                </c:pt>
                <c:pt idx="260">
                  <c:v>0.82873323378920027</c:v>
                </c:pt>
                <c:pt idx="261">
                  <c:v>0.82574159311961426</c:v>
                </c:pt>
                <c:pt idx="262">
                  <c:v>0.82277077929947962</c:v>
                </c:pt>
                <c:pt idx="263">
                  <c:v>0.81982058370624711</c:v>
                </c:pt>
                <c:pt idx="264">
                  <c:v>0.81689080036452888</c:v>
                </c:pt>
                <c:pt idx="265">
                  <c:v>0.813981225906938</c:v>
                </c:pt>
                <c:pt idx="266">
                  <c:v>0.8110916595355514</c:v>
                </c:pt>
                <c:pt idx="267">
                  <c:v>0.80822190298398611</c:v>
                </c:pt>
                <c:pt idx="268">
                  <c:v>0.80537176048008141</c:v>
                </c:pt>
                <c:pt idx="269">
                  <c:v>0.80254103870917426</c:v>
                </c:pt>
                <c:pt idx="270">
                  <c:v>0.79972954677796348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2818-4422-8440-D7EB39E171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5937856"/>
        <c:axId val="255942656"/>
      </c:lineChart>
      <c:catAx>
        <c:axId val="303956064"/>
        <c:scaling>
          <c:orientation val="minMax"/>
        </c:scaling>
        <c:delete val="0"/>
        <c:axPos val="b"/>
        <c:numFmt formatCode="#,##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7071536"/>
        <c:crosses val="autoZero"/>
        <c:auto val="1"/>
        <c:lblAlgn val="ctr"/>
        <c:lblOffset val="100"/>
        <c:noMultiLvlLbl val="0"/>
      </c:catAx>
      <c:valAx>
        <c:axId val="557071536"/>
        <c:scaling>
          <c:orientation val="minMax"/>
        </c:scaling>
        <c:delete val="0"/>
        <c:axPos val="l"/>
        <c:numFmt formatCode="_(* #,##0_);_(* \(#,##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3956064"/>
        <c:crosses val="autoZero"/>
        <c:crossBetween val="between"/>
        <c:dispUnits>
          <c:builtInUnit val="millions"/>
        </c:dispUnits>
      </c:valAx>
      <c:valAx>
        <c:axId val="255942656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55937856"/>
        <c:crosses val="max"/>
        <c:crossBetween val="between"/>
      </c:valAx>
      <c:catAx>
        <c:axId val="255937856"/>
        <c:scaling>
          <c:orientation val="minMax"/>
        </c:scaling>
        <c:delete val="1"/>
        <c:axPos val="b"/>
        <c:numFmt formatCode="_(* #,##0_);_(* \(#,##0\);_(* &quot;-&quot;??_);_(@_)" sourceLinked="1"/>
        <c:majorTickMark val="out"/>
        <c:minorTickMark val="none"/>
        <c:tickLblPos val="nextTo"/>
        <c:crossAx val="25594265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 Carnation</c:v>
                </c:pt>
              </c:strCache>
            </c:strRef>
          </c:tx>
          <c:spPr>
            <a:solidFill>
              <a:srgbClr val="93002E"/>
            </a:solidFill>
            <a:ln w="19050">
              <a:solidFill>
                <a:srgbClr val="93002E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91.8%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AF66-4929-8A02-65C4323D1D2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91.0%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AF66-4929-8A02-65C4323D1D2E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90.9%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AF66-4929-8A02-65C4323D1D2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3925025189.0226002</c:v>
                </c:pt>
                <c:pt idx="1">
                  <c:v>4421211146.8914003</c:v>
                </c:pt>
                <c:pt idx="2">
                  <c:v>4588503994.2328005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93002E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AF66-4929-8A02-65C4323D1D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Alpura</c:v>
                </c:pt>
              </c:strCache>
            </c:strRef>
          </c:tx>
          <c:spPr>
            <a:solidFill>
              <a:srgbClr val="0060FF"/>
            </a:solidFill>
            <a:ln w="19050">
              <a:solidFill>
                <a:srgbClr val="0060FF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5.1%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AF66-4929-8A02-65C4323D1D2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5.2%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AF66-4929-8A02-65C4323D1D2E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3.5%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AF66-4929-8A02-65C4323D1D2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Sheet1!$C$2:$C$4</c:f>
              <c:numCache>
                <c:formatCode>#,##0</c:formatCode>
                <c:ptCount val="3"/>
                <c:pt idx="0">
                  <c:v>217120393.37799999</c:v>
                </c:pt>
                <c:pt idx="1">
                  <c:v>252203943.93110001</c:v>
                </c:pt>
                <c:pt idx="2">
                  <c:v>175881964.24669999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0060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7-AF66-4929-8A02-65C4323D1D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Controlled Label</c:v>
                </c:pt>
              </c:strCache>
            </c:strRef>
          </c:tx>
          <c:spPr>
            <a:solidFill>
              <a:srgbClr val="802AB7"/>
            </a:solidFill>
            <a:ln w="19050">
              <a:solidFill>
                <a:srgbClr val="802AB7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2.4%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AF66-4929-8A02-65C4323D1D2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3.2%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AF66-4929-8A02-65C4323D1D2E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4.9%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AF66-4929-8A02-65C4323D1D2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Sheet1!$D$2:$D$4</c:f>
              <c:numCache>
                <c:formatCode>#,##0</c:formatCode>
                <c:ptCount val="3"/>
                <c:pt idx="0">
                  <c:v>102440476.8361</c:v>
                </c:pt>
                <c:pt idx="1">
                  <c:v>154948738.15360001</c:v>
                </c:pt>
                <c:pt idx="2">
                  <c:v>248728406.17829999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802AB7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B-AF66-4929-8A02-65C4323D1D2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Lala</c:v>
                </c:pt>
              </c:strCache>
            </c:strRef>
          </c:tx>
          <c:spPr>
            <a:solidFill>
              <a:srgbClr val="00E5BA"/>
            </a:solidFill>
            <a:ln w="19050">
              <a:solidFill>
                <a:srgbClr val="00E5BA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0.7%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AF66-4929-8A02-65C4323D1D2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0.7%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AF66-4929-8A02-65C4323D1D2E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0.7%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AF66-4929-8A02-65C4323D1D2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Sheet1!$E$2:$E$4</c:f>
              <c:numCache>
                <c:formatCode>#,##0</c:formatCode>
                <c:ptCount val="3"/>
                <c:pt idx="0">
                  <c:v>29724747.674399998</c:v>
                </c:pt>
                <c:pt idx="1">
                  <c:v>32667245.5022</c:v>
                </c:pt>
                <c:pt idx="2">
                  <c:v>35046336.391400002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00E5BA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F-AF66-4929-8A02-65C4323D1D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1"/>
    </c:legend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 Carnation</c:v>
                </c:pt>
              </c:strCache>
            </c:strRef>
          </c:tx>
          <c:spPr>
            <a:solidFill>
              <a:srgbClr val="93002E"/>
            </a:solidFill>
            <a:ln w="19050">
              <a:solidFill>
                <a:srgbClr val="93002E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91.2%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70CA-4110-A172-ADA30F4B425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90.1%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70CA-4110-A172-ADA30F4B425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90.1%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70CA-4110-A172-ADA30F4B425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77396362.262600005</c:v>
                </c:pt>
                <c:pt idx="1">
                  <c:v>77343195.717700005</c:v>
                </c:pt>
                <c:pt idx="2">
                  <c:v>79150759.375100002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93002E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70CA-4110-A172-ADA30F4B425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Alpura</c:v>
                </c:pt>
              </c:strCache>
            </c:strRef>
          </c:tx>
          <c:spPr>
            <a:solidFill>
              <a:srgbClr val="0060FF"/>
            </a:solidFill>
            <a:ln w="19050">
              <a:solidFill>
                <a:srgbClr val="0060FF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5.5%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70CA-4110-A172-ADA30F4B425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5.8%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70CA-4110-A172-ADA30F4B425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3.6%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70CA-4110-A172-ADA30F4B425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Sheet1!$C$2:$C$4</c:f>
              <c:numCache>
                <c:formatCode>#,##0</c:formatCode>
                <c:ptCount val="3"/>
                <c:pt idx="0">
                  <c:v>4668347.3935000002</c:v>
                </c:pt>
                <c:pt idx="1">
                  <c:v>4948382.5856999997</c:v>
                </c:pt>
                <c:pt idx="2">
                  <c:v>3161892.4114999999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0060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7-70CA-4110-A172-ADA30F4B425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Controlled Label</c:v>
                </c:pt>
              </c:strCache>
            </c:strRef>
          </c:tx>
          <c:spPr>
            <a:solidFill>
              <a:srgbClr val="802AB7"/>
            </a:solidFill>
            <a:ln w="19050">
              <a:solidFill>
                <a:srgbClr val="802AB7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2.7%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70CA-4110-A172-ADA30F4B425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3.5%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70CA-4110-A172-ADA30F4B425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5.7%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70CA-4110-A172-ADA30F4B425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Sheet1!$D$2:$D$4</c:f>
              <c:numCache>
                <c:formatCode>#,##0</c:formatCode>
                <c:ptCount val="3"/>
                <c:pt idx="0">
                  <c:v>2268517.6307000001</c:v>
                </c:pt>
                <c:pt idx="1">
                  <c:v>3033473.4670000002</c:v>
                </c:pt>
                <c:pt idx="2">
                  <c:v>5009248.9934999999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802AB7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B-70CA-4110-A172-ADA30F4B425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Lala</c:v>
                </c:pt>
              </c:strCache>
            </c:strRef>
          </c:tx>
          <c:spPr>
            <a:solidFill>
              <a:srgbClr val="00E5BA"/>
            </a:solidFill>
            <a:ln w="19050">
              <a:solidFill>
                <a:srgbClr val="00E5BA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0.7%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70CA-4110-A172-ADA30F4B425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0.6%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70CA-4110-A172-ADA30F4B425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0.7%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70CA-4110-A172-ADA30F4B425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Sheet1!$E$2:$E$4</c:f>
              <c:numCache>
                <c:formatCode>#,##0</c:formatCode>
                <c:ptCount val="3"/>
                <c:pt idx="0">
                  <c:v>573570.95299999998</c:v>
                </c:pt>
                <c:pt idx="1">
                  <c:v>533844.34299999999</c:v>
                </c:pt>
                <c:pt idx="2">
                  <c:v>574528.14060000004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00E5BA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F-70CA-4110-A172-ADA30F4B42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1"/>
    </c:legend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 Carnation</c:v>
                </c:pt>
              </c:strCache>
            </c:strRef>
          </c:tx>
          <c:spPr>
            <a:solidFill>
              <a:srgbClr val="93002E"/>
            </a:solidFill>
            <a:ln w="19050">
              <a:solidFill>
                <a:srgbClr val="93002E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91.8%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259E-4D3A-BE1A-C2BB4084B07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91.0%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259E-4D3A-BE1A-C2BB4084B07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90.9%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259E-4D3A-BE1A-C2BB4084B07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3925025189.0226002</c:v>
                </c:pt>
                <c:pt idx="1">
                  <c:v>4421211146.8914003</c:v>
                </c:pt>
                <c:pt idx="2">
                  <c:v>4588503994.2328005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93002E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259E-4D3A-BE1A-C2BB4084B07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Alpura</c:v>
                </c:pt>
              </c:strCache>
            </c:strRef>
          </c:tx>
          <c:spPr>
            <a:solidFill>
              <a:srgbClr val="0060FF"/>
            </a:solidFill>
            <a:ln w="19050">
              <a:solidFill>
                <a:srgbClr val="0060FF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5.1%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259E-4D3A-BE1A-C2BB4084B07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5.2%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259E-4D3A-BE1A-C2BB4084B07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3.5%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259E-4D3A-BE1A-C2BB4084B07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Sheet1!$C$2:$C$4</c:f>
              <c:numCache>
                <c:formatCode>#,##0</c:formatCode>
                <c:ptCount val="3"/>
                <c:pt idx="0">
                  <c:v>217120393.37799999</c:v>
                </c:pt>
                <c:pt idx="1">
                  <c:v>252203943.93110001</c:v>
                </c:pt>
                <c:pt idx="2">
                  <c:v>175881964.24669999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0060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7-259E-4D3A-BE1A-C2BB4084B07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Controlled Label</c:v>
                </c:pt>
              </c:strCache>
            </c:strRef>
          </c:tx>
          <c:spPr>
            <a:solidFill>
              <a:srgbClr val="802AB7"/>
            </a:solidFill>
            <a:ln w="19050">
              <a:solidFill>
                <a:srgbClr val="802AB7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2.4%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259E-4D3A-BE1A-C2BB4084B07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3.2%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259E-4D3A-BE1A-C2BB4084B07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4.9%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259E-4D3A-BE1A-C2BB4084B07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Sheet1!$D$2:$D$4</c:f>
              <c:numCache>
                <c:formatCode>#,##0</c:formatCode>
                <c:ptCount val="3"/>
                <c:pt idx="0">
                  <c:v>102440476.8361</c:v>
                </c:pt>
                <c:pt idx="1">
                  <c:v>154948738.15360001</c:v>
                </c:pt>
                <c:pt idx="2">
                  <c:v>248728406.17829999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802AB7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B-259E-4D3A-BE1A-C2BB4084B07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Lala</c:v>
                </c:pt>
              </c:strCache>
            </c:strRef>
          </c:tx>
          <c:spPr>
            <a:solidFill>
              <a:srgbClr val="00E5BA"/>
            </a:solidFill>
            <a:ln w="19050">
              <a:solidFill>
                <a:srgbClr val="00E5BA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0.7%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259E-4D3A-BE1A-C2BB4084B07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0.7%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259E-4D3A-BE1A-C2BB4084B07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0.7%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259E-4D3A-BE1A-C2BB4084B07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Sheet1!$E$2:$E$4</c:f>
              <c:numCache>
                <c:formatCode>#,##0</c:formatCode>
                <c:ptCount val="3"/>
                <c:pt idx="0">
                  <c:v>29724747.674399998</c:v>
                </c:pt>
                <c:pt idx="1">
                  <c:v>32667245.5022</c:v>
                </c:pt>
                <c:pt idx="2">
                  <c:v>35046336.391400002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00E5BA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F-259E-4D3A-BE1A-C2BB4084B0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1"/>
    </c:legend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 Carnation</c:v>
                </c:pt>
              </c:strCache>
            </c:strRef>
          </c:tx>
          <c:spPr>
            <a:solidFill>
              <a:srgbClr val="93002E"/>
            </a:solidFill>
            <a:ln w="19050">
              <a:solidFill>
                <a:srgbClr val="93002E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91.2%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9C39-4A6D-A8CD-621208235F4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90.1%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9C39-4A6D-A8CD-621208235F47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90.1%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9C39-4A6D-A8CD-621208235F4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77396362.262600005</c:v>
                </c:pt>
                <c:pt idx="1">
                  <c:v>77343195.717700005</c:v>
                </c:pt>
                <c:pt idx="2">
                  <c:v>79150759.375100002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93002E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9C39-4A6D-A8CD-621208235F4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Alpura</c:v>
                </c:pt>
              </c:strCache>
            </c:strRef>
          </c:tx>
          <c:spPr>
            <a:solidFill>
              <a:srgbClr val="0060FF"/>
            </a:solidFill>
            <a:ln w="19050">
              <a:solidFill>
                <a:srgbClr val="0060FF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5.5%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9C39-4A6D-A8CD-621208235F4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5.8%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9C39-4A6D-A8CD-621208235F47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3.6%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9C39-4A6D-A8CD-621208235F4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Sheet1!$C$2:$C$4</c:f>
              <c:numCache>
                <c:formatCode>#,##0</c:formatCode>
                <c:ptCount val="3"/>
                <c:pt idx="0">
                  <c:v>4668347.3935000002</c:v>
                </c:pt>
                <c:pt idx="1">
                  <c:v>4948382.5856999997</c:v>
                </c:pt>
                <c:pt idx="2">
                  <c:v>3161892.4114999999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0060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7-9C39-4A6D-A8CD-621208235F4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Controlled Label</c:v>
                </c:pt>
              </c:strCache>
            </c:strRef>
          </c:tx>
          <c:spPr>
            <a:solidFill>
              <a:srgbClr val="802AB7"/>
            </a:solidFill>
            <a:ln w="19050">
              <a:solidFill>
                <a:srgbClr val="802AB7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2.7%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9C39-4A6D-A8CD-621208235F4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3.5%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9C39-4A6D-A8CD-621208235F47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5.7%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9C39-4A6D-A8CD-621208235F4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Sheet1!$D$2:$D$4</c:f>
              <c:numCache>
                <c:formatCode>#,##0</c:formatCode>
                <c:ptCount val="3"/>
                <c:pt idx="0">
                  <c:v>2268517.6307000001</c:v>
                </c:pt>
                <c:pt idx="1">
                  <c:v>3033473.4670000002</c:v>
                </c:pt>
                <c:pt idx="2">
                  <c:v>5009248.9934999999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802AB7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B-9C39-4A6D-A8CD-621208235F4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Lala</c:v>
                </c:pt>
              </c:strCache>
            </c:strRef>
          </c:tx>
          <c:spPr>
            <a:solidFill>
              <a:srgbClr val="00E5BA"/>
            </a:solidFill>
            <a:ln w="19050">
              <a:solidFill>
                <a:srgbClr val="00E5BA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0.7%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9C39-4A6D-A8CD-621208235F4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0.6%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9C39-4A6D-A8CD-621208235F47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0.7%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9C39-4A6D-A8CD-621208235F4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Sheet1!$E$2:$E$4</c:f>
              <c:numCache>
                <c:formatCode>#,##0</c:formatCode>
                <c:ptCount val="3"/>
                <c:pt idx="0">
                  <c:v>573570.95299999998</c:v>
                </c:pt>
                <c:pt idx="1">
                  <c:v>533844.34299999999</c:v>
                </c:pt>
                <c:pt idx="2">
                  <c:v>574528.14060000004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00E5BA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F-9C39-4A6D-A8CD-621208235F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1"/>
    </c:legend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 Carnation</c:v>
                </c:pt>
              </c:strCache>
            </c:strRef>
          </c:tx>
          <c:spPr>
            <a:solidFill>
              <a:srgbClr val="93002E"/>
            </a:solidFill>
            <a:ln w="19050">
              <a:solidFill>
                <a:srgbClr val="93002E"/>
              </a:solidFill>
            </a:ln>
          </c:spPr>
          <c:invertIfNegative val="1"/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3925025189.0226002</c:v>
                </c:pt>
                <c:pt idx="1">
                  <c:v>4421211146.8914003</c:v>
                </c:pt>
                <c:pt idx="2">
                  <c:v>4588503994.2328005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93002E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D96C-4C7B-A06F-C448C80630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 Carnation</c:v>
                </c:pt>
              </c:strCache>
            </c:strRef>
          </c:tx>
          <c:spPr>
            <a:solidFill>
              <a:srgbClr val="93002E"/>
            </a:solidFill>
            <a:ln w="19050">
              <a:solidFill>
                <a:srgbClr val="93002E"/>
              </a:solidFill>
            </a:ln>
          </c:spPr>
          <c:invertIfNegative val="1"/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77396362.262600005</c:v>
                </c:pt>
                <c:pt idx="1">
                  <c:v>77343195.717700005</c:v>
                </c:pt>
                <c:pt idx="2">
                  <c:v>79150759.375100002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93002E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5F77-42AE-9D55-DB95B76958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Carnation</c:v>
                </c:pt>
              </c:strCache>
            </c:strRef>
          </c:tx>
          <c:spPr>
            <a:ln w="19050">
              <a:solidFill>
                <a:srgbClr val="93002E"/>
              </a:solidFill>
            </a:ln>
          </c:spPr>
          <c:marker>
            <c:symbol val="none"/>
          </c:marker>
          <c:cat>
            <c:strRef>
              <c:f>Sheet1!$A$2:$A$37</c:f>
              <c:strCache>
                <c:ptCount val="36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</c:strCache>
            </c:strRef>
          </c:cat>
          <c:val>
            <c:numRef>
              <c:f>Sheet1!$B$2:$B$37</c:f>
              <c:numCache>
                <c:formatCode>#,##0</c:formatCode>
                <c:ptCount val="36"/>
                <c:pt idx="0">
                  <c:v>63.600615849999997</c:v>
                </c:pt>
                <c:pt idx="1">
                  <c:v>61.784415699999997</c:v>
                </c:pt>
                <c:pt idx="2">
                  <c:v>60.932563510000001</c:v>
                </c:pt>
                <c:pt idx="3">
                  <c:v>59.645852650000002</c:v>
                </c:pt>
                <c:pt idx="4">
                  <c:v>58.486184639999998</c:v>
                </c:pt>
                <c:pt idx="5">
                  <c:v>59.260930389999999</c:v>
                </c:pt>
                <c:pt idx="6">
                  <c:v>58.653789320000001</c:v>
                </c:pt>
                <c:pt idx="7">
                  <c:v>58.893841629999997</c:v>
                </c:pt>
                <c:pt idx="8">
                  <c:v>58.490993060000001</c:v>
                </c:pt>
                <c:pt idx="9">
                  <c:v>58.809290730000001</c:v>
                </c:pt>
                <c:pt idx="10">
                  <c:v>60.482862220000001</c:v>
                </c:pt>
                <c:pt idx="11">
                  <c:v>62.752362859999998</c:v>
                </c:pt>
                <c:pt idx="12">
                  <c:v>61.905035009999999</c:v>
                </c:pt>
                <c:pt idx="13">
                  <c:v>61.922446440000002</c:v>
                </c:pt>
                <c:pt idx="14">
                  <c:v>61.7722251</c:v>
                </c:pt>
                <c:pt idx="15">
                  <c:v>60.286677609999998</c:v>
                </c:pt>
                <c:pt idx="16">
                  <c:v>60.199827929999998</c:v>
                </c:pt>
                <c:pt idx="17">
                  <c:v>60.323087600000001</c:v>
                </c:pt>
                <c:pt idx="18">
                  <c:v>59.967732419999997</c:v>
                </c:pt>
                <c:pt idx="19">
                  <c:v>59.669331130000003</c:v>
                </c:pt>
                <c:pt idx="20">
                  <c:v>58.579926190000002</c:v>
                </c:pt>
                <c:pt idx="21">
                  <c:v>59.923801310000002</c:v>
                </c:pt>
                <c:pt idx="22">
                  <c:v>60.709057909999999</c:v>
                </c:pt>
                <c:pt idx="23">
                  <c:v>62.618370519999999</c:v>
                </c:pt>
                <c:pt idx="24">
                  <c:v>62.760551280000001</c:v>
                </c:pt>
                <c:pt idx="25">
                  <c:v>62.33094019</c:v>
                </c:pt>
                <c:pt idx="26">
                  <c:v>60.602862299999998</c:v>
                </c:pt>
                <c:pt idx="27">
                  <c:v>59.780066859999998</c:v>
                </c:pt>
                <c:pt idx="28">
                  <c:v>59.766228529999999</c:v>
                </c:pt>
                <c:pt idx="29">
                  <c:v>59.783925660000001</c:v>
                </c:pt>
                <c:pt idx="30">
                  <c:v>61.198663109999998</c:v>
                </c:pt>
                <c:pt idx="31">
                  <c:v>59.733119909999999</c:v>
                </c:pt>
                <c:pt idx="32">
                  <c:v>60.494393510000002</c:v>
                </c:pt>
                <c:pt idx="33">
                  <c:v>60.147903669999998</c:v>
                </c:pt>
                <c:pt idx="34">
                  <c:v>60.122110810000002</c:v>
                </c:pt>
                <c:pt idx="35">
                  <c:v>63.217602130000003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6A9-4B7A-9C96-ACD5E316E9E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Alpura</c:v>
                </c:pt>
              </c:strCache>
            </c:strRef>
          </c:tx>
          <c:spPr>
            <a:ln w="19050">
              <a:solidFill>
                <a:srgbClr val="0060FF"/>
              </a:solidFill>
            </a:ln>
          </c:spPr>
          <c:marker>
            <c:symbol val="none"/>
          </c:marker>
          <c:cat>
            <c:strRef>
              <c:f>Sheet1!$A$2:$A$37</c:f>
              <c:strCache>
                <c:ptCount val="36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</c:strCache>
            </c:strRef>
          </c:cat>
          <c:val>
            <c:numRef>
              <c:f>Sheet1!$C$2:$C$37</c:f>
              <c:numCache>
                <c:formatCode>#,##0</c:formatCode>
                <c:ptCount val="36"/>
                <c:pt idx="0">
                  <c:v>2.1617388200000001</c:v>
                </c:pt>
                <c:pt idx="1">
                  <c:v>2.2212216800000002</c:v>
                </c:pt>
                <c:pt idx="2">
                  <c:v>2.1679245100000002</c:v>
                </c:pt>
                <c:pt idx="3">
                  <c:v>1.9651921800000001</c:v>
                </c:pt>
                <c:pt idx="4">
                  <c:v>1.8378854499999999</c:v>
                </c:pt>
                <c:pt idx="5">
                  <c:v>1.96989861</c:v>
                </c:pt>
                <c:pt idx="6">
                  <c:v>1.83892181</c:v>
                </c:pt>
                <c:pt idx="7">
                  <c:v>2.1076441199999998</c:v>
                </c:pt>
                <c:pt idx="8">
                  <c:v>2.39774982</c:v>
                </c:pt>
                <c:pt idx="9">
                  <c:v>2.3379242200000001</c:v>
                </c:pt>
                <c:pt idx="10">
                  <c:v>2.49843766</c:v>
                </c:pt>
                <c:pt idx="11">
                  <c:v>2.0556878699999999</c:v>
                </c:pt>
                <c:pt idx="12">
                  <c:v>2.1655336900000002</c:v>
                </c:pt>
                <c:pt idx="13">
                  <c:v>2.5408516900000002</c:v>
                </c:pt>
                <c:pt idx="14">
                  <c:v>2.5026930200000002</c:v>
                </c:pt>
                <c:pt idx="15">
                  <c:v>2.3422518299999999</c:v>
                </c:pt>
                <c:pt idx="16">
                  <c:v>2.3209506700000002</c:v>
                </c:pt>
                <c:pt idx="17">
                  <c:v>2.2383215399999998</c:v>
                </c:pt>
                <c:pt idx="18">
                  <c:v>2.4178397700000001</c:v>
                </c:pt>
                <c:pt idx="19">
                  <c:v>2.2230372799999998</c:v>
                </c:pt>
                <c:pt idx="20">
                  <c:v>2.3618851099999998</c:v>
                </c:pt>
                <c:pt idx="21">
                  <c:v>2.4327542100000001</c:v>
                </c:pt>
                <c:pt idx="22">
                  <c:v>2.3662157399999999</c:v>
                </c:pt>
                <c:pt idx="23">
                  <c:v>2.3643927100000002</c:v>
                </c:pt>
                <c:pt idx="24">
                  <c:v>2.0758029100000002</c:v>
                </c:pt>
                <c:pt idx="25">
                  <c:v>2.0882362200000002</c:v>
                </c:pt>
                <c:pt idx="26">
                  <c:v>2.09525344</c:v>
                </c:pt>
                <c:pt idx="27">
                  <c:v>2.0572710399999998</c:v>
                </c:pt>
                <c:pt idx="28">
                  <c:v>2.00842082</c:v>
                </c:pt>
                <c:pt idx="29">
                  <c:v>2.0902848600000001</c:v>
                </c:pt>
                <c:pt idx="30">
                  <c:v>2.13918863</c:v>
                </c:pt>
                <c:pt idx="31">
                  <c:v>2.0233544800000001</c:v>
                </c:pt>
                <c:pt idx="32">
                  <c:v>1.89956934</c:v>
                </c:pt>
                <c:pt idx="33">
                  <c:v>1.9489765299999999</c:v>
                </c:pt>
                <c:pt idx="34">
                  <c:v>1.8568683399999999</c:v>
                </c:pt>
                <c:pt idx="35">
                  <c:v>1.8783435799999999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6A9-4B7A-9C96-ACD5E316E9E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Categoría</c:v>
                </c:pt>
              </c:strCache>
            </c:strRef>
          </c:tx>
          <c:spPr>
            <a:ln w="19050">
              <a:solidFill>
                <a:srgbClr val="802AB7"/>
              </a:solidFill>
            </a:ln>
          </c:spPr>
          <c:marker>
            <c:symbol val="none"/>
          </c:marker>
          <c:cat>
            <c:strRef>
              <c:f>Sheet1!$A$2:$A$37</c:f>
              <c:strCache>
                <c:ptCount val="36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</c:strCache>
            </c:strRef>
          </c:cat>
          <c:val>
            <c:numRef>
              <c:f>Sheet1!$D$2:$D$37</c:f>
              <c:numCache>
                <c:formatCode>#,##0</c:formatCode>
                <c:ptCount val="36"/>
                <c:pt idx="0">
                  <c:v>63.785873979999998</c:v>
                </c:pt>
                <c:pt idx="1">
                  <c:v>61.989593429999999</c:v>
                </c:pt>
                <c:pt idx="2">
                  <c:v>61.200094479999997</c:v>
                </c:pt>
                <c:pt idx="3">
                  <c:v>59.97307928</c:v>
                </c:pt>
                <c:pt idx="4">
                  <c:v>58.659625040000002</c:v>
                </c:pt>
                <c:pt idx="5">
                  <c:v>59.480280209999997</c:v>
                </c:pt>
                <c:pt idx="6">
                  <c:v>58.81972262</c:v>
                </c:pt>
                <c:pt idx="7">
                  <c:v>59.021094720000001</c:v>
                </c:pt>
                <c:pt idx="8">
                  <c:v>58.59074107</c:v>
                </c:pt>
                <c:pt idx="9">
                  <c:v>59.0595456</c:v>
                </c:pt>
                <c:pt idx="10">
                  <c:v>60.635161500000002</c:v>
                </c:pt>
                <c:pt idx="11">
                  <c:v>62.872832299999999</c:v>
                </c:pt>
                <c:pt idx="12">
                  <c:v>62.056773470000003</c:v>
                </c:pt>
                <c:pt idx="13">
                  <c:v>62.157053779999998</c:v>
                </c:pt>
                <c:pt idx="14">
                  <c:v>62.232941519999997</c:v>
                </c:pt>
                <c:pt idx="15">
                  <c:v>60.59198567</c:v>
                </c:pt>
                <c:pt idx="16">
                  <c:v>60.408544079999999</c:v>
                </c:pt>
                <c:pt idx="17">
                  <c:v>60.48144963</c:v>
                </c:pt>
                <c:pt idx="18">
                  <c:v>60.219503369999998</c:v>
                </c:pt>
                <c:pt idx="19">
                  <c:v>59.864925710000001</c:v>
                </c:pt>
                <c:pt idx="20">
                  <c:v>58.891483950000001</c:v>
                </c:pt>
                <c:pt idx="21">
                  <c:v>60.149192640000003</c:v>
                </c:pt>
                <c:pt idx="22">
                  <c:v>61.014716210000003</c:v>
                </c:pt>
                <c:pt idx="23">
                  <c:v>62.91767256</c:v>
                </c:pt>
                <c:pt idx="24">
                  <c:v>63.043466410000001</c:v>
                </c:pt>
                <c:pt idx="25">
                  <c:v>62.653353490000001</c:v>
                </c:pt>
                <c:pt idx="26">
                  <c:v>60.972626929999997</c:v>
                </c:pt>
                <c:pt idx="27">
                  <c:v>60.062593839999998</c:v>
                </c:pt>
                <c:pt idx="28">
                  <c:v>60.089842830000002</c:v>
                </c:pt>
                <c:pt idx="29">
                  <c:v>60.14357339</c:v>
                </c:pt>
                <c:pt idx="30">
                  <c:v>61.470092700000002</c:v>
                </c:pt>
                <c:pt idx="31">
                  <c:v>60.118928779999997</c:v>
                </c:pt>
                <c:pt idx="32">
                  <c:v>60.877354099999998</c:v>
                </c:pt>
                <c:pt idx="33">
                  <c:v>60.482763329999997</c:v>
                </c:pt>
                <c:pt idx="34">
                  <c:v>60.454574020000003</c:v>
                </c:pt>
                <c:pt idx="35">
                  <c:v>63.441816619999997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6A9-4B7A-9C96-ACD5E316E9E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Controlled Label</c:v>
                </c:pt>
              </c:strCache>
            </c:strRef>
          </c:tx>
          <c:spPr>
            <a:ln w="19050">
              <a:solidFill>
                <a:srgbClr val="00E5BA"/>
              </a:solidFill>
            </a:ln>
          </c:spPr>
          <c:marker>
            <c:symbol val="none"/>
          </c:marker>
          <c:cat>
            <c:strRef>
              <c:f>Sheet1!$A$2:$A$37</c:f>
              <c:strCache>
                <c:ptCount val="36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</c:strCache>
            </c:strRef>
          </c:cat>
          <c:val>
            <c:numRef>
              <c:f>Sheet1!$E$2:$E$37</c:f>
              <c:numCache>
                <c:formatCode>#,##0</c:formatCode>
                <c:ptCount val="36"/>
                <c:pt idx="0">
                  <c:v>0.56825537000000004</c:v>
                </c:pt>
                <c:pt idx="1">
                  <c:v>0.56968247000000005</c:v>
                </c:pt>
                <c:pt idx="2">
                  <c:v>0.61007391</c:v>
                </c:pt>
                <c:pt idx="3">
                  <c:v>0.72437359000000001</c:v>
                </c:pt>
                <c:pt idx="4">
                  <c:v>0.57257533999999999</c:v>
                </c:pt>
                <c:pt idx="5">
                  <c:v>0.58666225999999999</c:v>
                </c:pt>
                <c:pt idx="6">
                  <c:v>0.53388374000000005</c:v>
                </c:pt>
                <c:pt idx="7">
                  <c:v>0.36577494999999999</c:v>
                </c:pt>
                <c:pt idx="8">
                  <c:v>0.33299202999999999</c:v>
                </c:pt>
                <c:pt idx="9">
                  <c:v>0.31703905999999998</c:v>
                </c:pt>
                <c:pt idx="10">
                  <c:v>0.31301440000000003</c:v>
                </c:pt>
                <c:pt idx="11">
                  <c:v>0.31624293999999997</c:v>
                </c:pt>
                <c:pt idx="12">
                  <c:v>0.33906246000000001</c:v>
                </c:pt>
                <c:pt idx="13">
                  <c:v>0.38792807000000001</c:v>
                </c:pt>
                <c:pt idx="14">
                  <c:v>0.43110549999999997</c:v>
                </c:pt>
                <c:pt idx="15">
                  <c:v>0.42909895999999997</c:v>
                </c:pt>
                <c:pt idx="16">
                  <c:v>0.54508069000000003</c:v>
                </c:pt>
                <c:pt idx="17">
                  <c:v>0.61060484000000004</c:v>
                </c:pt>
                <c:pt idx="18">
                  <c:v>0.60492288999999999</c:v>
                </c:pt>
                <c:pt idx="19">
                  <c:v>0.58551310000000001</c:v>
                </c:pt>
                <c:pt idx="20">
                  <c:v>0.61204709999999996</c:v>
                </c:pt>
                <c:pt idx="21">
                  <c:v>0.60339547000000004</c:v>
                </c:pt>
                <c:pt idx="22">
                  <c:v>0.65550359999999996</c:v>
                </c:pt>
                <c:pt idx="23">
                  <c:v>0.65740529000000003</c:v>
                </c:pt>
                <c:pt idx="24">
                  <c:v>0.60038013999999995</c:v>
                </c:pt>
                <c:pt idx="25">
                  <c:v>0.61544255000000003</c:v>
                </c:pt>
                <c:pt idx="26">
                  <c:v>0.65569717999999999</c:v>
                </c:pt>
                <c:pt idx="27">
                  <c:v>0.67952603</c:v>
                </c:pt>
                <c:pt idx="28">
                  <c:v>0.67684628999999996</c:v>
                </c:pt>
                <c:pt idx="29">
                  <c:v>0.71708843</c:v>
                </c:pt>
                <c:pt idx="30">
                  <c:v>0.69839490000000004</c:v>
                </c:pt>
                <c:pt idx="31">
                  <c:v>0.72412100999999995</c:v>
                </c:pt>
                <c:pt idx="32">
                  <c:v>0.72887482999999997</c:v>
                </c:pt>
                <c:pt idx="33">
                  <c:v>0.74911103000000001</c:v>
                </c:pt>
                <c:pt idx="34">
                  <c:v>0.74455808000000001</c:v>
                </c:pt>
                <c:pt idx="35">
                  <c:v>0.75679865000000002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6A9-4B7A-9C96-ACD5E316E9E5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Lala</c:v>
                </c:pt>
              </c:strCache>
            </c:strRef>
          </c:tx>
          <c:spPr>
            <a:ln w="19050">
              <a:solidFill>
                <a:srgbClr val="00B600"/>
              </a:solidFill>
            </a:ln>
          </c:spPr>
          <c:marker>
            <c:symbol val="none"/>
          </c:marker>
          <c:cat>
            <c:strRef>
              <c:f>Sheet1!$A$2:$A$37</c:f>
              <c:strCache>
                <c:ptCount val="36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</c:strCache>
            </c:strRef>
          </c:cat>
          <c:val>
            <c:numRef>
              <c:f>Sheet1!$F$2:$F$37</c:f>
              <c:numCache>
                <c:formatCode>#,##0</c:formatCode>
                <c:ptCount val="36"/>
                <c:pt idx="0">
                  <c:v>0.48833627000000002</c:v>
                </c:pt>
                <c:pt idx="1">
                  <c:v>0.49747847000000001</c:v>
                </c:pt>
                <c:pt idx="2">
                  <c:v>0.49840546000000002</c:v>
                </c:pt>
                <c:pt idx="3">
                  <c:v>0.48707673000000001</c:v>
                </c:pt>
                <c:pt idx="4">
                  <c:v>0.42739181999999998</c:v>
                </c:pt>
                <c:pt idx="5">
                  <c:v>0.3692376</c:v>
                </c:pt>
                <c:pt idx="6">
                  <c:v>0.31462351999999999</c:v>
                </c:pt>
                <c:pt idx="7">
                  <c:v>0.27718377999999999</c:v>
                </c:pt>
                <c:pt idx="8">
                  <c:v>0.28734688000000003</c:v>
                </c:pt>
                <c:pt idx="9">
                  <c:v>0.29203107</c:v>
                </c:pt>
                <c:pt idx="10">
                  <c:v>0.26266538</c:v>
                </c:pt>
                <c:pt idx="11">
                  <c:v>0.25192056000000002</c:v>
                </c:pt>
                <c:pt idx="12">
                  <c:v>0.25130175999999999</c:v>
                </c:pt>
                <c:pt idx="13">
                  <c:v>0.32740935999999998</c:v>
                </c:pt>
                <c:pt idx="14">
                  <c:v>0.37596858999999999</c:v>
                </c:pt>
                <c:pt idx="15">
                  <c:v>0.35822292999999999</c:v>
                </c:pt>
                <c:pt idx="16">
                  <c:v>0.38465785000000002</c:v>
                </c:pt>
                <c:pt idx="17">
                  <c:v>0.40001133</c:v>
                </c:pt>
                <c:pt idx="18">
                  <c:v>0.52328288000000001</c:v>
                </c:pt>
                <c:pt idx="19">
                  <c:v>0.62106616000000003</c:v>
                </c:pt>
                <c:pt idx="20">
                  <c:v>0.72942046999999999</c:v>
                </c:pt>
                <c:pt idx="21">
                  <c:v>0.70505644999999995</c:v>
                </c:pt>
                <c:pt idx="22">
                  <c:v>0.60825459000000004</c:v>
                </c:pt>
                <c:pt idx="23">
                  <c:v>0.61244761000000003</c:v>
                </c:pt>
                <c:pt idx="24">
                  <c:v>0.57616590000000001</c:v>
                </c:pt>
                <c:pt idx="25">
                  <c:v>0.65141642</c:v>
                </c:pt>
                <c:pt idx="26">
                  <c:v>0.61757134999999996</c:v>
                </c:pt>
                <c:pt idx="27">
                  <c:v>0.60454463999999997</c:v>
                </c:pt>
                <c:pt idx="28">
                  <c:v>0.63746902000000005</c:v>
                </c:pt>
                <c:pt idx="29">
                  <c:v>0.58977323000000004</c:v>
                </c:pt>
                <c:pt idx="30">
                  <c:v>0.60784618000000001</c:v>
                </c:pt>
                <c:pt idx="31">
                  <c:v>0.68857860000000004</c:v>
                </c:pt>
                <c:pt idx="32">
                  <c:v>0.67103553000000005</c:v>
                </c:pt>
                <c:pt idx="33">
                  <c:v>0.64901218999999999</c:v>
                </c:pt>
                <c:pt idx="34">
                  <c:v>0.77396136999999998</c:v>
                </c:pt>
                <c:pt idx="35">
                  <c:v>0.82428780000000001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A6A9-4B7A-9C96-ACD5E316E9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2118791784"/>
        <c:crosses val="autoZero"/>
        <c:crossBetween val="between"/>
      </c:valAx>
    </c:plotArea>
    <c:legend>
      <c:legendPos val="t"/>
      <c:overlay val="1"/>
    </c:legend>
    <c:plotVisOnly val="1"/>
    <c:dispBlanksAs val="gap"/>
    <c:showDLblsOverMax val="0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 $/L</c:v>
                </c:pt>
              </c:strCache>
            </c:strRef>
          </c:tx>
          <c:spPr>
            <a:ln w="19050">
              <a:solidFill>
                <a:srgbClr val="93002E"/>
              </a:solidFill>
            </a:ln>
          </c:spPr>
          <c:marker>
            <c:symbol val="none"/>
          </c:marker>
          <c:cat>
            <c:strRef>
              <c:f>Sheet1!$A$2:$A$37</c:f>
              <c:strCache>
                <c:ptCount val="36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</c:strCache>
            </c:strRef>
          </c:cat>
          <c:val>
            <c:numRef>
              <c:f>Sheet1!$B$2:$B$37</c:f>
              <c:numCache>
                <c:formatCode>#,##0</c:formatCode>
                <c:ptCount val="36"/>
                <c:pt idx="0">
                  <c:v>45.602200000000003</c:v>
                </c:pt>
                <c:pt idx="1">
                  <c:v>46.261600000000001</c:v>
                </c:pt>
                <c:pt idx="2">
                  <c:v>46.380600000000001</c:v>
                </c:pt>
                <c:pt idx="3">
                  <c:v>48.358899999999998</c:v>
                </c:pt>
                <c:pt idx="4">
                  <c:v>50.479300000000002</c:v>
                </c:pt>
                <c:pt idx="5">
                  <c:v>51.184899999999999</c:v>
                </c:pt>
                <c:pt idx="6">
                  <c:v>49.381100000000004</c:v>
                </c:pt>
                <c:pt idx="7">
                  <c:v>52.634</c:v>
                </c:pt>
                <c:pt idx="8">
                  <c:v>52.554499999999997</c:v>
                </c:pt>
                <c:pt idx="9">
                  <c:v>53.414099999999998</c:v>
                </c:pt>
                <c:pt idx="10">
                  <c:v>55.182200000000002</c:v>
                </c:pt>
                <c:pt idx="11">
                  <c:v>55.5379</c:v>
                </c:pt>
                <c:pt idx="12">
                  <c:v>56.244300000000003</c:v>
                </c:pt>
                <c:pt idx="13">
                  <c:v>56.0471</c:v>
                </c:pt>
                <c:pt idx="14">
                  <c:v>56.183900000000001</c:v>
                </c:pt>
                <c:pt idx="15">
                  <c:v>57.225999999999999</c:v>
                </c:pt>
                <c:pt idx="16">
                  <c:v>58.73</c:v>
                </c:pt>
                <c:pt idx="17">
                  <c:v>56.636800000000001</c:v>
                </c:pt>
                <c:pt idx="18">
                  <c:v>54.768099999999997</c:v>
                </c:pt>
                <c:pt idx="19">
                  <c:v>58.404800000000002</c:v>
                </c:pt>
                <c:pt idx="20">
                  <c:v>57.021000000000001</c:v>
                </c:pt>
                <c:pt idx="21">
                  <c:v>56.9679</c:v>
                </c:pt>
                <c:pt idx="22">
                  <c:v>57.833399999999997</c:v>
                </c:pt>
                <c:pt idx="23">
                  <c:v>59.347700000000003</c:v>
                </c:pt>
                <c:pt idx="24">
                  <c:v>59.752299999999998</c:v>
                </c:pt>
                <c:pt idx="25">
                  <c:v>58.665399999999998</c:v>
                </c:pt>
                <c:pt idx="26">
                  <c:v>57.984000000000002</c:v>
                </c:pt>
                <c:pt idx="27">
                  <c:v>57.910400000000003</c:v>
                </c:pt>
                <c:pt idx="28">
                  <c:v>56.852800000000002</c:v>
                </c:pt>
                <c:pt idx="29">
                  <c:v>56.157299999999999</c:v>
                </c:pt>
                <c:pt idx="30">
                  <c:v>56.887500000000003</c:v>
                </c:pt>
                <c:pt idx="31">
                  <c:v>59.000599999999999</c:v>
                </c:pt>
                <c:pt idx="32">
                  <c:v>58.609499999999997</c:v>
                </c:pt>
                <c:pt idx="33">
                  <c:v>58.112200000000001</c:v>
                </c:pt>
                <c:pt idx="34">
                  <c:v>56.767299999999999</c:v>
                </c:pt>
                <c:pt idx="35">
                  <c:v>58.861199999999997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71D-4203-B66B-0222DE65DC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Pricing Discount %</c:v>
                </c:pt>
              </c:strCache>
            </c:strRef>
          </c:tx>
          <c:spPr>
            <a:ln w="19050">
              <a:solidFill>
                <a:srgbClr val="0060FF"/>
              </a:solidFill>
            </a:ln>
          </c:spPr>
          <c:marker>
            <c:symbol val="none"/>
          </c:marker>
          <c:cat>
            <c:strRef>
              <c:f>Sheet1!$A$2:$A$37</c:f>
              <c:strCache>
                <c:ptCount val="36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</c:strCache>
            </c:strRef>
          </c:cat>
          <c:val>
            <c:numRef>
              <c:f>Sheet1!$C$2:$C$37</c:f>
              <c:numCache>
                <c:formatCode>#,##0</c:formatCode>
                <c:ptCount val="36"/>
                <c:pt idx="0">
                  <c:v>-0.17889945424655951</c:v>
                </c:pt>
                <c:pt idx="1">
                  <c:v>-0.16702648101566675</c:v>
                </c:pt>
                <c:pt idx="2">
                  <c:v>-0.16488380007166276</c:v>
                </c:pt>
                <c:pt idx="3">
                  <c:v>-0.12926307980676263</c:v>
                </c:pt>
                <c:pt idx="4">
                  <c:v>-9.1083746414610534E-2</c:v>
                </c:pt>
                <c:pt idx="5">
                  <c:v>-7.8378908817222134E-2</c:v>
                </c:pt>
                <c:pt idx="6">
                  <c:v>-0.11085763055499032</c:v>
                </c:pt>
                <c:pt idx="7">
                  <c:v>-5.2286816750363264E-2</c:v>
                </c:pt>
                <c:pt idx="8">
                  <c:v>-5.3718271666735748E-2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-5.2291832707922974E-2</c:v>
                </c:pt>
                <c:pt idx="13">
                  <c:v>-5.5614623650116227E-2</c:v>
                </c:pt>
                <c:pt idx="14">
                  <c:v>-5.330956380786453E-2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-7.7165585186957639E-2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-6.0165048039991752E-2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71D-4203-B66B-0222DE65DC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64615472"/>
        <c:axId val="1564614032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2118791784"/>
        <c:crosses val="autoZero"/>
        <c:crossBetween val="between"/>
      </c:valAx>
      <c:valAx>
        <c:axId val="1564614032"/>
        <c:scaling>
          <c:orientation val="minMax"/>
        </c:scaling>
        <c:delete val="0"/>
        <c:axPos val="r"/>
        <c:numFmt formatCode="#,##0" sourceLinked="1"/>
        <c:majorTickMark val="out"/>
        <c:minorTickMark val="none"/>
        <c:tickLblPos val="nextTo"/>
        <c:crossAx val="1564615472"/>
        <c:crosses val="max"/>
        <c:crossBetween val="between"/>
      </c:valAx>
      <c:catAx>
        <c:axId val="156461547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64614032"/>
        <c:crosses val="autoZero"/>
        <c:auto val="1"/>
        <c:lblAlgn val="ctr"/>
        <c:lblOffset val="100"/>
        <c:noMultiLvlLbl val="0"/>
      </c:catAx>
    </c:plotArea>
    <c:legend>
      <c:legendPos val="t"/>
      <c:overlay val="1"/>
    </c:legend>
    <c:plotVisOnly val="1"/>
    <c:dispBlanksAs val="gap"/>
    <c:showDLblsOverMax val="0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Carnation</c:v>
                </c:pt>
              </c:strCache>
            </c:strRef>
          </c:tx>
          <c:spPr>
            <a:ln w="19050">
              <a:solidFill>
                <a:srgbClr val="93002E"/>
              </a:solidFill>
            </a:ln>
          </c:spPr>
          <c:marker>
            <c:symbol val="none"/>
          </c:marker>
          <c:cat>
            <c:strRef>
              <c:f>Sheet1!$A$2:$A$37</c:f>
              <c:strCache>
                <c:ptCount val="36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</c:strCache>
            </c:strRef>
          </c:cat>
          <c:val>
            <c:numRef>
              <c:f>Sheet1!$B$2:$B$37</c:f>
              <c:numCache>
                <c:formatCode>#,##0</c:formatCode>
                <c:ptCount val="36"/>
                <c:pt idx="0">
                  <c:v>45.602200000000003</c:v>
                </c:pt>
                <c:pt idx="1">
                  <c:v>46.261600000000001</c:v>
                </c:pt>
                <c:pt idx="2">
                  <c:v>46.380600000000001</c:v>
                </c:pt>
                <c:pt idx="3">
                  <c:v>48.358899999999998</c:v>
                </c:pt>
                <c:pt idx="4">
                  <c:v>50.479300000000002</c:v>
                </c:pt>
                <c:pt idx="5">
                  <c:v>51.184899999999999</c:v>
                </c:pt>
                <c:pt idx="6">
                  <c:v>49.381100000000004</c:v>
                </c:pt>
                <c:pt idx="7">
                  <c:v>52.634</c:v>
                </c:pt>
                <c:pt idx="8">
                  <c:v>52.554499999999997</c:v>
                </c:pt>
                <c:pt idx="9">
                  <c:v>53.414099999999998</c:v>
                </c:pt>
                <c:pt idx="10">
                  <c:v>55.182200000000002</c:v>
                </c:pt>
                <c:pt idx="11">
                  <c:v>55.5379</c:v>
                </c:pt>
                <c:pt idx="12">
                  <c:v>56.244300000000003</c:v>
                </c:pt>
                <c:pt idx="13">
                  <c:v>56.0471</c:v>
                </c:pt>
                <c:pt idx="14">
                  <c:v>56.183900000000001</c:v>
                </c:pt>
                <c:pt idx="15">
                  <c:v>57.225999999999999</c:v>
                </c:pt>
                <c:pt idx="16">
                  <c:v>58.73</c:v>
                </c:pt>
                <c:pt idx="17">
                  <c:v>56.636800000000001</c:v>
                </c:pt>
                <c:pt idx="18">
                  <c:v>54.768099999999997</c:v>
                </c:pt>
                <c:pt idx="19">
                  <c:v>58.404800000000002</c:v>
                </c:pt>
                <c:pt idx="20">
                  <c:v>57.021000000000001</c:v>
                </c:pt>
                <c:pt idx="21">
                  <c:v>56.9679</c:v>
                </c:pt>
                <c:pt idx="22">
                  <c:v>57.833399999999997</c:v>
                </c:pt>
                <c:pt idx="23">
                  <c:v>59.347700000000003</c:v>
                </c:pt>
                <c:pt idx="24">
                  <c:v>59.752299999999998</c:v>
                </c:pt>
                <c:pt idx="25">
                  <c:v>58.665399999999998</c:v>
                </c:pt>
                <c:pt idx="26">
                  <c:v>57.984000000000002</c:v>
                </c:pt>
                <c:pt idx="27">
                  <c:v>57.910400000000003</c:v>
                </c:pt>
                <c:pt idx="28">
                  <c:v>56.852800000000002</c:v>
                </c:pt>
                <c:pt idx="29">
                  <c:v>56.157299999999999</c:v>
                </c:pt>
                <c:pt idx="30">
                  <c:v>56.887500000000003</c:v>
                </c:pt>
                <c:pt idx="31">
                  <c:v>59.000599999999999</c:v>
                </c:pt>
                <c:pt idx="32">
                  <c:v>58.609499999999997</c:v>
                </c:pt>
                <c:pt idx="33">
                  <c:v>58.112200000000001</c:v>
                </c:pt>
                <c:pt idx="34">
                  <c:v>56.767299999999999</c:v>
                </c:pt>
                <c:pt idx="35">
                  <c:v>58.861199999999997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A07-4EF3-AEB9-8CAA213DA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Alpura</c:v>
                </c:pt>
              </c:strCache>
            </c:strRef>
          </c:tx>
          <c:spPr>
            <a:ln w="19050">
              <a:solidFill>
                <a:srgbClr val="0060FF"/>
              </a:solidFill>
            </a:ln>
          </c:spPr>
          <c:marker>
            <c:symbol val="none"/>
          </c:marker>
          <c:cat>
            <c:strRef>
              <c:f>Sheet1!$A$2:$A$37</c:f>
              <c:strCache>
                <c:ptCount val="36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</c:strCache>
            </c:strRef>
          </c:cat>
          <c:val>
            <c:numRef>
              <c:f>Sheet1!$C$2:$C$37</c:f>
              <c:numCache>
                <c:formatCode>#,##0</c:formatCode>
                <c:ptCount val="36"/>
                <c:pt idx="0">
                  <c:v>44.3643</c:v>
                </c:pt>
                <c:pt idx="1">
                  <c:v>43.819899999999997</c:v>
                </c:pt>
                <c:pt idx="2">
                  <c:v>44.149700000000003</c:v>
                </c:pt>
                <c:pt idx="3">
                  <c:v>43.997799999999998</c:v>
                </c:pt>
                <c:pt idx="4">
                  <c:v>46.4343</c:v>
                </c:pt>
                <c:pt idx="5">
                  <c:v>47.336500000000001</c:v>
                </c:pt>
                <c:pt idx="6">
                  <c:v>47.1098</c:v>
                </c:pt>
                <c:pt idx="7">
                  <c:v>47.3812</c:v>
                </c:pt>
                <c:pt idx="8">
                  <c:v>46.898899999999998</c:v>
                </c:pt>
                <c:pt idx="9">
                  <c:v>48.022300000000001</c:v>
                </c:pt>
                <c:pt idx="10">
                  <c:v>48.750300000000003</c:v>
                </c:pt>
                <c:pt idx="11">
                  <c:v>48.160800000000002</c:v>
                </c:pt>
                <c:pt idx="12">
                  <c:v>49.018999999999998</c:v>
                </c:pt>
                <c:pt idx="13">
                  <c:v>48.560200000000002</c:v>
                </c:pt>
                <c:pt idx="14">
                  <c:v>49.331200000000003</c:v>
                </c:pt>
                <c:pt idx="15">
                  <c:v>50.693800000000003</c:v>
                </c:pt>
                <c:pt idx="16">
                  <c:v>52.069899999999997</c:v>
                </c:pt>
                <c:pt idx="17">
                  <c:v>50.6282</c:v>
                </c:pt>
                <c:pt idx="18">
                  <c:v>49.762999999999998</c:v>
                </c:pt>
                <c:pt idx="19">
                  <c:v>47.446399999999997</c:v>
                </c:pt>
                <c:pt idx="20">
                  <c:v>52.232700000000001</c:v>
                </c:pt>
                <c:pt idx="21">
                  <c:v>53.114400000000003</c:v>
                </c:pt>
                <c:pt idx="22">
                  <c:v>56.808799999999998</c:v>
                </c:pt>
                <c:pt idx="23">
                  <c:v>55.821800000000003</c:v>
                </c:pt>
                <c:pt idx="24">
                  <c:v>54.9285</c:v>
                </c:pt>
                <c:pt idx="25">
                  <c:v>51.974499999999999</c:v>
                </c:pt>
                <c:pt idx="26">
                  <c:v>53.923400000000001</c:v>
                </c:pt>
                <c:pt idx="27">
                  <c:v>51.968600000000002</c:v>
                </c:pt>
                <c:pt idx="28">
                  <c:v>51.982399999999998</c:v>
                </c:pt>
                <c:pt idx="29">
                  <c:v>54.245399999999997</c:v>
                </c:pt>
                <c:pt idx="30">
                  <c:v>56.856000000000002</c:v>
                </c:pt>
                <c:pt idx="31">
                  <c:v>57.5105</c:v>
                </c:pt>
                <c:pt idx="32">
                  <c:v>57.383800000000001</c:v>
                </c:pt>
                <c:pt idx="33">
                  <c:v>60.400199999999998</c:v>
                </c:pt>
                <c:pt idx="34">
                  <c:v>62.328099999999999</c:v>
                </c:pt>
                <c:pt idx="35">
                  <c:v>60.65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A07-4EF3-AEB9-8CAA213DA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Categoría</c:v>
                </c:pt>
              </c:strCache>
            </c:strRef>
          </c:tx>
          <c:spPr>
            <a:ln w="19050">
              <a:solidFill>
                <a:srgbClr val="802AB7"/>
              </a:solidFill>
            </a:ln>
          </c:spPr>
          <c:marker>
            <c:symbol val="none"/>
          </c:marker>
          <c:cat>
            <c:strRef>
              <c:f>Sheet1!$A$2:$A$37</c:f>
              <c:strCache>
                <c:ptCount val="36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</c:strCache>
            </c:strRef>
          </c:cat>
          <c:val>
            <c:numRef>
              <c:f>Sheet1!$D$2:$D$37</c:f>
              <c:numCache>
                <c:formatCode>#,##0</c:formatCode>
                <c:ptCount val="36"/>
                <c:pt idx="0">
                  <c:v>45.403399999999998</c:v>
                </c:pt>
                <c:pt idx="1">
                  <c:v>45.997700000000002</c:v>
                </c:pt>
                <c:pt idx="2">
                  <c:v>46.140599999999999</c:v>
                </c:pt>
                <c:pt idx="3">
                  <c:v>47.8932</c:v>
                </c:pt>
                <c:pt idx="4">
                  <c:v>49.952199999999998</c:v>
                </c:pt>
                <c:pt idx="5">
                  <c:v>50.710799999999999</c:v>
                </c:pt>
                <c:pt idx="6">
                  <c:v>49.1907</c:v>
                </c:pt>
                <c:pt idx="7">
                  <c:v>52.206699999999998</c:v>
                </c:pt>
                <c:pt idx="8">
                  <c:v>52.092700000000001</c:v>
                </c:pt>
                <c:pt idx="9">
                  <c:v>52.9709</c:v>
                </c:pt>
                <c:pt idx="10">
                  <c:v>54.5976</c:v>
                </c:pt>
                <c:pt idx="11">
                  <c:v>54.914400000000001</c:v>
                </c:pt>
                <c:pt idx="12">
                  <c:v>55.618400000000001</c:v>
                </c:pt>
                <c:pt idx="13">
                  <c:v>55.334699999999998</c:v>
                </c:pt>
                <c:pt idx="14">
                  <c:v>55.496899999999997</c:v>
                </c:pt>
                <c:pt idx="15">
                  <c:v>56.538200000000003</c:v>
                </c:pt>
                <c:pt idx="16">
                  <c:v>57.948799999999999</c:v>
                </c:pt>
                <c:pt idx="17">
                  <c:v>56.088999999999999</c:v>
                </c:pt>
                <c:pt idx="18">
                  <c:v>54.375300000000003</c:v>
                </c:pt>
                <c:pt idx="19">
                  <c:v>57.355499999999999</c:v>
                </c:pt>
                <c:pt idx="20">
                  <c:v>56.553100000000001</c:v>
                </c:pt>
                <c:pt idx="21">
                  <c:v>56.6389</c:v>
                </c:pt>
                <c:pt idx="22">
                  <c:v>57.449800000000003</c:v>
                </c:pt>
                <c:pt idx="23">
                  <c:v>58.682699999999997</c:v>
                </c:pt>
                <c:pt idx="24">
                  <c:v>59.085599999999999</c:v>
                </c:pt>
                <c:pt idx="25">
                  <c:v>57.856200000000001</c:v>
                </c:pt>
                <c:pt idx="26">
                  <c:v>57.352200000000003</c:v>
                </c:pt>
                <c:pt idx="27">
                  <c:v>57.140799999999999</c:v>
                </c:pt>
                <c:pt idx="28">
                  <c:v>56.261400000000002</c:v>
                </c:pt>
                <c:pt idx="29">
                  <c:v>55.721699999999998</c:v>
                </c:pt>
                <c:pt idx="30">
                  <c:v>56.470500000000001</c:v>
                </c:pt>
                <c:pt idx="31">
                  <c:v>58.298299999999998</c:v>
                </c:pt>
                <c:pt idx="32">
                  <c:v>57.887999999999998</c:v>
                </c:pt>
                <c:pt idx="33">
                  <c:v>57.600299999999997</c:v>
                </c:pt>
                <c:pt idx="34">
                  <c:v>56.428699999999999</c:v>
                </c:pt>
                <c:pt idx="35">
                  <c:v>58.225099999999998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A07-4EF3-AEB9-8CAA213DAEF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Controlled Label</c:v>
                </c:pt>
              </c:strCache>
            </c:strRef>
          </c:tx>
          <c:spPr>
            <a:ln w="19050">
              <a:solidFill>
                <a:srgbClr val="00E5BA"/>
              </a:solidFill>
            </a:ln>
          </c:spPr>
          <c:marker>
            <c:symbol val="none"/>
          </c:marker>
          <c:cat>
            <c:strRef>
              <c:f>Sheet1!$A$2:$A$37</c:f>
              <c:strCache>
                <c:ptCount val="36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</c:strCache>
            </c:strRef>
          </c:cat>
          <c:val>
            <c:numRef>
              <c:f>Sheet1!$E$2:$E$37</c:f>
              <c:numCache>
                <c:formatCode>#,##0</c:formatCode>
                <c:ptCount val="36"/>
                <c:pt idx="0">
                  <c:v>41.298699999999997</c:v>
                </c:pt>
                <c:pt idx="1">
                  <c:v>42.175400000000003</c:v>
                </c:pt>
                <c:pt idx="2">
                  <c:v>43.276000000000003</c:v>
                </c:pt>
                <c:pt idx="3">
                  <c:v>44.037500000000001</c:v>
                </c:pt>
                <c:pt idx="4">
                  <c:v>44.997900000000001</c:v>
                </c:pt>
                <c:pt idx="5">
                  <c:v>46.036999999999999</c:v>
                </c:pt>
                <c:pt idx="6">
                  <c:v>47.208399999999997</c:v>
                </c:pt>
                <c:pt idx="7">
                  <c:v>47.284799999999997</c:v>
                </c:pt>
                <c:pt idx="8">
                  <c:v>46.784500000000001</c:v>
                </c:pt>
                <c:pt idx="9">
                  <c:v>46.470399999999998</c:v>
                </c:pt>
                <c:pt idx="10">
                  <c:v>47.3568</c:v>
                </c:pt>
                <c:pt idx="11">
                  <c:v>49.0916</c:v>
                </c:pt>
                <c:pt idx="12">
                  <c:v>50.067100000000003</c:v>
                </c:pt>
                <c:pt idx="13">
                  <c:v>49.577399999999997</c:v>
                </c:pt>
                <c:pt idx="14">
                  <c:v>50.189599999999999</c:v>
                </c:pt>
                <c:pt idx="15">
                  <c:v>51.782699999999998</c:v>
                </c:pt>
                <c:pt idx="16">
                  <c:v>51.260399999999997</c:v>
                </c:pt>
                <c:pt idx="17">
                  <c:v>51.771900000000002</c:v>
                </c:pt>
                <c:pt idx="18">
                  <c:v>51.43</c:v>
                </c:pt>
                <c:pt idx="19">
                  <c:v>51.835700000000003</c:v>
                </c:pt>
                <c:pt idx="20">
                  <c:v>52.0762</c:v>
                </c:pt>
                <c:pt idx="21">
                  <c:v>53.189</c:v>
                </c:pt>
                <c:pt idx="22">
                  <c:v>50.853299999999997</c:v>
                </c:pt>
                <c:pt idx="23">
                  <c:v>49.761000000000003</c:v>
                </c:pt>
                <c:pt idx="24">
                  <c:v>50.3142</c:v>
                </c:pt>
                <c:pt idx="25">
                  <c:v>50.008499999999998</c:v>
                </c:pt>
                <c:pt idx="26">
                  <c:v>50.513500000000001</c:v>
                </c:pt>
                <c:pt idx="27">
                  <c:v>50.899799999999999</c:v>
                </c:pt>
                <c:pt idx="28">
                  <c:v>50.858800000000002</c:v>
                </c:pt>
                <c:pt idx="29">
                  <c:v>49.888100000000001</c:v>
                </c:pt>
                <c:pt idx="30">
                  <c:v>49.958500000000001</c:v>
                </c:pt>
                <c:pt idx="31">
                  <c:v>49.932000000000002</c:v>
                </c:pt>
                <c:pt idx="32">
                  <c:v>49.023099999999999</c:v>
                </c:pt>
                <c:pt idx="33">
                  <c:v>49.1905</c:v>
                </c:pt>
                <c:pt idx="34">
                  <c:v>48.576599999999999</c:v>
                </c:pt>
                <c:pt idx="35">
                  <c:v>48.349899999999998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A07-4EF3-AEB9-8CAA213DAEF0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Lala</c:v>
                </c:pt>
              </c:strCache>
            </c:strRef>
          </c:tx>
          <c:spPr>
            <a:ln w="19050">
              <a:solidFill>
                <a:srgbClr val="00B600"/>
              </a:solidFill>
            </a:ln>
          </c:spPr>
          <c:marker>
            <c:symbol val="none"/>
          </c:marker>
          <c:cat>
            <c:strRef>
              <c:f>Sheet1!$A$2:$A$37</c:f>
              <c:strCache>
                <c:ptCount val="36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</c:strCache>
            </c:strRef>
          </c:cat>
          <c:val>
            <c:numRef>
              <c:f>Sheet1!$F$2:$F$37</c:f>
              <c:numCache>
                <c:formatCode>#,##0</c:formatCode>
                <c:ptCount val="36"/>
                <c:pt idx="0">
                  <c:v>46.450400000000002</c:v>
                </c:pt>
                <c:pt idx="1">
                  <c:v>50.927</c:v>
                </c:pt>
                <c:pt idx="2">
                  <c:v>50.904400000000003</c:v>
                </c:pt>
                <c:pt idx="3">
                  <c:v>49.363</c:v>
                </c:pt>
                <c:pt idx="4">
                  <c:v>49.988</c:v>
                </c:pt>
                <c:pt idx="5">
                  <c:v>49.749600000000001</c:v>
                </c:pt>
                <c:pt idx="6">
                  <c:v>48.275100000000002</c:v>
                </c:pt>
                <c:pt idx="7">
                  <c:v>52.242400000000004</c:v>
                </c:pt>
                <c:pt idx="8">
                  <c:v>55.618400000000001</c:v>
                </c:pt>
                <c:pt idx="9">
                  <c:v>56.118099999999998</c:v>
                </c:pt>
                <c:pt idx="10">
                  <c:v>56.069299999999998</c:v>
                </c:pt>
                <c:pt idx="11">
                  <c:v>56.063499999999998</c:v>
                </c:pt>
                <c:pt idx="12">
                  <c:v>57.184600000000003</c:v>
                </c:pt>
                <c:pt idx="13">
                  <c:v>61.491900000000001</c:v>
                </c:pt>
                <c:pt idx="14">
                  <c:v>61.441800000000001</c:v>
                </c:pt>
                <c:pt idx="15">
                  <c:v>61.743899999999996</c:v>
                </c:pt>
                <c:pt idx="16">
                  <c:v>61.794899999999998</c:v>
                </c:pt>
                <c:pt idx="17">
                  <c:v>62.133600000000001</c:v>
                </c:pt>
                <c:pt idx="18">
                  <c:v>60.021799999999999</c:v>
                </c:pt>
                <c:pt idx="19">
                  <c:v>61.6462</c:v>
                </c:pt>
                <c:pt idx="20">
                  <c:v>61.182899999999997</c:v>
                </c:pt>
                <c:pt idx="21">
                  <c:v>61.58</c:v>
                </c:pt>
                <c:pt idx="22">
                  <c:v>61.875399999999999</c:v>
                </c:pt>
                <c:pt idx="23">
                  <c:v>61.723100000000002</c:v>
                </c:pt>
                <c:pt idx="24">
                  <c:v>61.476700000000001</c:v>
                </c:pt>
                <c:pt idx="25">
                  <c:v>60.414700000000003</c:v>
                </c:pt>
                <c:pt idx="26">
                  <c:v>60.080500000000001</c:v>
                </c:pt>
                <c:pt idx="27">
                  <c:v>60.183199999999999</c:v>
                </c:pt>
                <c:pt idx="28">
                  <c:v>59.7181</c:v>
                </c:pt>
                <c:pt idx="29">
                  <c:v>60.738999999999997</c:v>
                </c:pt>
                <c:pt idx="30">
                  <c:v>61.6</c:v>
                </c:pt>
                <c:pt idx="31">
                  <c:v>61.808500000000002</c:v>
                </c:pt>
                <c:pt idx="32">
                  <c:v>60.514299999999999</c:v>
                </c:pt>
                <c:pt idx="33">
                  <c:v>58.462800000000001</c:v>
                </c:pt>
                <c:pt idx="34">
                  <c:v>62.857999999999997</c:v>
                </c:pt>
                <c:pt idx="35">
                  <c:v>63.840800000000002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BA07-4EF3-AEB9-8CAA213DA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2118791784"/>
        <c:crosses val="autoZero"/>
        <c:crossBetween val="between"/>
      </c:valAx>
    </c:plotArea>
    <c:legend>
      <c:legendPos val="t"/>
      <c:overlay val="1"/>
    </c:legend>
    <c:plotVisOnly val="1"/>
    <c:dispBlanksAs val="gap"/>
    <c:showDLblsOverMax val="0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spPr>
            <a:ln w="19050">
              <a:solidFill>
                <a:srgbClr val="93002E"/>
              </a:solidFill>
            </a:ln>
          </c:spPr>
          <c:marker>
            <c:symbol val="none"/>
          </c:marker>
          <c:cat>
            <c:strRef>
              <c:f>Sheet1!$A$2:$A$37</c:f>
              <c:strCache>
                <c:ptCount val="36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</c:strCache>
            </c:strRef>
          </c:cat>
          <c:val>
            <c:numRef>
              <c:f>Sheet1!$B$2:$B$37</c:f>
              <c:numCache>
                <c:formatCode>#,##0</c:formatCode>
                <c:ptCount val="36"/>
                <c:pt idx="0">
                  <c:v>1.294042927</c:v>
                </c:pt>
                <c:pt idx="1">
                  <c:v>1.0158342890000001</c:v>
                </c:pt>
                <c:pt idx="2">
                  <c:v>1.2015501040000001</c:v>
                </c:pt>
                <c:pt idx="3">
                  <c:v>1.2533161719999999</c:v>
                </c:pt>
                <c:pt idx="4">
                  <c:v>1.157313185</c:v>
                </c:pt>
                <c:pt idx="5">
                  <c:v>1.277109472</c:v>
                </c:pt>
                <c:pt idx="6">
                  <c:v>1.021128491</c:v>
                </c:pt>
                <c:pt idx="7">
                  <c:v>1.4312931</c:v>
                </c:pt>
                <c:pt idx="8">
                  <c:v>1.077090887</c:v>
                </c:pt>
                <c:pt idx="9">
                  <c:v>1.034504063</c:v>
                </c:pt>
                <c:pt idx="10">
                  <c:v>0.64666496299999998</c:v>
                </c:pt>
                <c:pt idx="11">
                  <c:v>0.88832065500000001</c:v>
                </c:pt>
                <c:pt idx="12">
                  <c:v>1.246949313</c:v>
                </c:pt>
                <c:pt idx="13">
                  <c:v>0.67930745599999998</c:v>
                </c:pt>
                <c:pt idx="14">
                  <c:v>0.52699480700000001</c:v>
                </c:pt>
                <c:pt idx="15">
                  <c:v>0.53383820100000001</c:v>
                </c:pt>
                <c:pt idx="16">
                  <c:v>0.52195040299999995</c:v>
                </c:pt>
                <c:pt idx="17">
                  <c:v>0.41770248399999999</c:v>
                </c:pt>
                <c:pt idx="18">
                  <c:v>0.37928603</c:v>
                </c:pt>
                <c:pt idx="19">
                  <c:v>0.178917879</c:v>
                </c:pt>
                <c:pt idx="20">
                  <c:v>0.27239534799999998</c:v>
                </c:pt>
                <c:pt idx="21">
                  <c:v>0.454123047</c:v>
                </c:pt>
                <c:pt idx="22">
                  <c:v>0.481130801</c:v>
                </c:pt>
                <c:pt idx="23">
                  <c:v>0.38936578300000002</c:v>
                </c:pt>
                <c:pt idx="24">
                  <c:v>0.570121553</c:v>
                </c:pt>
                <c:pt idx="25">
                  <c:v>0.40273455499999999</c:v>
                </c:pt>
                <c:pt idx="26">
                  <c:v>0.29800081099999998</c:v>
                </c:pt>
                <c:pt idx="27">
                  <c:v>0.318540555</c:v>
                </c:pt>
                <c:pt idx="28">
                  <c:v>0.24310418</c:v>
                </c:pt>
                <c:pt idx="29">
                  <c:v>0.15066141399999999</c:v>
                </c:pt>
                <c:pt idx="30">
                  <c:v>0.20247916199999999</c:v>
                </c:pt>
                <c:pt idx="31">
                  <c:v>0.27437871800000002</c:v>
                </c:pt>
                <c:pt idx="32">
                  <c:v>6.3433112999999999E-2</c:v>
                </c:pt>
                <c:pt idx="33">
                  <c:v>0.350377039</c:v>
                </c:pt>
                <c:pt idx="34">
                  <c:v>0.238898153</c:v>
                </c:pt>
                <c:pt idx="35">
                  <c:v>0.430717193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6EA-404F-8C3E-E907FA724D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2118791784"/>
        <c:crosses val="autoZero"/>
        <c:crossBetween val="between"/>
      </c:valAx>
    </c:plotArea>
    <c:legend>
      <c:legendPos val="t"/>
      <c:overlay val="1"/>
    </c:legend>
    <c:plotVisOnly val="1"/>
    <c:dispBlanksAs val="gap"/>
    <c:showDLblsOverMax val="0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E-commerce</c:v>
                </c:pt>
              </c:strCache>
            </c:strRef>
          </c:tx>
          <c:spPr>
            <a:solidFill>
              <a:srgbClr val="93002E"/>
            </a:solidFill>
            <a:ln w="19050">
              <a:solidFill>
                <a:srgbClr val="93002E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0.7%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FF90-4C02-B2F4-0B7489E816C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0.0%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FF90-4C02-B2F4-0B7489E816C1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0.0%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FF90-4C02-B2F4-0B7489E816C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323803.05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93002E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FF90-4C02-B2F4-0B7489E816C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Medios tradicionales</c:v>
                </c:pt>
              </c:strCache>
            </c:strRef>
          </c:tx>
          <c:spPr>
            <a:solidFill>
              <a:srgbClr val="0060FF"/>
            </a:solidFill>
            <a:ln w="19050">
              <a:solidFill>
                <a:srgbClr val="0060FF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0.5%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FF90-4C02-B2F4-0B7489E816C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19.8%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FF90-4C02-B2F4-0B7489E816C1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22.9%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FF90-4C02-B2F4-0B7489E816C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Sheet1!$C$2:$C$4</c:f>
              <c:numCache>
                <c:formatCode>#,##0</c:formatCode>
                <c:ptCount val="3"/>
                <c:pt idx="0">
                  <c:v>226836</c:v>
                </c:pt>
                <c:pt idx="1">
                  <c:v>8252180.3599999994</c:v>
                </c:pt>
                <c:pt idx="2">
                  <c:v>15411552.109999999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0060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7-FF90-4C02-B2F4-0B7489E816C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Redes sociales</c:v>
                </c:pt>
              </c:strCache>
            </c:strRef>
          </c:tx>
          <c:spPr>
            <a:solidFill>
              <a:srgbClr val="802AB7"/>
            </a:solidFill>
            <a:ln w="19050">
              <a:solidFill>
                <a:srgbClr val="802AB7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23.2%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FF90-4C02-B2F4-0B7489E816C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17.9%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FF90-4C02-B2F4-0B7489E816C1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19.8%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FF90-4C02-B2F4-0B7489E816C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Sheet1!$D$2:$D$4</c:f>
              <c:numCache>
                <c:formatCode>#,##0</c:formatCode>
                <c:ptCount val="3"/>
                <c:pt idx="0">
                  <c:v>11180239.16</c:v>
                </c:pt>
                <c:pt idx="1">
                  <c:v>7485045.25</c:v>
                </c:pt>
                <c:pt idx="2">
                  <c:v>13320694.77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802AB7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B-FF90-4C02-B2F4-0B7489E816C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Search</c:v>
                </c:pt>
              </c:strCache>
            </c:strRef>
          </c:tx>
          <c:spPr>
            <a:solidFill>
              <a:srgbClr val="00E5BA"/>
            </a:solidFill>
            <a:ln w="19050">
              <a:solidFill>
                <a:srgbClr val="00E5BA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1.0%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FF90-4C02-B2F4-0B7489E816C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1.2%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FF90-4C02-B2F4-0B7489E816C1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0.0%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FF90-4C02-B2F4-0B7489E816C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Sheet1!$E$2:$E$4</c:f>
              <c:numCache>
                <c:formatCode>#,##0</c:formatCode>
                <c:ptCount val="3"/>
                <c:pt idx="0">
                  <c:v>498007.58</c:v>
                </c:pt>
                <c:pt idx="1">
                  <c:v>514264.75</c:v>
                </c:pt>
                <c:pt idx="2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00E5BA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F-FF90-4C02-B2F4-0B7489E816C1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Streaming</c:v>
                </c:pt>
              </c:strCache>
            </c:strRef>
          </c:tx>
          <c:spPr>
            <a:solidFill>
              <a:srgbClr val="00B600"/>
            </a:solidFill>
            <a:ln w="19050">
              <a:solidFill>
                <a:srgbClr val="00B600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15.6%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0-FF90-4C02-B2F4-0B7489E816C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11.1%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1-FF90-4C02-B2F4-0B7489E816C1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5.7%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2-FF90-4C02-B2F4-0B7489E816C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Sheet1!$F$2:$F$4</c:f>
              <c:numCache>
                <c:formatCode>#,##0</c:formatCode>
                <c:ptCount val="3"/>
                <c:pt idx="0">
                  <c:v>7535905.8899999997</c:v>
                </c:pt>
                <c:pt idx="1">
                  <c:v>4643389.17</c:v>
                </c:pt>
                <c:pt idx="2">
                  <c:v>3838952.29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00B600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13-FF90-4C02-B2F4-0B7489E816C1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TV</c:v>
                </c:pt>
              </c:strCache>
            </c:strRef>
          </c:tx>
          <c:spPr>
            <a:solidFill>
              <a:srgbClr val="FA0028"/>
            </a:solidFill>
            <a:ln w="19050">
              <a:solidFill>
                <a:srgbClr val="FA0028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56.0%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4-FF90-4C02-B2F4-0B7489E816C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45.8%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5-FF90-4C02-B2F4-0B7489E816C1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45.8%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6-FF90-4C02-B2F4-0B7489E816C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Sheet1!$G$2:$G$4</c:f>
              <c:numCache>
                <c:formatCode>#,##0</c:formatCode>
                <c:ptCount val="3"/>
                <c:pt idx="0">
                  <c:v>27002442.379999999</c:v>
                </c:pt>
                <c:pt idx="1">
                  <c:v>19112685.27</c:v>
                </c:pt>
                <c:pt idx="2">
                  <c:v>30836280.039999999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FA0028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17-FF90-4C02-B2F4-0B7489E816C1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Web</c:v>
                </c:pt>
              </c:strCache>
            </c:strRef>
          </c:tx>
          <c:spPr>
            <a:solidFill>
              <a:srgbClr val="FEDB00"/>
            </a:solidFill>
            <a:ln w="19050">
              <a:solidFill>
                <a:srgbClr val="FEDB00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3.0%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8-FF90-4C02-B2F4-0B7489E816C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4.2%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9-FF90-4C02-B2F4-0B7489E816C1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5.9%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A-FF90-4C02-B2F4-0B7489E816C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Sheet1!$H$2:$H$4</c:f>
              <c:numCache>
                <c:formatCode>#,##0</c:formatCode>
                <c:ptCount val="3"/>
                <c:pt idx="0">
                  <c:v>1468761.51</c:v>
                </c:pt>
                <c:pt idx="1">
                  <c:v>1735120.9</c:v>
                </c:pt>
                <c:pt idx="2">
                  <c:v>3992765.6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FEDB00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1B-FF90-4C02-B2F4-0B7489E816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1"/>
    </c:legend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E-commerce</c:v>
                </c:pt>
              </c:strCache>
            </c:strRef>
          </c:tx>
          <c:spPr>
            <a:solidFill>
              <a:srgbClr val="93002E"/>
            </a:solidFill>
            <a:ln w="19050">
              <a:solidFill>
                <a:srgbClr val="93002E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0.7%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CDE6-4538-B451-64511650249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0.0%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CDE6-4538-B451-645116502499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0.0%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CDE6-4538-B451-64511650249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323803.05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93002E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CDE6-4538-B451-6451165024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Medios tradicionales</c:v>
                </c:pt>
              </c:strCache>
            </c:strRef>
          </c:tx>
          <c:spPr>
            <a:solidFill>
              <a:srgbClr val="0060FF"/>
            </a:solidFill>
            <a:ln w="19050">
              <a:solidFill>
                <a:srgbClr val="0060FF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0.5%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CDE6-4538-B451-64511650249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19.8%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CDE6-4538-B451-645116502499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22.9%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CDE6-4538-B451-64511650249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Sheet1!$C$2:$C$4</c:f>
              <c:numCache>
                <c:formatCode>#,##0</c:formatCode>
                <c:ptCount val="3"/>
                <c:pt idx="0">
                  <c:v>226836</c:v>
                </c:pt>
                <c:pt idx="1">
                  <c:v>8252180.3599999994</c:v>
                </c:pt>
                <c:pt idx="2">
                  <c:v>15411552.109999999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0060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7-CDE6-4538-B451-64511650249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Redes sociales</c:v>
                </c:pt>
              </c:strCache>
            </c:strRef>
          </c:tx>
          <c:spPr>
            <a:solidFill>
              <a:srgbClr val="802AB7"/>
            </a:solidFill>
            <a:ln w="19050">
              <a:solidFill>
                <a:srgbClr val="802AB7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23.2%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CDE6-4538-B451-64511650249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17.9%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CDE6-4538-B451-645116502499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19.8%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CDE6-4538-B451-64511650249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Sheet1!$D$2:$D$4</c:f>
              <c:numCache>
                <c:formatCode>#,##0</c:formatCode>
                <c:ptCount val="3"/>
                <c:pt idx="0">
                  <c:v>11180239.16</c:v>
                </c:pt>
                <c:pt idx="1">
                  <c:v>7485045.25</c:v>
                </c:pt>
                <c:pt idx="2">
                  <c:v>13320694.77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802AB7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B-CDE6-4538-B451-64511650249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Search</c:v>
                </c:pt>
              </c:strCache>
            </c:strRef>
          </c:tx>
          <c:spPr>
            <a:solidFill>
              <a:srgbClr val="00E5BA"/>
            </a:solidFill>
            <a:ln w="19050">
              <a:solidFill>
                <a:srgbClr val="00E5BA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1.0%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CDE6-4538-B451-64511650249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1.2%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CDE6-4538-B451-645116502499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0.0%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CDE6-4538-B451-64511650249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Sheet1!$E$2:$E$4</c:f>
              <c:numCache>
                <c:formatCode>#,##0</c:formatCode>
                <c:ptCount val="3"/>
                <c:pt idx="0">
                  <c:v>498007.58</c:v>
                </c:pt>
                <c:pt idx="1">
                  <c:v>514264.75</c:v>
                </c:pt>
                <c:pt idx="2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00E5BA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F-CDE6-4538-B451-645116502499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Streaming</c:v>
                </c:pt>
              </c:strCache>
            </c:strRef>
          </c:tx>
          <c:spPr>
            <a:solidFill>
              <a:srgbClr val="00B600"/>
            </a:solidFill>
            <a:ln w="19050">
              <a:solidFill>
                <a:srgbClr val="00B600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15.6%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0-CDE6-4538-B451-64511650249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11.1%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1-CDE6-4538-B451-645116502499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5.7%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2-CDE6-4538-B451-64511650249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Sheet1!$F$2:$F$4</c:f>
              <c:numCache>
                <c:formatCode>#,##0</c:formatCode>
                <c:ptCount val="3"/>
                <c:pt idx="0">
                  <c:v>7535905.8899999997</c:v>
                </c:pt>
                <c:pt idx="1">
                  <c:v>4643389.17</c:v>
                </c:pt>
                <c:pt idx="2">
                  <c:v>3838952.29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00B600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13-CDE6-4538-B451-645116502499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TV</c:v>
                </c:pt>
              </c:strCache>
            </c:strRef>
          </c:tx>
          <c:spPr>
            <a:solidFill>
              <a:srgbClr val="FA0028"/>
            </a:solidFill>
            <a:ln w="19050">
              <a:solidFill>
                <a:srgbClr val="FA0028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56.0%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4-CDE6-4538-B451-64511650249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45.8%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5-CDE6-4538-B451-645116502499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45.8%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6-CDE6-4538-B451-64511650249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Sheet1!$G$2:$G$4</c:f>
              <c:numCache>
                <c:formatCode>#,##0</c:formatCode>
                <c:ptCount val="3"/>
                <c:pt idx="0">
                  <c:v>27002442.379999999</c:v>
                </c:pt>
                <c:pt idx="1">
                  <c:v>19112685.27</c:v>
                </c:pt>
                <c:pt idx="2">
                  <c:v>30836280.039999999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FA0028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17-CDE6-4538-B451-645116502499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Web</c:v>
                </c:pt>
              </c:strCache>
            </c:strRef>
          </c:tx>
          <c:spPr>
            <a:solidFill>
              <a:srgbClr val="FEDB00"/>
            </a:solidFill>
            <a:ln w="19050">
              <a:solidFill>
                <a:srgbClr val="FEDB00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3.0%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8-CDE6-4538-B451-64511650249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4.2%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9-CDE6-4538-B451-645116502499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5.9%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A-CDE6-4538-B451-64511650249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Sheet1!$H$2:$H$4</c:f>
              <c:numCache>
                <c:formatCode>#,##0</c:formatCode>
                <c:ptCount val="3"/>
                <c:pt idx="0">
                  <c:v>1468761.51</c:v>
                </c:pt>
                <c:pt idx="1">
                  <c:v>1735120.9</c:v>
                </c:pt>
                <c:pt idx="2">
                  <c:v>3992765.6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FEDB00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1B-CDE6-4538-B451-6451165024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1"/>
    </c:legend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 Carnation</c:v>
                </c:pt>
              </c:strCache>
            </c:strRef>
          </c:tx>
          <c:spPr>
            <a:solidFill>
              <a:srgbClr val="93002E"/>
            </a:solidFill>
            <a:ln w="19050">
              <a:solidFill>
                <a:srgbClr val="93002E"/>
              </a:solidFill>
            </a:ln>
          </c:spPr>
          <c:invertIfNegative val="1"/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77396362.262600005</c:v>
                </c:pt>
                <c:pt idx="1">
                  <c:v>77343195.717700005</c:v>
                </c:pt>
                <c:pt idx="2">
                  <c:v>79150759.375100002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93002E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E029-452A-8B1C-159FBEA4DA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E-commerce</c:v>
                </c:pt>
              </c:strCache>
            </c:strRef>
          </c:tx>
          <c:spPr>
            <a:solidFill>
              <a:srgbClr val="93002E"/>
            </a:solidFill>
            <a:ln w="19050">
              <a:solidFill>
                <a:srgbClr val="93002E"/>
              </a:solidFill>
            </a:ln>
          </c:spPr>
          <c:invertIfNegative val="1"/>
          <c:cat>
            <c:strRef>
              <c:f>Sheet1!$A$2:$A$37</c:f>
              <c:strCache>
                <c:ptCount val="36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</c:strCache>
            </c:strRef>
          </c:cat>
          <c:val>
            <c:numRef>
              <c:f>Sheet1!$B$2:$B$37</c:f>
              <c:numCache>
                <c:formatCode>#,##0</c:formatCode>
                <c:ptCount val="36"/>
                <c:pt idx="0">
                  <c:v>4580.96</c:v>
                </c:pt>
                <c:pt idx="1">
                  <c:v>5000.12</c:v>
                </c:pt>
                <c:pt idx="2">
                  <c:v>13273.21</c:v>
                </c:pt>
                <c:pt idx="3">
                  <c:v>9569.0400000000009</c:v>
                </c:pt>
                <c:pt idx="4">
                  <c:v>11868.94</c:v>
                </c:pt>
                <c:pt idx="5">
                  <c:v>24836.89</c:v>
                </c:pt>
                <c:pt idx="6">
                  <c:v>39827.56</c:v>
                </c:pt>
                <c:pt idx="7">
                  <c:v>34619.050000000003</c:v>
                </c:pt>
                <c:pt idx="8">
                  <c:v>30842.560000000001</c:v>
                </c:pt>
                <c:pt idx="9">
                  <c:v>26197.23</c:v>
                </c:pt>
                <c:pt idx="10">
                  <c:v>69501.570000000007</c:v>
                </c:pt>
                <c:pt idx="11">
                  <c:v>53685.919999999998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93002E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E7BD-4A9F-9CB1-D4C573F9FB5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Medios tradicionales</c:v>
                </c:pt>
              </c:strCache>
            </c:strRef>
          </c:tx>
          <c:spPr>
            <a:solidFill>
              <a:srgbClr val="0060FF"/>
            </a:solidFill>
            <a:ln w="19050">
              <a:solidFill>
                <a:srgbClr val="0060FF"/>
              </a:solidFill>
            </a:ln>
          </c:spPr>
          <c:invertIfNegative val="1"/>
          <c:cat>
            <c:strRef>
              <c:f>Sheet1!$A$2:$A$37</c:f>
              <c:strCache>
                <c:ptCount val="36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</c:strCache>
            </c:strRef>
          </c:cat>
          <c:val>
            <c:numRef>
              <c:f>Sheet1!$C$2:$C$37</c:f>
              <c:numCache>
                <c:formatCode>#,##0</c:formatCode>
                <c:ptCount val="36"/>
                <c:pt idx="0">
                  <c:v>18903</c:v>
                </c:pt>
                <c:pt idx="1">
                  <c:v>18903</c:v>
                </c:pt>
                <c:pt idx="2">
                  <c:v>18903</c:v>
                </c:pt>
                <c:pt idx="3">
                  <c:v>18903</c:v>
                </c:pt>
                <c:pt idx="4">
                  <c:v>18903</c:v>
                </c:pt>
                <c:pt idx="5">
                  <c:v>18903</c:v>
                </c:pt>
                <c:pt idx="6">
                  <c:v>18903</c:v>
                </c:pt>
                <c:pt idx="7">
                  <c:v>18903</c:v>
                </c:pt>
                <c:pt idx="8">
                  <c:v>18903</c:v>
                </c:pt>
                <c:pt idx="9">
                  <c:v>18903</c:v>
                </c:pt>
                <c:pt idx="10">
                  <c:v>18903</c:v>
                </c:pt>
                <c:pt idx="11">
                  <c:v>18903</c:v>
                </c:pt>
                <c:pt idx="12">
                  <c:v>18903</c:v>
                </c:pt>
                <c:pt idx="13">
                  <c:v>18903</c:v>
                </c:pt>
                <c:pt idx="14">
                  <c:v>18903</c:v>
                </c:pt>
                <c:pt idx="15">
                  <c:v>18903</c:v>
                </c:pt>
                <c:pt idx="16">
                  <c:v>1370447</c:v>
                </c:pt>
                <c:pt idx="17">
                  <c:v>18903</c:v>
                </c:pt>
                <c:pt idx="18">
                  <c:v>18903</c:v>
                </c:pt>
                <c:pt idx="19">
                  <c:v>18903</c:v>
                </c:pt>
                <c:pt idx="20">
                  <c:v>2149427</c:v>
                </c:pt>
                <c:pt idx="21">
                  <c:v>4420509.8899999997</c:v>
                </c:pt>
                <c:pt idx="22">
                  <c:v>160572.47</c:v>
                </c:pt>
                <c:pt idx="23">
                  <c:v>18903</c:v>
                </c:pt>
                <c:pt idx="24">
                  <c:v>18903</c:v>
                </c:pt>
                <c:pt idx="25">
                  <c:v>18903</c:v>
                </c:pt>
                <c:pt idx="26">
                  <c:v>18903</c:v>
                </c:pt>
                <c:pt idx="27">
                  <c:v>18903</c:v>
                </c:pt>
                <c:pt idx="28">
                  <c:v>18903</c:v>
                </c:pt>
                <c:pt idx="29">
                  <c:v>18903</c:v>
                </c:pt>
                <c:pt idx="30">
                  <c:v>18903</c:v>
                </c:pt>
                <c:pt idx="31">
                  <c:v>18903</c:v>
                </c:pt>
                <c:pt idx="32">
                  <c:v>18903</c:v>
                </c:pt>
                <c:pt idx="33">
                  <c:v>5866113</c:v>
                </c:pt>
                <c:pt idx="34">
                  <c:v>7670809</c:v>
                </c:pt>
                <c:pt idx="35">
                  <c:v>1704503.1099999999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0060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E7BD-4A9F-9CB1-D4C573F9FB5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Redes sociales</c:v>
                </c:pt>
              </c:strCache>
            </c:strRef>
          </c:tx>
          <c:spPr>
            <a:solidFill>
              <a:srgbClr val="802AB7"/>
            </a:solidFill>
            <a:ln w="19050">
              <a:solidFill>
                <a:srgbClr val="802AB7"/>
              </a:solidFill>
            </a:ln>
          </c:spPr>
          <c:invertIfNegative val="1"/>
          <c:cat>
            <c:strRef>
              <c:f>Sheet1!$A$2:$A$37</c:f>
              <c:strCache>
                <c:ptCount val="36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</c:strCache>
            </c:strRef>
          </c:cat>
          <c:val>
            <c:numRef>
              <c:f>Sheet1!$D$2:$D$37</c:f>
              <c:numCache>
                <c:formatCode>#,##0</c:formatCode>
                <c:ptCount val="36"/>
                <c:pt idx="0">
                  <c:v>0</c:v>
                </c:pt>
                <c:pt idx="1">
                  <c:v>726907.15999999992</c:v>
                </c:pt>
                <c:pt idx="2">
                  <c:v>1514777.12</c:v>
                </c:pt>
                <c:pt idx="3">
                  <c:v>1390968.29</c:v>
                </c:pt>
                <c:pt idx="4">
                  <c:v>1389413.02</c:v>
                </c:pt>
                <c:pt idx="5">
                  <c:v>709607.96</c:v>
                </c:pt>
                <c:pt idx="6">
                  <c:v>1691450.3</c:v>
                </c:pt>
                <c:pt idx="7">
                  <c:v>797953.87</c:v>
                </c:pt>
                <c:pt idx="8">
                  <c:v>0</c:v>
                </c:pt>
                <c:pt idx="9">
                  <c:v>876645.55</c:v>
                </c:pt>
                <c:pt idx="10">
                  <c:v>1689396.3599999999</c:v>
                </c:pt>
                <c:pt idx="11">
                  <c:v>393119.53</c:v>
                </c:pt>
                <c:pt idx="12">
                  <c:v>0</c:v>
                </c:pt>
                <c:pt idx="13">
                  <c:v>0</c:v>
                </c:pt>
                <c:pt idx="14">
                  <c:v>685578.11</c:v>
                </c:pt>
                <c:pt idx="15">
                  <c:v>739037.96</c:v>
                </c:pt>
                <c:pt idx="16">
                  <c:v>1646352.12</c:v>
                </c:pt>
                <c:pt idx="17">
                  <c:v>1465316.54</c:v>
                </c:pt>
                <c:pt idx="18">
                  <c:v>849194.1100000001</c:v>
                </c:pt>
                <c:pt idx="19">
                  <c:v>0</c:v>
                </c:pt>
                <c:pt idx="20">
                  <c:v>289098.53000000003</c:v>
                </c:pt>
                <c:pt idx="21">
                  <c:v>1093072.51</c:v>
                </c:pt>
                <c:pt idx="22">
                  <c:v>564493.44999999995</c:v>
                </c:pt>
                <c:pt idx="23">
                  <c:v>152901.92000000001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1310041.53</c:v>
                </c:pt>
                <c:pt idx="29">
                  <c:v>2161543.4500000002</c:v>
                </c:pt>
                <c:pt idx="30">
                  <c:v>249520.3</c:v>
                </c:pt>
                <c:pt idx="31">
                  <c:v>0</c:v>
                </c:pt>
                <c:pt idx="32">
                  <c:v>0</c:v>
                </c:pt>
                <c:pt idx="33">
                  <c:v>2646835.7399999998</c:v>
                </c:pt>
                <c:pt idx="34">
                  <c:v>5956446.5599999996</c:v>
                </c:pt>
                <c:pt idx="35">
                  <c:v>996307.19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802AB7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E7BD-4A9F-9CB1-D4C573F9FB5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Search</c:v>
                </c:pt>
              </c:strCache>
            </c:strRef>
          </c:tx>
          <c:spPr>
            <a:solidFill>
              <a:srgbClr val="00E5BA"/>
            </a:solidFill>
            <a:ln w="19050">
              <a:solidFill>
                <a:srgbClr val="00E5BA"/>
              </a:solidFill>
            </a:ln>
          </c:spPr>
          <c:invertIfNegative val="1"/>
          <c:cat>
            <c:strRef>
              <c:f>Sheet1!$A$2:$A$37</c:f>
              <c:strCache>
                <c:ptCount val="36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</c:strCache>
            </c:strRef>
          </c:cat>
          <c:val>
            <c:numRef>
              <c:f>Sheet1!$E$2:$E$37</c:f>
              <c:numCache>
                <c:formatCode>#,##0</c:formatCode>
                <c:ptCount val="36"/>
                <c:pt idx="0">
                  <c:v>40349.24</c:v>
                </c:pt>
                <c:pt idx="1">
                  <c:v>40457.040000000001</c:v>
                </c:pt>
                <c:pt idx="2">
                  <c:v>41508.980000000003</c:v>
                </c:pt>
                <c:pt idx="3">
                  <c:v>41509</c:v>
                </c:pt>
                <c:pt idx="4">
                  <c:v>41653.449999999997</c:v>
                </c:pt>
                <c:pt idx="5">
                  <c:v>41439.160000000003</c:v>
                </c:pt>
                <c:pt idx="6">
                  <c:v>40717.71</c:v>
                </c:pt>
                <c:pt idx="7">
                  <c:v>41311.760000000002</c:v>
                </c:pt>
                <c:pt idx="8">
                  <c:v>41802.99</c:v>
                </c:pt>
                <c:pt idx="9">
                  <c:v>41313.800000000003</c:v>
                </c:pt>
                <c:pt idx="10">
                  <c:v>43168.66</c:v>
                </c:pt>
                <c:pt idx="11">
                  <c:v>42775.79</c:v>
                </c:pt>
                <c:pt idx="12">
                  <c:v>48099.82</c:v>
                </c:pt>
                <c:pt idx="13">
                  <c:v>50306.8</c:v>
                </c:pt>
                <c:pt idx="14">
                  <c:v>51305.72</c:v>
                </c:pt>
                <c:pt idx="15">
                  <c:v>54837.32</c:v>
                </c:pt>
                <c:pt idx="16">
                  <c:v>51766.04</c:v>
                </c:pt>
                <c:pt idx="17">
                  <c:v>51624.05</c:v>
                </c:pt>
                <c:pt idx="18">
                  <c:v>51136.85</c:v>
                </c:pt>
                <c:pt idx="19">
                  <c:v>49385.04</c:v>
                </c:pt>
                <c:pt idx="20">
                  <c:v>0</c:v>
                </c:pt>
                <c:pt idx="21">
                  <c:v>0</c:v>
                </c:pt>
                <c:pt idx="22">
                  <c:v>51266.38</c:v>
                </c:pt>
                <c:pt idx="23">
                  <c:v>54536.73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00E5BA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E7BD-4A9F-9CB1-D4C573F9FB51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Streaming</c:v>
                </c:pt>
              </c:strCache>
            </c:strRef>
          </c:tx>
          <c:spPr>
            <a:solidFill>
              <a:srgbClr val="00B600"/>
            </a:solidFill>
            <a:ln w="19050">
              <a:solidFill>
                <a:srgbClr val="00B600"/>
              </a:solidFill>
            </a:ln>
          </c:spPr>
          <c:invertIfNegative val="1"/>
          <c:cat>
            <c:strRef>
              <c:f>Sheet1!$A$2:$A$37</c:f>
              <c:strCache>
                <c:ptCount val="36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</c:strCache>
            </c:strRef>
          </c:cat>
          <c:val>
            <c:numRef>
              <c:f>Sheet1!$F$2:$F$37</c:f>
              <c:numCache>
                <c:formatCode>#,##0</c:formatCode>
                <c:ptCount val="36"/>
                <c:pt idx="0">
                  <c:v>0</c:v>
                </c:pt>
                <c:pt idx="1">
                  <c:v>241252.88</c:v>
                </c:pt>
                <c:pt idx="2">
                  <c:v>598274.05000000005</c:v>
                </c:pt>
                <c:pt idx="3">
                  <c:v>597510.27</c:v>
                </c:pt>
                <c:pt idx="4">
                  <c:v>675671.27</c:v>
                </c:pt>
                <c:pt idx="5">
                  <c:v>482615.81</c:v>
                </c:pt>
                <c:pt idx="6">
                  <c:v>865984.1</c:v>
                </c:pt>
                <c:pt idx="7">
                  <c:v>485941.74</c:v>
                </c:pt>
                <c:pt idx="8">
                  <c:v>0</c:v>
                </c:pt>
                <c:pt idx="9">
                  <c:v>706095.79</c:v>
                </c:pt>
                <c:pt idx="10">
                  <c:v>1990591.65</c:v>
                </c:pt>
                <c:pt idx="11">
                  <c:v>891968.33</c:v>
                </c:pt>
                <c:pt idx="12">
                  <c:v>0</c:v>
                </c:pt>
                <c:pt idx="13">
                  <c:v>0</c:v>
                </c:pt>
                <c:pt idx="14">
                  <c:v>602675.73</c:v>
                </c:pt>
                <c:pt idx="15">
                  <c:v>646467.31999999995</c:v>
                </c:pt>
                <c:pt idx="16">
                  <c:v>1019145.78</c:v>
                </c:pt>
                <c:pt idx="17">
                  <c:v>836307.29</c:v>
                </c:pt>
                <c:pt idx="18">
                  <c:v>560229.47</c:v>
                </c:pt>
                <c:pt idx="19">
                  <c:v>0</c:v>
                </c:pt>
                <c:pt idx="20">
                  <c:v>199688.75</c:v>
                </c:pt>
                <c:pt idx="21">
                  <c:v>524070.75</c:v>
                </c:pt>
                <c:pt idx="22">
                  <c:v>254804.08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199996.91</c:v>
                </c:pt>
                <c:pt idx="29">
                  <c:v>194494.56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995369.74</c:v>
                </c:pt>
                <c:pt idx="34">
                  <c:v>2027567.77</c:v>
                </c:pt>
                <c:pt idx="35">
                  <c:v>421523.31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00B600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E7BD-4A9F-9CB1-D4C573F9FB51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TV</c:v>
                </c:pt>
              </c:strCache>
            </c:strRef>
          </c:tx>
          <c:spPr>
            <a:solidFill>
              <a:srgbClr val="FA0028"/>
            </a:solidFill>
            <a:ln w="19050">
              <a:solidFill>
                <a:srgbClr val="FA0028"/>
              </a:solidFill>
            </a:ln>
          </c:spPr>
          <c:invertIfNegative val="1"/>
          <c:cat>
            <c:strRef>
              <c:f>Sheet1!$A$2:$A$37</c:f>
              <c:strCache>
                <c:ptCount val="36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</c:strCache>
            </c:strRef>
          </c:cat>
          <c:val>
            <c:numRef>
              <c:f>Sheet1!$G$2:$G$37</c:f>
              <c:numCache>
                <c:formatCode>#,##0</c:formatCode>
                <c:ptCount val="36"/>
                <c:pt idx="0">
                  <c:v>0</c:v>
                </c:pt>
                <c:pt idx="1">
                  <c:v>977756.64</c:v>
                </c:pt>
                <c:pt idx="2">
                  <c:v>2940745.41</c:v>
                </c:pt>
                <c:pt idx="3">
                  <c:v>2538435.27</c:v>
                </c:pt>
                <c:pt idx="4">
                  <c:v>7074657.7599999998</c:v>
                </c:pt>
                <c:pt idx="5">
                  <c:v>1789017.3</c:v>
                </c:pt>
                <c:pt idx="6">
                  <c:v>3497192.01</c:v>
                </c:pt>
                <c:pt idx="7">
                  <c:v>1930041.71</c:v>
                </c:pt>
                <c:pt idx="8">
                  <c:v>0</c:v>
                </c:pt>
                <c:pt idx="9">
                  <c:v>2162886.2000000002</c:v>
                </c:pt>
                <c:pt idx="10">
                  <c:v>3468665.59</c:v>
                </c:pt>
                <c:pt idx="11">
                  <c:v>623044.49</c:v>
                </c:pt>
                <c:pt idx="12">
                  <c:v>0</c:v>
                </c:pt>
                <c:pt idx="13">
                  <c:v>0</c:v>
                </c:pt>
                <c:pt idx="14">
                  <c:v>2787327.23</c:v>
                </c:pt>
                <c:pt idx="15">
                  <c:v>1574639.4100000001</c:v>
                </c:pt>
                <c:pt idx="16">
                  <c:v>3327823.54</c:v>
                </c:pt>
                <c:pt idx="17">
                  <c:v>2792031.8899999997</c:v>
                </c:pt>
                <c:pt idx="18">
                  <c:v>2687449.07</c:v>
                </c:pt>
                <c:pt idx="19">
                  <c:v>0</c:v>
                </c:pt>
                <c:pt idx="20">
                  <c:v>1603008.76</c:v>
                </c:pt>
                <c:pt idx="21">
                  <c:v>4220978.42</c:v>
                </c:pt>
                <c:pt idx="22">
                  <c:v>119426.95</c:v>
                </c:pt>
                <c:pt idx="23">
                  <c:v>0</c:v>
                </c:pt>
                <c:pt idx="24">
                  <c:v>2166390.44</c:v>
                </c:pt>
                <c:pt idx="25">
                  <c:v>2703962.18</c:v>
                </c:pt>
                <c:pt idx="26">
                  <c:v>0</c:v>
                </c:pt>
                <c:pt idx="27">
                  <c:v>0</c:v>
                </c:pt>
                <c:pt idx="28">
                  <c:v>399999.73</c:v>
                </c:pt>
                <c:pt idx="29">
                  <c:v>399987.48</c:v>
                </c:pt>
                <c:pt idx="30">
                  <c:v>0</c:v>
                </c:pt>
                <c:pt idx="31">
                  <c:v>0</c:v>
                </c:pt>
                <c:pt idx="32">
                  <c:v>132769.62</c:v>
                </c:pt>
                <c:pt idx="33">
                  <c:v>6328862.5</c:v>
                </c:pt>
                <c:pt idx="34">
                  <c:v>8348127.5899999999</c:v>
                </c:pt>
                <c:pt idx="35">
                  <c:v>10356180.5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FA0028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5-E7BD-4A9F-9CB1-D4C573F9FB51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Web</c:v>
                </c:pt>
              </c:strCache>
            </c:strRef>
          </c:tx>
          <c:spPr>
            <a:solidFill>
              <a:srgbClr val="FEDB00"/>
            </a:solidFill>
            <a:ln w="19050">
              <a:solidFill>
                <a:srgbClr val="FEDB00"/>
              </a:solidFill>
            </a:ln>
          </c:spPr>
          <c:invertIfNegative val="1"/>
          <c:cat>
            <c:strRef>
              <c:f>Sheet1!$A$2:$A$37</c:f>
              <c:strCache>
                <c:ptCount val="36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</c:strCache>
            </c:strRef>
          </c:cat>
          <c:val>
            <c:numRef>
              <c:f>Sheet1!$H$2:$H$37</c:f>
              <c:numCache>
                <c:formatCode>#,##0</c:formatCode>
                <c:ptCount val="36"/>
                <c:pt idx="0">
                  <c:v>0</c:v>
                </c:pt>
                <c:pt idx="1">
                  <c:v>39306</c:v>
                </c:pt>
                <c:pt idx="2">
                  <c:v>110000</c:v>
                </c:pt>
                <c:pt idx="3">
                  <c:v>110000</c:v>
                </c:pt>
                <c:pt idx="4">
                  <c:v>199455.8</c:v>
                </c:pt>
                <c:pt idx="5">
                  <c:v>70705.539999999994</c:v>
                </c:pt>
                <c:pt idx="6">
                  <c:v>809294.46</c:v>
                </c:pt>
                <c:pt idx="7">
                  <c:v>129999.71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95523.62</c:v>
                </c:pt>
                <c:pt idx="15">
                  <c:v>83731.92</c:v>
                </c:pt>
                <c:pt idx="16">
                  <c:v>200000</c:v>
                </c:pt>
                <c:pt idx="17">
                  <c:v>190960.1</c:v>
                </c:pt>
                <c:pt idx="18">
                  <c:v>191817.18</c:v>
                </c:pt>
                <c:pt idx="19">
                  <c:v>0</c:v>
                </c:pt>
                <c:pt idx="20">
                  <c:v>102021.46</c:v>
                </c:pt>
                <c:pt idx="21">
                  <c:v>579776.30999999994</c:v>
                </c:pt>
                <c:pt idx="22">
                  <c:v>291290.31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167751.13</c:v>
                </c:pt>
                <c:pt idx="29">
                  <c:v>171413.94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2715363.57</c:v>
                </c:pt>
                <c:pt idx="35">
                  <c:v>938236.96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FEDB00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6-E7BD-4A9F-9CB1-D4C573F9FB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1"/>
    </c:legend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Carnation</c:v>
                </c:pt>
              </c:strCache>
            </c:strRef>
          </c:tx>
          <c:spPr>
            <a:ln w="19050">
              <a:solidFill>
                <a:srgbClr val="93002E"/>
              </a:solidFill>
            </a:ln>
          </c:spPr>
          <c:marker>
            <c:symbol val="none"/>
          </c:marker>
          <c:cat>
            <c:strRef>
              <c:f>Sheet1!$A$2:$A$37</c:f>
              <c:strCache>
                <c:ptCount val="36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</c:strCache>
            </c:strRef>
          </c:cat>
          <c:val>
            <c:numRef>
              <c:f>Sheet1!$B$2:$B$37</c:f>
              <c:numCache>
                <c:formatCode>#,##0</c:formatCode>
                <c:ptCount val="36"/>
                <c:pt idx="0">
                  <c:v>7001298.2124866666</c:v>
                </c:pt>
                <c:pt idx="1">
                  <c:v>6567427.4396866672</c:v>
                </c:pt>
                <c:pt idx="2">
                  <c:v>6322254.6580266673</c:v>
                </c:pt>
                <c:pt idx="3">
                  <c:v>5885542.9958800003</c:v>
                </c:pt>
                <c:pt idx="4">
                  <c:v>5611259.5296800006</c:v>
                </c:pt>
                <c:pt idx="5">
                  <c:v>5867755.8235400002</c:v>
                </c:pt>
                <c:pt idx="6">
                  <c:v>6919574.86546</c:v>
                </c:pt>
                <c:pt idx="7">
                  <c:v>5940124.87256</c:v>
                </c:pt>
                <c:pt idx="8">
                  <c:v>6163844.17038</c:v>
                </c:pt>
                <c:pt idx="9">
                  <c:v>6301607.0502333334</c:v>
                </c:pt>
                <c:pt idx="10">
                  <c:v>6490440.3158333329</c:v>
                </c:pt>
                <c:pt idx="11">
                  <c:v>8325232.3288333332</c:v>
                </c:pt>
                <c:pt idx="12">
                  <c:v>6471310.1542533338</c:v>
                </c:pt>
                <c:pt idx="13">
                  <c:v>6487829.8855533339</c:v>
                </c:pt>
                <c:pt idx="14">
                  <c:v>6268444.3113933336</c:v>
                </c:pt>
                <c:pt idx="15">
                  <c:v>5956267.1183799999</c:v>
                </c:pt>
                <c:pt idx="16">
                  <c:v>5881300.26688</c:v>
                </c:pt>
                <c:pt idx="17">
                  <c:v>6167366.4712399999</c:v>
                </c:pt>
                <c:pt idx="18">
                  <c:v>6855812.6029533334</c:v>
                </c:pt>
                <c:pt idx="19">
                  <c:v>5723849.8766533332</c:v>
                </c:pt>
                <c:pt idx="20">
                  <c:v>5951988.1414933344</c:v>
                </c:pt>
                <c:pt idx="21">
                  <c:v>6471326.4506066665</c:v>
                </c:pt>
                <c:pt idx="22">
                  <c:v>6756836.0514066666</c:v>
                </c:pt>
                <c:pt idx="23">
                  <c:v>8350864.3868866675</c:v>
                </c:pt>
                <c:pt idx="24">
                  <c:v>6517783.5160600003</c:v>
                </c:pt>
                <c:pt idx="25">
                  <c:v>6530531.7164599998</c:v>
                </c:pt>
                <c:pt idx="26">
                  <c:v>6386516.6749800006</c:v>
                </c:pt>
                <c:pt idx="27">
                  <c:v>5919635.4966933327</c:v>
                </c:pt>
                <c:pt idx="28">
                  <c:v>6162203.5253933333</c:v>
                </c:pt>
                <c:pt idx="29">
                  <c:v>6551772.0475133341</c:v>
                </c:pt>
                <c:pt idx="30">
                  <c:v>6444436.1507599996</c:v>
                </c:pt>
                <c:pt idx="31">
                  <c:v>5899649.84846</c:v>
                </c:pt>
                <c:pt idx="32">
                  <c:v>6081766.3303800002</c:v>
                </c:pt>
                <c:pt idx="33">
                  <c:v>6744258.5904733324</c:v>
                </c:pt>
                <c:pt idx="34">
                  <c:v>7263556.4224733328</c:v>
                </c:pt>
                <c:pt idx="35">
                  <c:v>8648649.055453334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C6C-4D91-B8D6-11F2BBE414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E-commerce</c:v>
                </c:pt>
              </c:strCache>
            </c:strRef>
          </c:tx>
          <c:spPr>
            <a:solidFill>
              <a:srgbClr val="93002E"/>
            </a:solidFill>
            <a:ln w="19050">
              <a:solidFill>
                <a:srgbClr val="93002E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0.7%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EE9E-41E3-BA71-FDC3D31CB22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0.0%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EE9E-41E3-BA71-FDC3D31CB225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0.0%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EE9E-41E3-BA71-FDC3D31CB22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323803.05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93002E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EE9E-41E3-BA71-FDC3D31CB22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Medios tradicionales</c:v>
                </c:pt>
              </c:strCache>
            </c:strRef>
          </c:tx>
          <c:spPr>
            <a:solidFill>
              <a:srgbClr val="0060FF"/>
            </a:solidFill>
            <a:ln w="19050">
              <a:solidFill>
                <a:srgbClr val="0060FF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0.5%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EE9E-41E3-BA71-FDC3D31CB22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19.8%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EE9E-41E3-BA71-FDC3D31CB225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22.9%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EE9E-41E3-BA71-FDC3D31CB22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Sheet1!$C$2:$C$4</c:f>
              <c:numCache>
                <c:formatCode>#,##0</c:formatCode>
                <c:ptCount val="3"/>
                <c:pt idx="0">
                  <c:v>226836</c:v>
                </c:pt>
                <c:pt idx="1">
                  <c:v>8252180.3599999994</c:v>
                </c:pt>
                <c:pt idx="2">
                  <c:v>15411552.109999999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0060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7-EE9E-41E3-BA71-FDC3D31CB22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Redes sociales</c:v>
                </c:pt>
              </c:strCache>
            </c:strRef>
          </c:tx>
          <c:spPr>
            <a:solidFill>
              <a:srgbClr val="802AB7"/>
            </a:solidFill>
            <a:ln w="19050">
              <a:solidFill>
                <a:srgbClr val="802AB7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23.2%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EE9E-41E3-BA71-FDC3D31CB22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17.9%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EE9E-41E3-BA71-FDC3D31CB225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19.8%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EE9E-41E3-BA71-FDC3D31CB22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Sheet1!$D$2:$D$4</c:f>
              <c:numCache>
                <c:formatCode>#,##0</c:formatCode>
                <c:ptCount val="3"/>
                <c:pt idx="0">
                  <c:v>11180239.16</c:v>
                </c:pt>
                <c:pt idx="1">
                  <c:v>7485045.25</c:v>
                </c:pt>
                <c:pt idx="2">
                  <c:v>13320694.77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802AB7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B-EE9E-41E3-BA71-FDC3D31CB22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Search</c:v>
                </c:pt>
              </c:strCache>
            </c:strRef>
          </c:tx>
          <c:spPr>
            <a:solidFill>
              <a:srgbClr val="00E5BA"/>
            </a:solidFill>
            <a:ln w="19050">
              <a:solidFill>
                <a:srgbClr val="00E5BA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1.0%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EE9E-41E3-BA71-FDC3D31CB22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1.2%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EE9E-41E3-BA71-FDC3D31CB225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0.0%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EE9E-41E3-BA71-FDC3D31CB22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Sheet1!$E$2:$E$4</c:f>
              <c:numCache>
                <c:formatCode>#,##0</c:formatCode>
                <c:ptCount val="3"/>
                <c:pt idx="0">
                  <c:v>498007.58</c:v>
                </c:pt>
                <c:pt idx="1">
                  <c:v>514264.75</c:v>
                </c:pt>
                <c:pt idx="2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00E5BA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F-EE9E-41E3-BA71-FDC3D31CB225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Streaming</c:v>
                </c:pt>
              </c:strCache>
            </c:strRef>
          </c:tx>
          <c:spPr>
            <a:solidFill>
              <a:srgbClr val="00B600"/>
            </a:solidFill>
            <a:ln w="19050">
              <a:solidFill>
                <a:srgbClr val="00B600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15.6%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0-EE9E-41E3-BA71-FDC3D31CB22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11.1%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1-EE9E-41E3-BA71-FDC3D31CB225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5.7%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2-EE9E-41E3-BA71-FDC3D31CB22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Sheet1!$F$2:$F$4</c:f>
              <c:numCache>
                <c:formatCode>#,##0</c:formatCode>
                <c:ptCount val="3"/>
                <c:pt idx="0">
                  <c:v>7535905.8899999997</c:v>
                </c:pt>
                <c:pt idx="1">
                  <c:v>4643389.17</c:v>
                </c:pt>
                <c:pt idx="2">
                  <c:v>3838952.29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00B600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13-EE9E-41E3-BA71-FDC3D31CB225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TV</c:v>
                </c:pt>
              </c:strCache>
            </c:strRef>
          </c:tx>
          <c:spPr>
            <a:solidFill>
              <a:srgbClr val="FA0028"/>
            </a:solidFill>
            <a:ln w="19050">
              <a:solidFill>
                <a:srgbClr val="FA0028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56.0%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4-EE9E-41E3-BA71-FDC3D31CB22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45.8%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5-EE9E-41E3-BA71-FDC3D31CB225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45.8%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6-EE9E-41E3-BA71-FDC3D31CB22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Sheet1!$G$2:$G$4</c:f>
              <c:numCache>
                <c:formatCode>#,##0</c:formatCode>
                <c:ptCount val="3"/>
                <c:pt idx="0">
                  <c:v>27002442.379999999</c:v>
                </c:pt>
                <c:pt idx="1">
                  <c:v>19112685.27</c:v>
                </c:pt>
                <c:pt idx="2">
                  <c:v>30836280.039999999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FA0028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17-EE9E-41E3-BA71-FDC3D31CB225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Web</c:v>
                </c:pt>
              </c:strCache>
            </c:strRef>
          </c:tx>
          <c:spPr>
            <a:solidFill>
              <a:srgbClr val="FEDB00"/>
            </a:solidFill>
            <a:ln w="19050">
              <a:solidFill>
                <a:srgbClr val="FEDB00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3.0%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8-EE9E-41E3-BA71-FDC3D31CB22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4.2%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9-EE9E-41E3-BA71-FDC3D31CB225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5.9%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A-EE9E-41E3-BA71-FDC3D31CB22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FY'22</c:v>
                </c:pt>
                <c:pt idx="1">
                  <c:v>FY'23</c:v>
                </c:pt>
                <c:pt idx="2">
                  <c:v>FY'24</c:v>
                </c:pt>
              </c:strCache>
            </c:strRef>
          </c:cat>
          <c:val>
            <c:numRef>
              <c:f>Sheet1!$H$2:$H$4</c:f>
              <c:numCache>
                <c:formatCode>#,##0</c:formatCode>
                <c:ptCount val="3"/>
                <c:pt idx="0">
                  <c:v>1468761.51</c:v>
                </c:pt>
                <c:pt idx="1">
                  <c:v>1735120.9</c:v>
                </c:pt>
                <c:pt idx="2">
                  <c:v>3992765.6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FEDB00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1B-EE9E-41E3-BA71-FDC3D31CB2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1"/>
    </c:legend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Impresiones</c:v>
                </c:pt>
              </c:strCache>
            </c:strRef>
          </c:tx>
          <c:spPr>
            <a:solidFill>
              <a:srgbClr val="93002E"/>
            </a:solidFill>
            <a:ln w="19050">
              <a:solidFill>
                <a:srgbClr val="93002E"/>
              </a:solidFill>
            </a:ln>
          </c:spPr>
          <c:invertIfNegative val="1"/>
          <c:cat>
            <c:strRef>
              <c:f>Sheet1!$A$2:$A$37</c:f>
              <c:strCache>
                <c:ptCount val="36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</c:strCache>
            </c:strRef>
          </c:cat>
          <c:val>
            <c:numRef>
              <c:f>Sheet1!$B$2:$B$37</c:f>
              <c:numCache>
                <c:formatCode>#,##0</c:formatCode>
                <c:ptCount val="3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16560734</c:v>
                </c:pt>
                <c:pt idx="35">
                  <c:v>625461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93002E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C072-47D7-8B0B-0B2D82A6B2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Impresiones</c:v>
                </c:pt>
              </c:strCache>
            </c:strRef>
          </c:tx>
          <c:spPr>
            <a:solidFill>
              <a:srgbClr val="93002E"/>
            </a:solidFill>
            <a:ln w="19050">
              <a:solidFill>
                <a:srgbClr val="93002E"/>
              </a:solidFill>
            </a:ln>
          </c:spPr>
          <c:invertIfNegative val="1"/>
          <c:cat>
            <c:strRef>
              <c:f>Sheet1!$A$2:$A$37</c:f>
              <c:strCache>
                <c:ptCount val="36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</c:strCache>
            </c:strRef>
          </c:cat>
          <c:val>
            <c:numRef>
              <c:f>Sheet1!$B$2:$B$37</c:f>
              <c:numCache>
                <c:formatCode>#,##0</c:formatCode>
                <c:ptCount val="3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200000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100000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93002E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420B-4AA1-8BE2-1D9FA85192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Impresiones</c:v>
                </c:pt>
              </c:strCache>
            </c:strRef>
          </c:tx>
          <c:spPr>
            <a:solidFill>
              <a:srgbClr val="93002E"/>
            </a:solidFill>
            <a:ln w="19050">
              <a:solidFill>
                <a:srgbClr val="93002E"/>
              </a:solidFill>
            </a:ln>
          </c:spPr>
          <c:invertIfNegative val="1"/>
          <c:cat>
            <c:strRef>
              <c:f>Sheet1!$A$2:$A$37</c:f>
              <c:strCache>
                <c:ptCount val="36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</c:strCache>
            </c:strRef>
          </c:cat>
          <c:val>
            <c:numRef>
              <c:f>Sheet1!$B$2:$B$37</c:f>
              <c:numCache>
                <c:formatCode>#,##0</c:formatCode>
                <c:ptCount val="3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11210006</c:v>
                </c:pt>
                <c:pt idx="35">
                  <c:v>3146319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93002E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4D85-41FE-BA2A-D94AECF267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Impresiones</c:v>
                </c:pt>
              </c:strCache>
            </c:strRef>
          </c:tx>
          <c:spPr>
            <a:solidFill>
              <a:srgbClr val="93002E"/>
            </a:solidFill>
            <a:ln w="19050">
              <a:solidFill>
                <a:srgbClr val="93002E"/>
              </a:solidFill>
            </a:ln>
          </c:spPr>
          <c:invertIfNegative val="1"/>
          <c:cat>
            <c:strRef>
              <c:f>Sheet1!$A$2:$A$37</c:f>
              <c:strCache>
                <c:ptCount val="36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</c:strCache>
            </c:strRef>
          </c:cat>
          <c:val>
            <c:numRef>
              <c:f>Sheet1!$B$2:$B$37</c:f>
              <c:numCache>
                <c:formatCode>#,##0</c:formatCode>
                <c:ptCount val="3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41765417</c:v>
                </c:pt>
                <c:pt idx="22">
                  <c:v>15121790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93002E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06BC-41AB-B10C-BA2D0F2F83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Impresiones</c:v>
                </c:pt>
              </c:strCache>
            </c:strRef>
          </c:tx>
          <c:spPr>
            <a:solidFill>
              <a:srgbClr val="93002E"/>
            </a:solidFill>
            <a:ln w="19050">
              <a:solidFill>
                <a:srgbClr val="93002E"/>
              </a:solidFill>
            </a:ln>
          </c:spPr>
          <c:invertIfNegative val="1"/>
          <c:cat>
            <c:strRef>
              <c:f>Sheet1!$A$2:$A$37</c:f>
              <c:strCache>
                <c:ptCount val="36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</c:strCache>
            </c:strRef>
          </c:cat>
          <c:val>
            <c:numRef>
              <c:f>Sheet1!$B$2:$B$37</c:f>
              <c:numCache>
                <c:formatCode>#,##0</c:formatCode>
                <c:ptCount val="3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1333333.33</c:v>
                </c:pt>
                <c:pt idx="17">
                  <c:v>666666.67000000004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93002E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31A0-43AE-BF41-7486688870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Impresiones</c:v>
                </c:pt>
              </c:strCache>
            </c:strRef>
          </c:tx>
          <c:spPr>
            <a:solidFill>
              <a:srgbClr val="93002E"/>
            </a:solidFill>
            <a:ln w="19050">
              <a:solidFill>
                <a:srgbClr val="93002E"/>
              </a:solidFill>
            </a:ln>
          </c:spPr>
          <c:invertIfNegative val="1"/>
          <c:cat>
            <c:strRef>
              <c:f>Sheet1!$A$2:$A$37</c:f>
              <c:strCache>
                <c:ptCount val="36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</c:strCache>
            </c:strRef>
          </c:cat>
          <c:val>
            <c:numRef>
              <c:f>Sheet1!$B$2:$B$37</c:f>
              <c:numCache>
                <c:formatCode>#,##0</c:formatCode>
                <c:ptCount val="36"/>
                <c:pt idx="0">
                  <c:v>0</c:v>
                </c:pt>
                <c:pt idx="1">
                  <c:v>328974</c:v>
                </c:pt>
                <c:pt idx="2">
                  <c:v>963491</c:v>
                </c:pt>
                <c:pt idx="3">
                  <c:v>819882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93002E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C3FA-49B6-AA86-1508C70D96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Impresiones</c:v>
                </c:pt>
              </c:strCache>
            </c:strRef>
          </c:tx>
          <c:spPr>
            <a:solidFill>
              <a:srgbClr val="93002E"/>
            </a:solidFill>
            <a:ln w="19050">
              <a:solidFill>
                <a:srgbClr val="93002E"/>
              </a:solidFill>
            </a:ln>
          </c:spPr>
          <c:invertIfNegative val="1"/>
          <c:cat>
            <c:strRef>
              <c:f>Sheet1!$A$2:$A$37</c:f>
              <c:strCache>
                <c:ptCount val="36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</c:strCache>
            </c:strRef>
          </c:cat>
          <c:val>
            <c:numRef>
              <c:f>Sheet1!$B$2:$B$37</c:f>
              <c:numCache>
                <c:formatCode>#,##0</c:formatCode>
                <c:ptCount val="3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27939020</c:v>
                </c:pt>
                <c:pt idx="15">
                  <c:v>18482526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74166666.666666701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93002E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D308-4FCF-8790-69A5D465C4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Impresiones</c:v>
                </c:pt>
              </c:strCache>
            </c:strRef>
          </c:tx>
          <c:spPr>
            <a:solidFill>
              <a:srgbClr val="93002E"/>
            </a:solidFill>
            <a:ln w="19050">
              <a:solidFill>
                <a:srgbClr val="93002E"/>
              </a:solidFill>
            </a:ln>
          </c:spPr>
          <c:invertIfNegative val="1"/>
          <c:cat>
            <c:strRef>
              <c:f>Sheet1!$A$2:$A$37</c:f>
              <c:strCache>
                <c:ptCount val="36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</c:strCache>
            </c:strRef>
          </c:cat>
          <c:val>
            <c:numRef>
              <c:f>Sheet1!$B$2:$B$37</c:f>
              <c:numCache>
                <c:formatCode>#,##0</c:formatCode>
                <c:ptCount val="3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13634997</c:v>
                </c:pt>
                <c:pt idx="29">
                  <c:v>15152699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29253962</c:v>
                </c:pt>
                <c:pt idx="35">
                  <c:v>2864289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93002E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2048-425F-978C-6E1A15AD3E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Impresiones</c:v>
                </c:pt>
              </c:strCache>
            </c:strRef>
          </c:tx>
          <c:spPr>
            <a:solidFill>
              <a:srgbClr val="93002E"/>
            </a:solidFill>
            <a:ln w="19050">
              <a:solidFill>
                <a:srgbClr val="93002E"/>
              </a:solidFill>
            </a:ln>
          </c:spPr>
          <c:invertIfNegative val="1"/>
          <c:cat>
            <c:strRef>
              <c:f>Sheet1!$A$2:$A$37</c:f>
              <c:strCache>
                <c:ptCount val="36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</c:strCache>
            </c:strRef>
          </c:cat>
          <c:val>
            <c:numRef>
              <c:f>Sheet1!$B$2:$B$37</c:f>
              <c:numCache>
                <c:formatCode>#,##0</c:formatCode>
                <c:ptCount val="3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808188</c:v>
                </c:pt>
                <c:pt idx="5">
                  <c:v>564179</c:v>
                </c:pt>
                <c:pt idx="6">
                  <c:v>8396268</c:v>
                </c:pt>
                <c:pt idx="7">
                  <c:v>2905237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1968906</c:v>
                </c:pt>
                <c:pt idx="18">
                  <c:v>4455746</c:v>
                </c:pt>
                <c:pt idx="19">
                  <c:v>0</c:v>
                </c:pt>
                <c:pt idx="20">
                  <c:v>825878</c:v>
                </c:pt>
                <c:pt idx="21">
                  <c:v>2968993</c:v>
                </c:pt>
                <c:pt idx="22">
                  <c:v>1510028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93002E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8B96-4CAD-97DF-4196535927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Impresiones</c:v>
                </c:pt>
              </c:strCache>
            </c:strRef>
          </c:tx>
          <c:spPr>
            <a:solidFill>
              <a:srgbClr val="93002E"/>
            </a:solidFill>
            <a:ln w="19050">
              <a:solidFill>
                <a:srgbClr val="93002E"/>
              </a:solidFill>
            </a:ln>
          </c:spPr>
          <c:invertIfNegative val="1"/>
          <c:cat>
            <c:strRef>
              <c:f>Sheet1!$A$2:$A$37</c:f>
              <c:strCache>
                <c:ptCount val="36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</c:strCache>
            </c:strRef>
          </c:cat>
          <c:val>
            <c:numRef>
              <c:f>Sheet1!$B$2:$B$37</c:f>
              <c:numCache>
                <c:formatCode>#,##0</c:formatCode>
                <c:ptCount val="3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945600</c:v>
                </c:pt>
                <c:pt idx="6">
                  <c:v>1735733</c:v>
                </c:pt>
                <c:pt idx="7">
                  <c:v>1250909</c:v>
                </c:pt>
                <c:pt idx="8">
                  <c:v>967312</c:v>
                </c:pt>
                <c:pt idx="9">
                  <c:v>1427324</c:v>
                </c:pt>
                <c:pt idx="10">
                  <c:v>2688403</c:v>
                </c:pt>
                <c:pt idx="11">
                  <c:v>2371558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93002E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204A-4F38-87D3-3EB22B189A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Impresiones</c:v>
                </c:pt>
              </c:strCache>
            </c:strRef>
          </c:tx>
          <c:spPr>
            <a:solidFill>
              <a:srgbClr val="93002E"/>
            </a:solidFill>
            <a:ln w="19050">
              <a:solidFill>
                <a:srgbClr val="93002E"/>
              </a:solidFill>
            </a:ln>
          </c:spPr>
          <c:invertIfNegative val="1"/>
          <c:cat>
            <c:strRef>
              <c:f>Sheet1!$A$2:$A$37</c:f>
              <c:strCache>
                <c:ptCount val="36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</c:strCache>
            </c:strRef>
          </c:cat>
          <c:val>
            <c:numRef>
              <c:f>Sheet1!$B$2:$B$37</c:f>
              <c:numCache>
                <c:formatCode>#,##0</c:formatCode>
                <c:ptCount val="36"/>
                <c:pt idx="0">
                  <c:v>572620</c:v>
                </c:pt>
                <c:pt idx="1">
                  <c:v>596547</c:v>
                </c:pt>
                <c:pt idx="2">
                  <c:v>1562501</c:v>
                </c:pt>
                <c:pt idx="3">
                  <c:v>1033955</c:v>
                </c:pt>
                <c:pt idx="4">
                  <c:v>572620</c:v>
                </c:pt>
                <c:pt idx="5">
                  <c:v>1395991</c:v>
                </c:pt>
                <c:pt idx="6">
                  <c:v>2593200</c:v>
                </c:pt>
                <c:pt idx="7">
                  <c:v>2740305</c:v>
                </c:pt>
                <c:pt idx="8">
                  <c:v>2518868.75</c:v>
                </c:pt>
                <c:pt idx="9">
                  <c:v>1343885</c:v>
                </c:pt>
                <c:pt idx="10">
                  <c:v>4140787.5</c:v>
                </c:pt>
                <c:pt idx="11">
                  <c:v>4103827.5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93002E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EDC6-488F-8D92-E0EC4B59B4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Impresiones</c:v>
                </c:pt>
              </c:strCache>
            </c:strRef>
          </c:tx>
          <c:spPr>
            <a:solidFill>
              <a:srgbClr val="93002E"/>
            </a:solidFill>
            <a:ln w="19050">
              <a:solidFill>
                <a:srgbClr val="93002E"/>
              </a:solidFill>
            </a:ln>
          </c:spPr>
          <c:invertIfNegative val="1"/>
          <c:cat>
            <c:strRef>
              <c:f>Sheet1!$A$2:$A$37</c:f>
              <c:strCache>
                <c:ptCount val="36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</c:strCache>
            </c:strRef>
          </c:cat>
          <c:val>
            <c:numRef>
              <c:f>Sheet1!$B$2:$B$37</c:f>
              <c:numCache>
                <c:formatCode>#,##0</c:formatCode>
                <c:ptCount val="3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3368520</c:v>
                </c:pt>
                <c:pt idx="34">
                  <c:v>1402713</c:v>
                </c:pt>
                <c:pt idx="3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93002E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0078-4B57-9703-0704B07C4A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Impresiones</c:v>
                </c:pt>
              </c:strCache>
            </c:strRef>
          </c:tx>
          <c:spPr>
            <a:solidFill>
              <a:srgbClr val="93002E"/>
            </a:solidFill>
            <a:ln w="19050">
              <a:solidFill>
                <a:srgbClr val="93002E"/>
              </a:solidFill>
            </a:ln>
          </c:spPr>
          <c:invertIfNegative val="1"/>
          <c:cat>
            <c:strRef>
              <c:f>Sheet1!$A$2:$A$37</c:f>
              <c:strCache>
                <c:ptCount val="36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</c:strCache>
            </c:strRef>
          </c:cat>
          <c:val>
            <c:numRef>
              <c:f>Sheet1!$B$2:$B$37</c:f>
              <c:numCache>
                <c:formatCode>#,##0</c:formatCode>
                <c:ptCount val="3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4442776</c:v>
                </c:pt>
                <c:pt idx="3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93002E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AC2F-4823-ABA4-DB16692C46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Impresiones</c:v>
                </c:pt>
              </c:strCache>
            </c:strRef>
          </c:tx>
          <c:spPr>
            <a:solidFill>
              <a:srgbClr val="93002E"/>
            </a:solidFill>
            <a:ln w="19050">
              <a:solidFill>
                <a:srgbClr val="93002E"/>
              </a:solidFill>
            </a:ln>
          </c:spPr>
          <c:invertIfNegative val="1"/>
          <c:cat>
            <c:strRef>
              <c:f>Sheet1!$A$2:$A$37</c:f>
              <c:strCache>
                <c:ptCount val="36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</c:strCache>
            </c:strRef>
          </c:cat>
          <c:val>
            <c:numRef>
              <c:f>Sheet1!$B$2:$B$37</c:f>
              <c:numCache>
                <c:formatCode>#,##0</c:formatCode>
                <c:ptCount val="36"/>
                <c:pt idx="0">
                  <c:v>0</c:v>
                </c:pt>
                <c:pt idx="1">
                  <c:v>8104449</c:v>
                </c:pt>
                <c:pt idx="2">
                  <c:v>22652112</c:v>
                </c:pt>
                <c:pt idx="3">
                  <c:v>19825143</c:v>
                </c:pt>
                <c:pt idx="4">
                  <c:v>21017212</c:v>
                </c:pt>
                <c:pt idx="5">
                  <c:v>25132861</c:v>
                </c:pt>
                <c:pt idx="6">
                  <c:v>34952406</c:v>
                </c:pt>
                <c:pt idx="7">
                  <c:v>12738714</c:v>
                </c:pt>
                <c:pt idx="8">
                  <c:v>0</c:v>
                </c:pt>
                <c:pt idx="9">
                  <c:v>35186665</c:v>
                </c:pt>
                <c:pt idx="10">
                  <c:v>116541852</c:v>
                </c:pt>
                <c:pt idx="11">
                  <c:v>41709632</c:v>
                </c:pt>
                <c:pt idx="12">
                  <c:v>0</c:v>
                </c:pt>
                <c:pt idx="13">
                  <c:v>0</c:v>
                </c:pt>
                <c:pt idx="14">
                  <c:v>28063527</c:v>
                </c:pt>
                <c:pt idx="15">
                  <c:v>46407261</c:v>
                </c:pt>
                <c:pt idx="16">
                  <c:v>101288819</c:v>
                </c:pt>
                <c:pt idx="17">
                  <c:v>61774634</c:v>
                </c:pt>
                <c:pt idx="18">
                  <c:v>27402529</c:v>
                </c:pt>
                <c:pt idx="19">
                  <c:v>0</c:v>
                </c:pt>
                <c:pt idx="20">
                  <c:v>11011677</c:v>
                </c:pt>
                <c:pt idx="21">
                  <c:v>37648823</c:v>
                </c:pt>
                <c:pt idx="22">
                  <c:v>19350740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8548376</c:v>
                </c:pt>
                <c:pt idx="29">
                  <c:v>9681221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16579123</c:v>
                </c:pt>
                <c:pt idx="34">
                  <c:v>9628048</c:v>
                </c:pt>
                <c:pt idx="35">
                  <c:v>20243682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93002E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830A-4920-8DA2-915587EB58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Impresiones</c:v>
                </c:pt>
              </c:strCache>
            </c:strRef>
          </c:tx>
          <c:spPr>
            <a:solidFill>
              <a:srgbClr val="93002E"/>
            </a:solidFill>
            <a:ln w="19050">
              <a:solidFill>
                <a:srgbClr val="93002E"/>
              </a:solidFill>
            </a:ln>
          </c:spPr>
          <c:invertIfNegative val="1"/>
          <c:cat>
            <c:strRef>
              <c:f>Sheet1!$A$2:$A$37</c:f>
              <c:strCache>
                <c:ptCount val="36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</c:strCache>
            </c:strRef>
          </c:cat>
          <c:val>
            <c:numRef>
              <c:f>Sheet1!$B$2:$B$37</c:f>
              <c:numCache>
                <c:formatCode>#,##0</c:formatCode>
                <c:ptCount val="36"/>
                <c:pt idx="0">
                  <c:v>0</c:v>
                </c:pt>
                <c:pt idx="1">
                  <c:v>245973</c:v>
                </c:pt>
                <c:pt idx="2">
                  <c:v>535693</c:v>
                </c:pt>
                <c:pt idx="3">
                  <c:v>536517</c:v>
                </c:pt>
                <c:pt idx="4">
                  <c:v>0</c:v>
                </c:pt>
                <c:pt idx="5">
                  <c:v>506292</c:v>
                </c:pt>
                <c:pt idx="6">
                  <c:v>684840</c:v>
                </c:pt>
                <c:pt idx="7">
                  <c:v>512282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192600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93002E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BDD2-4561-B0AD-198DD608FE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Impresiones</c:v>
                </c:pt>
              </c:strCache>
            </c:strRef>
          </c:tx>
          <c:spPr>
            <a:solidFill>
              <a:srgbClr val="93002E"/>
            </a:solidFill>
            <a:ln w="19050">
              <a:solidFill>
                <a:srgbClr val="93002E"/>
              </a:solidFill>
            </a:ln>
          </c:spPr>
          <c:invertIfNegative val="1"/>
          <c:cat>
            <c:strRef>
              <c:f>Sheet1!$A$2:$A$37</c:f>
              <c:strCache>
                <c:ptCount val="36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</c:strCache>
            </c:strRef>
          </c:cat>
          <c:val>
            <c:numRef>
              <c:f>Sheet1!$B$2:$B$37</c:f>
              <c:numCache>
                <c:formatCode>#,##0</c:formatCode>
                <c:ptCount val="36"/>
                <c:pt idx="0">
                  <c:v>0</c:v>
                </c:pt>
                <c:pt idx="1">
                  <c:v>490862</c:v>
                </c:pt>
                <c:pt idx="2">
                  <c:v>1173296</c:v>
                </c:pt>
                <c:pt idx="3">
                  <c:v>1368660</c:v>
                </c:pt>
                <c:pt idx="4">
                  <c:v>0</c:v>
                </c:pt>
                <c:pt idx="5">
                  <c:v>579639</c:v>
                </c:pt>
                <c:pt idx="6">
                  <c:v>730290</c:v>
                </c:pt>
                <c:pt idx="7">
                  <c:v>549278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1179346</c:v>
                </c:pt>
                <c:pt idx="15">
                  <c:v>1144805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58855</c:v>
                </c:pt>
                <c:pt idx="21">
                  <c:v>3490050</c:v>
                </c:pt>
                <c:pt idx="22">
                  <c:v>633314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2409692</c:v>
                </c:pt>
                <c:pt idx="29">
                  <c:v>2397407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2317954</c:v>
                </c:pt>
                <c:pt idx="34">
                  <c:v>25506359</c:v>
                </c:pt>
                <c:pt idx="35">
                  <c:v>3004476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93002E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7B77-4188-AC14-0519FFF9C9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TRPs</c:v>
                </c:pt>
              </c:strCache>
            </c:strRef>
          </c:tx>
          <c:spPr>
            <a:solidFill>
              <a:srgbClr val="93002E"/>
            </a:solidFill>
            <a:ln w="19050">
              <a:solidFill>
                <a:srgbClr val="93002E"/>
              </a:solidFill>
            </a:ln>
          </c:spPr>
          <c:invertIfNegative val="1"/>
          <c:cat>
            <c:strRef>
              <c:f>Sheet1!$A$2:$A$37</c:f>
              <c:strCache>
                <c:ptCount val="36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</c:strCache>
            </c:strRef>
          </c:cat>
          <c:val>
            <c:numRef>
              <c:f>Sheet1!$B$2:$B$37</c:f>
              <c:numCache>
                <c:formatCode>#,##0</c:formatCode>
                <c:ptCount val="36"/>
                <c:pt idx="0">
                  <c:v>0</c:v>
                </c:pt>
                <c:pt idx="1">
                  <c:v>54.08</c:v>
                </c:pt>
                <c:pt idx="2">
                  <c:v>174.09</c:v>
                </c:pt>
                <c:pt idx="3">
                  <c:v>148.16999999999999</c:v>
                </c:pt>
                <c:pt idx="4">
                  <c:v>412.04</c:v>
                </c:pt>
                <c:pt idx="5">
                  <c:v>92.13</c:v>
                </c:pt>
                <c:pt idx="6">
                  <c:v>199.04</c:v>
                </c:pt>
                <c:pt idx="7">
                  <c:v>95.09</c:v>
                </c:pt>
                <c:pt idx="8">
                  <c:v>0</c:v>
                </c:pt>
                <c:pt idx="9">
                  <c:v>124.61</c:v>
                </c:pt>
                <c:pt idx="10">
                  <c:v>176.81</c:v>
                </c:pt>
                <c:pt idx="11">
                  <c:v>27.16</c:v>
                </c:pt>
                <c:pt idx="12">
                  <c:v>0</c:v>
                </c:pt>
                <c:pt idx="13">
                  <c:v>0</c:v>
                </c:pt>
                <c:pt idx="14">
                  <c:v>125.94</c:v>
                </c:pt>
                <c:pt idx="15">
                  <c:v>79.81</c:v>
                </c:pt>
                <c:pt idx="16">
                  <c:v>182.77</c:v>
                </c:pt>
                <c:pt idx="17">
                  <c:v>165.55</c:v>
                </c:pt>
                <c:pt idx="18">
                  <c:v>152.97999999999999</c:v>
                </c:pt>
                <c:pt idx="19">
                  <c:v>0</c:v>
                </c:pt>
                <c:pt idx="20">
                  <c:v>72.91</c:v>
                </c:pt>
                <c:pt idx="21">
                  <c:v>153.61000000000001</c:v>
                </c:pt>
                <c:pt idx="22">
                  <c:v>0</c:v>
                </c:pt>
                <c:pt idx="23">
                  <c:v>0</c:v>
                </c:pt>
                <c:pt idx="24">
                  <c:v>67.37</c:v>
                </c:pt>
                <c:pt idx="25">
                  <c:v>121.33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6.85</c:v>
                </c:pt>
                <c:pt idx="33">
                  <c:v>189.8</c:v>
                </c:pt>
                <c:pt idx="34">
                  <c:v>105.31</c:v>
                </c:pt>
                <c:pt idx="35">
                  <c:v>77.540000000000006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93002E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F23B-44AF-A7B0-9CAC37CB3A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TRPs</c:v>
                </c:pt>
              </c:strCache>
            </c:strRef>
          </c:tx>
          <c:spPr>
            <a:solidFill>
              <a:srgbClr val="93002E"/>
            </a:solidFill>
            <a:ln w="19050">
              <a:solidFill>
                <a:srgbClr val="93002E"/>
              </a:solidFill>
            </a:ln>
          </c:spPr>
          <c:invertIfNegative val="1"/>
          <c:cat>
            <c:strRef>
              <c:f>Sheet1!$A$2:$A$37</c:f>
              <c:strCache>
                <c:ptCount val="36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</c:strCache>
            </c:strRef>
          </c:cat>
          <c:val>
            <c:numRef>
              <c:f>Sheet1!$B$2:$B$37</c:f>
              <c:numCache>
                <c:formatCode>#,##0</c:formatCode>
                <c:ptCount val="36"/>
                <c:pt idx="0">
                  <c:v>0</c:v>
                </c:pt>
                <c:pt idx="1">
                  <c:v>84</c:v>
                </c:pt>
                <c:pt idx="2">
                  <c:v>203</c:v>
                </c:pt>
                <c:pt idx="3">
                  <c:v>121</c:v>
                </c:pt>
                <c:pt idx="4">
                  <c:v>294</c:v>
                </c:pt>
                <c:pt idx="5">
                  <c:v>78</c:v>
                </c:pt>
                <c:pt idx="6">
                  <c:v>167</c:v>
                </c:pt>
                <c:pt idx="7">
                  <c:v>85</c:v>
                </c:pt>
                <c:pt idx="8">
                  <c:v>0</c:v>
                </c:pt>
                <c:pt idx="9">
                  <c:v>63</c:v>
                </c:pt>
                <c:pt idx="10">
                  <c:v>83</c:v>
                </c:pt>
                <c:pt idx="11">
                  <c:v>21</c:v>
                </c:pt>
                <c:pt idx="12">
                  <c:v>0</c:v>
                </c:pt>
                <c:pt idx="13">
                  <c:v>0</c:v>
                </c:pt>
                <c:pt idx="14">
                  <c:v>310</c:v>
                </c:pt>
                <c:pt idx="15">
                  <c:v>124</c:v>
                </c:pt>
                <c:pt idx="16">
                  <c:v>305</c:v>
                </c:pt>
                <c:pt idx="17">
                  <c:v>56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105</c:v>
                </c:pt>
                <c:pt idx="35">
                  <c:v>493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93002E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6B1A-44FA-B18D-451EC95D01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Frecuencia</c:v>
                </c:pt>
              </c:strCache>
            </c:strRef>
          </c:tx>
          <c:spPr>
            <a:solidFill>
              <a:srgbClr val="93002E"/>
            </a:solidFill>
            <a:ln w="19050">
              <a:solidFill>
                <a:srgbClr val="93002E"/>
              </a:solidFill>
            </a:ln>
          </c:spPr>
          <c:invertIfNegative val="1"/>
          <c:cat>
            <c:strRef>
              <c:f>Sheet1!$A$2:$A$37</c:f>
              <c:strCache>
                <c:ptCount val="36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</c:strCache>
            </c:strRef>
          </c:cat>
          <c:val>
            <c:numRef>
              <c:f>Sheet1!$B$2:$B$37</c:f>
              <c:numCache>
                <c:formatCode>#,##0</c:formatCode>
                <c:ptCount val="3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8.42</c:v>
                </c:pt>
                <c:pt idx="15">
                  <c:v>8.42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8.0399999999999991</c:v>
                </c:pt>
                <c:pt idx="25">
                  <c:v>8.0399999999999991</c:v>
                </c:pt>
                <c:pt idx="26">
                  <c:v>0</c:v>
                </c:pt>
                <c:pt idx="27">
                  <c:v>0</c:v>
                </c:pt>
                <c:pt idx="28">
                  <c:v>4.2</c:v>
                </c:pt>
                <c:pt idx="29">
                  <c:v>4.2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8.24</c:v>
                </c:pt>
                <c:pt idx="34">
                  <c:v>8.24</c:v>
                </c:pt>
                <c:pt idx="3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93002E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3BFB-44AF-A38F-4FABF7D38F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Reach 1+</c:v>
                </c:pt>
              </c:strCache>
            </c:strRef>
          </c:tx>
          <c:spPr>
            <a:solidFill>
              <a:srgbClr val="93002E"/>
            </a:solidFill>
            <a:ln w="19050">
              <a:solidFill>
                <a:srgbClr val="93002E"/>
              </a:solidFill>
            </a:ln>
          </c:spPr>
          <c:invertIfNegative val="1"/>
          <c:cat>
            <c:strRef>
              <c:f>Sheet1!$A$2:$A$37</c:f>
              <c:strCache>
                <c:ptCount val="36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</c:strCache>
            </c:strRef>
          </c:cat>
          <c:val>
            <c:numRef>
              <c:f>Sheet1!$B$2:$B$37</c:f>
              <c:numCache>
                <c:formatCode>#,##0</c:formatCode>
                <c:ptCount val="3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47</c:v>
                </c:pt>
                <c:pt idx="15">
                  <c:v>47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41</c:v>
                </c:pt>
                <c:pt idx="25">
                  <c:v>41</c:v>
                </c:pt>
                <c:pt idx="26">
                  <c:v>0</c:v>
                </c:pt>
                <c:pt idx="27">
                  <c:v>0</c:v>
                </c:pt>
                <c:pt idx="28">
                  <c:v>40</c:v>
                </c:pt>
                <c:pt idx="29">
                  <c:v>40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48</c:v>
                </c:pt>
                <c:pt idx="34">
                  <c:v>48</c:v>
                </c:pt>
                <c:pt idx="3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93002E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D01C-482C-B4BE-3E9375B059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Reach 3+</c:v>
                </c:pt>
              </c:strCache>
            </c:strRef>
          </c:tx>
          <c:spPr>
            <a:solidFill>
              <a:srgbClr val="93002E"/>
            </a:solidFill>
            <a:ln w="19050">
              <a:solidFill>
                <a:srgbClr val="93002E"/>
              </a:solidFill>
            </a:ln>
          </c:spPr>
          <c:invertIfNegative val="1"/>
          <c:cat>
            <c:strRef>
              <c:f>Sheet1!$A$2:$A$37</c:f>
              <c:strCache>
                <c:ptCount val="36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</c:strCache>
            </c:strRef>
          </c:cat>
          <c:val>
            <c:numRef>
              <c:f>Sheet1!$B$2:$B$37</c:f>
              <c:numCache>
                <c:formatCode>#,##0</c:formatCode>
                <c:ptCount val="3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30</c:v>
                </c:pt>
                <c:pt idx="15">
                  <c:v>30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23</c:v>
                </c:pt>
                <c:pt idx="25">
                  <c:v>23</c:v>
                </c:pt>
                <c:pt idx="26">
                  <c:v>0</c:v>
                </c:pt>
                <c:pt idx="27">
                  <c:v>0</c:v>
                </c:pt>
                <c:pt idx="28">
                  <c:v>24</c:v>
                </c:pt>
                <c:pt idx="29">
                  <c:v>24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31</c:v>
                </c:pt>
                <c:pt idx="34">
                  <c:v>31</c:v>
                </c:pt>
                <c:pt idx="3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93002E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72FC-4D2D-A976-F0FC041591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Impresiones</c:v>
                </c:pt>
              </c:strCache>
            </c:strRef>
          </c:tx>
          <c:spPr>
            <a:solidFill>
              <a:srgbClr val="93002E"/>
            </a:solidFill>
            <a:ln w="19050">
              <a:solidFill>
                <a:srgbClr val="93002E"/>
              </a:solidFill>
            </a:ln>
          </c:spPr>
          <c:invertIfNegative val="1"/>
          <c:cat>
            <c:strRef>
              <c:f>Sheet1!$A$2:$A$37</c:f>
              <c:strCache>
                <c:ptCount val="36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</c:strCache>
            </c:strRef>
          </c:cat>
          <c:val>
            <c:numRef>
              <c:f>Sheet1!$B$2:$B$37</c:f>
              <c:numCache>
                <c:formatCode>#,##0</c:formatCode>
                <c:ptCount val="3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3642857.14</c:v>
                </c:pt>
                <c:pt idx="34">
                  <c:v>0</c:v>
                </c:pt>
                <c:pt idx="3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93002E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F25C-4CB2-841D-6A84D8D86D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Impresiones</c:v>
                </c:pt>
              </c:strCache>
            </c:strRef>
          </c:tx>
          <c:spPr>
            <a:solidFill>
              <a:srgbClr val="93002E"/>
            </a:solidFill>
            <a:ln w="19050">
              <a:solidFill>
                <a:srgbClr val="93002E"/>
              </a:solidFill>
            </a:ln>
          </c:spPr>
          <c:invertIfNegative val="1"/>
          <c:cat>
            <c:strRef>
              <c:f>Sheet1!$A$2:$A$37</c:f>
              <c:strCache>
                <c:ptCount val="36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</c:strCache>
            </c:strRef>
          </c:cat>
          <c:val>
            <c:numRef>
              <c:f>Sheet1!$B$2:$B$37</c:f>
              <c:numCache>
                <c:formatCode>#,##0</c:formatCode>
                <c:ptCount val="3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2555616.19</c:v>
                </c:pt>
                <c:pt idx="22">
                  <c:v>2575808.52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93002E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D1B6-44EE-BF9E-727F1463E1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Impresiones</c:v>
                </c:pt>
              </c:strCache>
            </c:strRef>
          </c:tx>
          <c:spPr>
            <a:solidFill>
              <a:srgbClr val="93002E"/>
            </a:solidFill>
            <a:ln w="19050">
              <a:solidFill>
                <a:srgbClr val="93002E"/>
              </a:solidFill>
            </a:ln>
          </c:spPr>
          <c:invertIfNegative val="1"/>
          <c:cat>
            <c:strRef>
              <c:f>Sheet1!$A$2:$A$37</c:f>
              <c:strCache>
                <c:ptCount val="36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</c:strCache>
            </c:strRef>
          </c:cat>
          <c:val>
            <c:numRef>
              <c:f>Sheet1!$B$2:$B$37</c:f>
              <c:numCache>
                <c:formatCode>#,##0</c:formatCode>
                <c:ptCount val="3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47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93002E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D9D1-4942-93EA-DE04F93719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Materiales</c:v>
                </c:pt>
              </c:strCache>
            </c:strRef>
          </c:tx>
          <c:spPr>
            <a:solidFill>
              <a:srgbClr val="93002E"/>
            </a:solidFill>
            <a:ln w="19050">
              <a:solidFill>
                <a:srgbClr val="93002E"/>
              </a:solidFill>
            </a:ln>
          </c:spPr>
          <c:invertIfNegative val="1"/>
          <c:cat>
            <c:strRef>
              <c:f>Sheet1!$A$2:$A$37</c:f>
              <c:strCache>
                <c:ptCount val="36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</c:strCache>
            </c:strRef>
          </c:cat>
          <c:val>
            <c:numRef>
              <c:f>Sheet1!$B$2:$B$37</c:f>
              <c:numCache>
                <c:formatCode>#,##0</c:formatCode>
                <c:ptCount val="3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13</c:v>
                </c:pt>
                <c:pt idx="25">
                  <c:v>13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163</c:v>
                </c:pt>
                <c:pt idx="34">
                  <c:v>302</c:v>
                </c:pt>
                <c:pt idx="3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93002E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93E2-4DFE-9253-375B98952C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Impresiones</c:v>
                </c:pt>
              </c:strCache>
            </c:strRef>
          </c:tx>
          <c:spPr>
            <a:solidFill>
              <a:srgbClr val="93002E"/>
            </a:solidFill>
            <a:ln w="19050">
              <a:solidFill>
                <a:srgbClr val="93002E"/>
              </a:solidFill>
            </a:ln>
          </c:spPr>
          <c:invertIfNegative val="1"/>
          <c:cat>
            <c:strRef>
              <c:f>Sheet1!$A$2:$A$37</c:f>
              <c:strCache>
                <c:ptCount val="36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</c:strCache>
            </c:strRef>
          </c:cat>
          <c:val>
            <c:numRef>
              <c:f>Sheet1!$B$2:$B$37</c:f>
              <c:numCache>
                <c:formatCode>#,##0</c:formatCode>
                <c:ptCount val="36"/>
                <c:pt idx="0">
                  <c:v>0</c:v>
                </c:pt>
                <c:pt idx="1">
                  <c:v>12364539</c:v>
                </c:pt>
                <c:pt idx="2">
                  <c:v>31533963</c:v>
                </c:pt>
                <c:pt idx="3">
                  <c:v>27985350</c:v>
                </c:pt>
                <c:pt idx="4">
                  <c:v>22593086</c:v>
                </c:pt>
                <c:pt idx="5">
                  <c:v>10951003</c:v>
                </c:pt>
                <c:pt idx="6">
                  <c:v>30934645</c:v>
                </c:pt>
                <c:pt idx="7">
                  <c:v>18645759</c:v>
                </c:pt>
                <c:pt idx="8">
                  <c:v>0</c:v>
                </c:pt>
                <c:pt idx="9">
                  <c:v>11730933</c:v>
                </c:pt>
                <c:pt idx="10">
                  <c:v>22971132</c:v>
                </c:pt>
                <c:pt idx="11">
                  <c:v>7842200</c:v>
                </c:pt>
                <c:pt idx="12">
                  <c:v>0</c:v>
                </c:pt>
                <c:pt idx="13">
                  <c:v>0</c:v>
                </c:pt>
                <c:pt idx="14">
                  <c:v>14674035</c:v>
                </c:pt>
                <c:pt idx="15">
                  <c:v>21974043</c:v>
                </c:pt>
                <c:pt idx="16">
                  <c:v>34532556</c:v>
                </c:pt>
                <c:pt idx="17">
                  <c:v>30124806</c:v>
                </c:pt>
                <c:pt idx="18">
                  <c:v>9391691</c:v>
                </c:pt>
                <c:pt idx="19">
                  <c:v>0</c:v>
                </c:pt>
                <c:pt idx="20">
                  <c:v>0</c:v>
                </c:pt>
                <c:pt idx="21">
                  <c:v>22522509</c:v>
                </c:pt>
                <c:pt idx="22">
                  <c:v>14896038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20980015</c:v>
                </c:pt>
                <c:pt idx="29">
                  <c:v>48432087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23957336</c:v>
                </c:pt>
                <c:pt idx="34">
                  <c:v>27732085</c:v>
                </c:pt>
                <c:pt idx="35">
                  <c:v>7758502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93002E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8D71-45C6-A3D1-118343D349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Impresiones</c:v>
                </c:pt>
              </c:strCache>
            </c:strRef>
          </c:tx>
          <c:spPr>
            <a:solidFill>
              <a:srgbClr val="93002E"/>
            </a:solidFill>
            <a:ln w="19050">
              <a:solidFill>
                <a:srgbClr val="93002E"/>
              </a:solidFill>
            </a:ln>
          </c:spPr>
          <c:invertIfNegative val="1"/>
          <c:cat>
            <c:strRef>
              <c:f>Sheet1!$A$2:$A$37</c:f>
              <c:strCache>
                <c:ptCount val="36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</c:strCache>
            </c:strRef>
          </c:cat>
          <c:val>
            <c:numRef>
              <c:f>Sheet1!$B$2:$B$37</c:f>
              <c:numCache>
                <c:formatCode>#,##0</c:formatCode>
                <c:ptCount val="36"/>
                <c:pt idx="0">
                  <c:v>0</c:v>
                </c:pt>
                <c:pt idx="1">
                  <c:v>50481957</c:v>
                </c:pt>
                <c:pt idx="2">
                  <c:v>101599953</c:v>
                </c:pt>
                <c:pt idx="3">
                  <c:v>83278091</c:v>
                </c:pt>
                <c:pt idx="4">
                  <c:v>83446060</c:v>
                </c:pt>
                <c:pt idx="5">
                  <c:v>44873313</c:v>
                </c:pt>
                <c:pt idx="6">
                  <c:v>129197426</c:v>
                </c:pt>
                <c:pt idx="7">
                  <c:v>57674401</c:v>
                </c:pt>
                <c:pt idx="8">
                  <c:v>0</c:v>
                </c:pt>
                <c:pt idx="9">
                  <c:v>70035254</c:v>
                </c:pt>
                <c:pt idx="10">
                  <c:v>106119316</c:v>
                </c:pt>
                <c:pt idx="11">
                  <c:v>24182810</c:v>
                </c:pt>
                <c:pt idx="12">
                  <c:v>0</c:v>
                </c:pt>
                <c:pt idx="13">
                  <c:v>0</c:v>
                </c:pt>
                <c:pt idx="14">
                  <c:v>53223895</c:v>
                </c:pt>
                <c:pt idx="15">
                  <c:v>30177323</c:v>
                </c:pt>
                <c:pt idx="16">
                  <c:v>39039707</c:v>
                </c:pt>
                <c:pt idx="17">
                  <c:v>19179029</c:v>
                </c:pt>
                <c:pt idx="18">
                  <c:v>20162583</c:v>
                </c:pt>
                <c:pt idx="19">
                  <c:v>0</c:v>
                </c:pt>
                <c:pt idx="20">
                  <c:v>8374499</c:v>
                </c:pt>
                <c:pt idx="21">
                  <c:v>10333250</c:v>
                </c:pt>
                <c:pt idx="22">
                  <c:v>3372895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30631755</c:v>
                </c:pt>
                <c:pt idx="29">
                  <c:v>47178208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57766216</c:v>
                </c:pt>
                <c:pt idx="34">
                  <c:v>71942078</c:v>
                </c:pt>
                <c:pt idx="35">
                  <c:v>10850216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93002E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CCF8-45EB-BBBB-1B7EE99E80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Impresiones</c:v>
                </c:pt>
              </c:strCache>
            </c:strRef>
          </c:tx>
          <c:spPr>
            <a:solidFill>
              <a:srgbClr val="93002E"/>
            </a:solidFill>
            <a:ln w="19050">
              <a:solidFill>
                <a:srgbClr val="93002E"/>
              </a:solidFill>
            </a:ln>
          </c:spPr>
          <c:invertIfNegative val="1"/>
          <c:cat>
            <c:strRef>
              <c:f>Sheet1!$A$2:$A$37</c:f>
              <c:strCache>
                <c:ptCount val="36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</c:strCache>
            </c:strRef>
          </c:cat>
          <c:val>
            <c:numRef>
              <c:f>Sheet1!$B$2:$B$37</c:f>
              <c:numCache>
                <c:formatCode>#,##0</c:formatCode>
                <c:ptCount val="36"/>
                <c:pt idx="0">
                  <c:v>0</c:v>
                </c:pt>
                <c:pt idx="1">
                  <c:v>5009409</c:v>
                </c:pt>
                <c:pt idx="2">
                  <c:v>14874675</c:v>
                </c:pt>
                <c:pt idx="3">
                  <c:v>12144957</c:v>
                </c:pt>
                <c:pt idx="4">
                  <c:v>5056354</c:v>
                </c:pt>
                <c:pt idx="5">
                  <c:v>5398061</c:v>
                </c:pt>
                <c:pt idx="6">
                  <c:v>16491041</c:v>
                </c:pt>
                <c:pt idx="7">
                  <c:v>9524722</c:v>
                </c:pt>
                <c:pt idx="8">
                  <c:v>0</c:v>
                </c:pt>
                <c:pt idx="9">
                  <c:v>2004462</c:v>
                </c:pt>
                <c:pt idx="10">
                  <c:v>12964913</c:v>
                </c:pt>
                <c:pt idx="11">
                  <c:v>5453812</c:v>
                </c:pt>
                <c:pt idx="12">
                  <c:v>0</c:v>
                </c:pt>
                <c:pt idx="13">
                  <c:v>0</c:v>
                </c:pt>
                <c:pt idx="14">
                  <c:v>3733396</c:v>
                </c:pt>
                <c:pt idx="15">
                  <c:v>14545931</c:v>
                </c:pt>
                <c:pt idx="16">
                  <c:v>12038693.979933111</c:v>
                </c:pt>
                <c:pt idx="17">
                  <c:v>4751008</c:v>
                </c:pt>
                <c:pt idx="18">
                  <c:v>17381804</c:v>
                </c:pt>
                <c:pt idx="19">
                  <c:v>0</c:v>
                </c:pt>
                <c:pt idx="20">
                  <c:v>0</c:v>
                </c:pt>
                <c:pt idx="21">
                  <c:v>15022871</c:v>
                </c:pt>
                <c:pt idx="22">
                  <c:v>8468103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17675362</c:v>
                </c:pt>
                <c:pt idx="29">
                  <c:v>18614158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5558591</c:v>
                </c:pt>
                <c:pt idx="34">
                  <c:v>16950385</c:v>
                </c:pt>
                <c:pt idx="35">
                  <c:v>22465228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93002E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BFD3-4A1E-B4B9-17D4F4DB32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7.6447326628275455E-2"/>
          <c:y val="8.7412587412587409E-2"/>
          <c:w val="0.90936717868483707"/>
          <c:h val="0.78632478632478631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Impresiones</c:v>
                </c:pt>
              </c:strCache>
            </c:strRef>
          </c:tx>
          <c:spPr>
            <a:solidFill>
              <a:srgbClr val="93002E"/>
            </a:solidFill>
            <a:ln w="19050">
              <a:solidFill>
                <a:srgbClr val="93002E"/>
              </a:solidFill>
            </a:ln>
          </c:spPr>
          <c:invertIfNegative val="1"/>
          <c:cat>
            <c:strRef>
              <c:f>Sheet1!$A$2:$A$37</c:f>
              <c:strCache>
                <c:ptCount val="36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</c:strCache>
            </c:strRef>
          </c:cat>
          <c:val>
            <c:numRef>
              <c:f>Sheet1!$B$2:$B$37</c:f>
              <c:numCache>
                <c:formatCode>#,##0</c:formatCode>
                <c:ptCount val="36"/>
                <c:pt idx="0">
                  <c:v>0</c:v>
                </c:pt>
                <c:pt idx="1">
                  <c:v>3631471</c:v>
                </c:pt>
                <c:pt idx="2">
                  <c:v>10810611</c:v>
                </c:pt>
                <c:pt idx="3">
                  <c:v>10231383</c:v>
                </c:pt>
                <c:pt idx="4">
                  <c:v>3733557</c:v>
                </c:pt>
                <c:pt idx="5">
                  <c:v>3225741</c:v>
                </c:pt>
                <c:pt idx="6">
                  <c:v>8842397</c:v>
                </c:pt>
                <c:pt idx="7">
                  <c:v>5214879</c:v>
                </c:pt>
                <c:pt idx="8">
                  <c:v>0</c:v>
                </c:pt>
                <c:pt idx="9">
                  <c:v>3615278</c:v>
                </c:pt>
                <c:pt idx="10">
                  <c:v>12411764</c:v>
                </c:pt>
                <c:pt idx="11">
                  <c:v>3916155</c:v>
                </c:pt>
                <c:pt idx="12">
                  <c:v>0</c:v>
                </c:pt>
                <c:pt idx="13">
                  <c:v>0</c:v>
                </c:pt>
                <c:pt idx="14">
                  <c:v>4256687</c:v>
                </c:pt>
                <c:pt idx="15">
                  <c:v>11532376</c:v>
                </c:pt>
                <c:pt idx="16">
                  <c:v>39632107.023411363</c:v>
                </c:pt>
                <c:pt idx="17">
                  <c:v>7350309</c:v>
                </c:pt>
                <c:pt idx="18">
                  <c:v>22407441</c:v>
                </c:pt>
                <c:pt idx="19">
                  <c:v>0</c:v>
                </c:pt>
                <c:pt idx="20">
                  <c:v>1873414</c:v>
                </c:pt>
                <c:pt idx="21">
                  <c:v>2848662</c:v>
                </c:pt>
                <c:pt idx="22">
                  <c:v>0</c:v>
                </c:pt>
                <c:pt idx="23">
                  <c:v>9744487</c:v>
                </c:pt>
                <c:pt idx="24">
                  <c:v>0</c:v>
                </c:pt>
                <c:pt idx="25">
                  <c:v>0</c:v>
                </c:pt>
                <c:pt idx="26">
                  <c:v>235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93002E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DE21-46D3-ADA5-E87C904AC2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Impresiones</c:v>
                </c:pt>
              </c:strCache>
            </c:strRef>
          </c:tx>
          <c:spPr>
            <a:solidFill>
              <a:srgbClr val="93002E"/>
            </a:solidFill>
            <a:ln w="19050">
              <a:solidFill>
                <a:srgbClr val="93002E"/>
              </a:solidFill>
            </a:ln>
          </c:spPr>
          <c:invertIfNegative val="1"/>
          <c:cat>
            <c:strRef>
              <c:f>Sheet1!$A$2:$A$37</c:f>
              <c:strCache>
                <c:ptCount val="36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</c:strCache>
            </c:strRef>
          </c:cat>
          <c:val>
            <c:numRef>
              <c:f>Sheet1!$B$2:$B$37</c:f>
              <c:numCache>
                <c:formatCode>#,##0</c:formatCode>
                <c:ptCount val="3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31374813.235294122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18382352.94117647</c:v>
                </c:pt>
                <c:pt idx="22">
                  <c:v>18376838.970588237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19144757</c:v>
                </c:pt>
                <c:pt idx="30">
                  <c:v>25077638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180696821.46957383</c:v>
                </c:pt>
                <c:pt idx="3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93002E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49FE-428F-A9F8-9288656C6A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Impresiones</c:v>
                </c:pt>
              </c:strCache>
            </c:strRef>
          </c:tx>
          <c:spPr>
            <a:solidFill>
              <a:srgbClr val="93002E"/>
            </a:solidFill>
            <a:ln w="19050">
              <a:solidFill>
                <a:srgbClr val="93002E"/>
              </a:solidFill>
            </a:ln>
          </c:spPr>
          <c:invertIfNegative val="1"/>
          <c:cat>
            <c:strRef>
              <c:f>Sheet1!$A$2:$A$37</c:f>
              <c:strCache>
                <c:ptCount val="36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</c:strCache>
            </c:strRef>
          </c:cat>
          <c:val>
            <c:numRef>
              <c:f>Sheet1!$B$2:$B$37</c:f>
              <c:numCache>
                <c:formatCode>#,##0</c:formatCode>
                <c:ptCount val="36"/>
                <c:pt idx="0">
                  <c:v>52611</c:v>
                </c:pt>
                <c:pt idx="1">
                  <c:v>53788</c:v>
                </c:pt>
                <c:pt idx="2">
                  <c:v>66841</c:v>
                </c:pt>
                <c:pt idx="3">
                  <c:v>63622</c:v>
                </c:pt>
                <c:pt idx="4">
                  <c:v>59270</c:v>
                </c:pt>
                <c:pt idx="5">
                  <c:v>59490</c:v>
                </c:pt>
                <c:pt idx="6">
                  <c:v>58580</c:v>
                </c:pt>
                <c:pt idx="7">
                  <c:v>51455</c:v>
                </c:pt>
                <c:pt idx="8">
                  <c:v>49535</c:v>
                </c:pt>
                <c:pt idx="9">
                  <c:v>50782</c:v>
                </c:pt>
                <c:pt idx="10">
                  <c:v>51934</c:v>
                </c:pt>
                <c:pt idx="11">
                  <c:v>56793</c:v>
                </c:pt>
                <c:pt idx="12">
                  <c:v>51934</c:v>
                </c:pt>
                <c:pt idx="13">
                  <c:v>60230</c:v>
                </c:pt>
                <c:pt idx="14">
                  <c:v>63853</c:v>
                </c:pt>
                <c:pt idx="15">
                  <c:v>57863</c:v>
                </c:pt>
                <c:pt idx="16">
                  <c:v>54365</c:v>
                </c:pt>
                <c:pt idx="17">
                  <c:v>52252</c:v>
                </c:pt>
                <c:pt idx="18">
                  <c:v>54826</c:v>
                </c:pt>
                <c:pt idx="19">
                  <c:v>57940</c:v>
                </c:pt>
                <c:pt idx="20">
                  <c:v>0</c:v>
                </c:pt>
                <c:pt idx="21">
                  <c:v>0</c:v>
                </c:pt>
                <c:pt idx="22">
                  <c:v>42346</c:v>
                </c:pt>
                <c:pt idx="23">
                  <c:v>30055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93002E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5EEA-40BE-9EA0-5FCFD7D03F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Impresiones</c:v>
                </c:pt>
              </c:strCache>
            </c:strRef>
          </c:tx>
          <c:spPr>
            <a:solidFill>
              <a:srgbClr val="93002E"/>
            </a:solidFill>
            <a:ln w="19050">
              <a:solidFill>
                <a:srgbClr val="93002E"/>
              </a:solidFill>
            </a:ln>
          </c:spPr>
          <c:invertIfNegative val="1"/>
          <c:cat>
            <c:strRef>
              <c:f>Sheet1!$A$2:$A$37</c:f>
              <c:strCache>
                <c:ptCount val="36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</c:strCache>
            </c:strRef>
          </c:cat>
          <c:val>
            <c:numRef>
              <c:f>Sheet1!$B$2:$B$37</c:f>
              <c:numCache>
                <c:formatCode>#,##0</c:formatCode>
                <c:ptCount val="36"/>
                <c:pt idx="0">
                  <c:v>5319117</c:v>
                </c:pt>
                <c:pt idx="1">
                  <c:v>4009533</c:v>
                </c:pt>
                <c:pt idx="2">
                  <c:v>3422209</c:v>
                </c:pt>
                <c:pt idx="3">
                  <c:v>3364324</c:v>
                </c:pt>
                <c:pt idx="4">
                  <c:v>2059053</c:v>
                </c:pt>
                <c:pt idx="5">
                  <c:v>2799543</c:v>
                </c:pt>
                <c:pt idx="6">
                  <c:v>2866794</c:v>
                </c:pt>
                <c:pt idx="7">
                  <c:v>3319663</c:v>
                </c:pt>
                <c:pt idx="8">
                  <c:v>3235169</c:v>
                </c:pt>
                <c:pt idx="9">
                  <c:v>3064028</c:v>
                </c:pt>
                <c:pt idx="10">
                  <c:v>3042989</c:v>
                </c:pt>
                <c:pt idx="11">
                  <c:v>1615694</c:v>
                </c:pt>
                <c:pt idx="12">
                  <c:v>3944621</c:v>
                </c:pt>
                <c:pt idx="13">
                  <c:v>3217113</c:v>
                </c:pt>
                <c:pt idx="14">
                  <c:v>106430120</c:v>
                </c:pt>
                <c:pt idx="15">
                  <c:v>1738648</c:v>
                </c:pt>
                <c:pt idx="16">
                  <c:v>3043292</c:v>
                </c:pt>
                <c:pt idx="17">
                  <c:v>3499762</c:v>
                </c:pt>
                <c:pt idx="18">
                  <c:v>2225552</c:v>
                </c:pt>
                <c:pt idx="19">
                  <c:v>2817971</c:v>
                </c:pt>
                <c:pt idx="20">
                  <c:v>1845376</c:v>
                </c:pt>
                <c:pt idx="21">
                  <c:v>1936040</c:v>
                </c:pt>
                <c:pt idx="22">
                  <c:v>3056578</c:v>
                </c:pt>
                <c:pt idx="23">
                  <c:v>2991036</c:v>
                </c:pt>
                <c:pt idx="24">
                  <c:v>21073964</c:v>
                </c:pt>
                <c:pt idx="25">
                  <c:v>1257521</c:v>
                </c:pt>
                <c:pt idx="26">
                  <c:v>53643339</c:v>
                </c:pt>
                <c:pt idx="27">
                  <c:v>867662</c:v>
                </c:pt>
                <c:pt idx="28">
                  <c:v>143307325</c:v>
                </c:pt>
                <c:pt idx="29">
                  <c:v>9529247</c:v>
                </c:pt>
                <c:pt idx="30">
                  <c:v>1928821</c:v>
                </c:pt>
                <c:pt idx="31">
                  <c:v>1070478</c:v>
                </c:pt>
                <c:pt idx="32">
                  <c:v>12176259</c:v>
                </c:pt>
                <c:pt idx="33">
                  <c:v>176750777</c:v>
                </c:pt>
                <c:pt idx="34">
                  <c:v>5009440</c:v>
                </c:pt>
                <c:pt idx="35">
                  <c:v>50065541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93002E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75BD-4A63-AFE7-EF5C068C50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Engagement</c:v>
                </c:pt>
              </c:strCache>
            </c:strRef>
          </c:tx>
          <c:spPr>
            <a:solidFill>
              <a:srgbClr val="93002E"/>
            </a:solidFill>
            <a:ln w="19050">
              <a:solidFill>
                <a:srgbClr val="93002E"/>
              </a:solidFill>
            </a:ln>
          </c:spPr>
          <c:invertIfNegative val="1"/>
          <c:cat>
            <c:strRef>
              <c:f>Sheet1!$A$2:$A$37</c:f>
              <c:strCache>
                <c:ptCount val="36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</c:strCache>
            </c:strRef>
          </c:cat>
          <c:val>
            <c:numRef>
              <c:f>Sheet1!$B$2:$B$37</c:f>
              <c:numCache>
                <c:formatCode>#,##0</c:formatCode>
                <c:ptCount val="36"/>
                <c:pt idx="0">
                  <c:v>34507</c:v>
                </c:pt>
                <c:pt idx="1">
                  <c:v>21244</c:v>
                </c:pt>
                <c:pt idx="2">
                  <c:v>18072</c:v>
                </c:pt>
                <c:pt idx="3">
                  <c:v>17399</c:v>
                </c:pt>
                <c:pt idx="4">
                  <c:v>13548</c:v>
                </c:pt>
                <c:pt idx="5">
                  <c:v>18166</c:v>
                </c:pt>
                <c:pt idx="6">
                  <c:v>15274</c:v>
                </c:pt>
                <c:pt idx="7">
                  <c:v>16538</c:v>
                </c:pt>
                <c:pt idx="8">
                  <c:v>14255</c:v>
                </c:pt>
                <c:pt idx="9">
                  <c:v>13172</c:v>
                </c:pt>
                <c:pt idx="10">
                  <c:v>15013</c:v>
                </c:pt>
                <c:pt idx="11">
                  <c:v>9511</c:v>
                </c:pt>
                <c:pt idx="12">
                  <c:v>19240</c:v>
                </c:pt>
                <c:pt idx="13">
                  <c:v>21962</c:v>
                </c:pt>
                <c:pt idx="14">
                  <c:v>1517059</c:v>
                </c:pt>
                <c:pt idx="15">
                  <c:v>11253</c:v>
                </c:pt>
                <c:pt idx="16">
                  <c:v>2243759</c:v>
                </c:pt>
                <c:pt idx="17">
                  <c:v>26159</c:v>
                </c:pt>
                <c:pt idx="18">
                  <c:v>12733</c:v>
                </c:pt>
                <c:pt idx="19">
                  <c:v>18606</c:v>
                </c:pt>
                <c:pt idx="20">
                  <c:v>18083</c:v>
                </c:pt>
                <c:pt idx="21">
                  <c:v>2140887</c:v>
                </c:pt>
                <c:pt idx="22">
                  <c:v>27140</c:v>
                </c:pt>
                <c:pt idx="23">
                  <c:v>22933</c:v>
                </c:pt>
                <c:pt idx="24">
                  <c:v>50560</c:v>
                </c:pt>
                <c:pt idx="25">
                  <c:v>67126</c:v>
                </c:pt>
                <c:pt idx="26">
                  <c:v>103088</c:v>
                </c:pt>
                <c:pt idx="27">
                  <c:v>6252</c:v>
                </c:pt>
                <c:pt idx="28">
                  <c:v>145427</c:v>
                </c:pt>
                <c:pt idx="29">
                  <c:v>105710</c:v>
                </c:pt>
                <c:pt idx="30">
                  <c:v>27650</c:v>
                </c:pt>
                <c:pt idx="31">
                  <c:v>88653</c:v>
                </c:pt>
                <c:pt idx="32">
                  <c:v>24603</c:v>
                </c:pt>
                <c:pt idx="33">
                  <c:v>145006</c:v>
                </c:pt>
                <c:pt idx="34">
                  <c:v>139881</c:v>
                </c:pt>
                <c:pt idx="35">
                  <c:v>42755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93002E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425F-4786-BCAE-B0D6AEA91A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Impresiones</c:v>
                </c:pt>
              </c:strCache>
            </c:strRef>
          </c:tx>
          <c:spPr>
            <a:solidFill>
              <a:srgbClr val="93002E"/>
            </a:solidFill>
            <a:ln w="19050">
              <a:solidFill>
                <a:srgbClr val="93002E"/>
              </a:solidFill>
            </a:ln>
          </c:spPr>
          <c:invertIfNegative val="1"/>
          <c:cat>
            <c:strRef>
              <c:f>Sheet1!$A$2:$A$37</c:f>
              <c:strCache>
                <c:ptCount val="36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</c:strCache>
            </c:strRef>
          </c:cat>
          <c:val>
            <c:numRef>
              <c:f>Sheet1!$B$2:$B$37</c:f>
              <c:numCache>
                <c:formatCode>#,##0</c:formatCode>
                <c:ptCount val="36"/>
                <c:pt idx="0">
                  <c:v>1041953</c:v>
                </c:pt>
                <c:pt idx="1">
                  <c:v>1202417</c:v>
                </c:pt>
                <c:pt idx="2">
                  <c:v>454894</c:v>
                </c:pt>
                <c:pt idx="3">
                  <c:v>1333518</c:v>
                </c:pt>
                <c:pt idx="4">
                  <c:v>436663</c:v>
                </c:pt>
                <c:pt idx="5">
                  <c:v>1261782</c:v>
                </c:pt>
                <c:pt idx="6">
                  <c:v>1251181</c:v>
                </c:pt>
                <c:pt idx="7">
                  <c:v>667451</c:v>
                </c:pt>
                <c:pt idx="8">
                  <c:v>838663</c:v>
                </c:pt>
                <c:pt idx="9">
                  <c:v>1455525</c:v>
                </c:pt>
                <c:pt idx="10">
                  <c:v>647054</c:v>
                </c:pt>
                <c:pt idx="11">
                  <c:v>393794</c:v>
                </c:pt>
                <c:pt idx="12">
                  <c:v>880993</c:v>
                </c:pt>
                <c:pt idx="13">
                  <c:v>629190</c:v>
                </c:pt>
                <c:pt idx="14">
                  <c:v>2229350</c:v>
                </c:pt>
                <c:pt idx="15">
                  <c:v>1153587</c:v>
                </c:pt>
                <c:pt idx="16">
                  <c:v>1197823</c:v>
                </c:pt>
                <c:pt idx="17">
                  <c:v>909711</c:v>
                </c:pt>
                <c:pt idx="18">
                  <c:v>1310881</c:v>
                </c:pt>
                <c:pt idx="19">
                  <c:v>1322049</c:v>
                </c:pt>
                <c:pt idx="20">
                  <c:v>684184</c:v>
                </c:pt>
                <c:pt idx="21">
                  <c:v>1048174</c:v>
                </c:pt>
                <c:pt idx="22">
                  <c:v>1058665</c:v>
                </c:pt>
                <c:pt idx="23">
                  <c:v>986340</c:v>
                </c:pt>
                <c:pt idx="24">
                  <c:v>1088481</c:v>
                </c:pt>
                <c:pt idx="25">
                  <c:v>1529388</c:v>
                </c:pt>
                <c:pt idx="26">
                  <c:v>402256</c:v>
                </c:pt>
                <c:pt idx="27">
                  <c:v>283575</c:v>
                </c:pt>
                <c:pt idx="28">
                  <c:v>1807589</c:v>
                </c:pt>
                <c:pt idx="29">
                  <c:v>328097</c:v>
                </c:pt>
                <c:pt idx="30">
                  <c:v>726418</c:v>
                </c:pt>
                <c:pt idx="31">
                  <c:v>515002</c:v>
                </c:pt>
                <c:pt idx="32">
                  <c:v>29784</c:v>
                </c:pt>
                <c:pt idx="33">
                  <c:v>676455</c:v>
                </c:pt>
                <c:pt idx="34">
                  <c:v>135924</c:v>
                </c:pt>
                <c:pt idx="35">
                  <c:v>119341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93002E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CB0E-43B0-859C-C83980321F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Engagement</c:v>
                </c:pt>
              </c:strCache>
            </c:strRef>
          </c:tx>
          <c:spPr>
            <a:solidFill>
              <a:srgbClr val="93002E"/>
            </a:solidFill>
            <a:ln w="19050">
              <a:solidFill>
                <a:srgbClr val="93002E"/>
              </a:solidFill>
            </a:ln>
          </c:spPr>
          <c:invertIfNegative val="1"/>
          <c:cat>
            <c:strRef>
              <c:f>Sheet1!$A$2:$A$37</c:f>
              <c:strCache>
                <c:ptCount val="36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</c:strCache>
            </c:strRef>
          </c:cat>
          <c:val>
            <c:numRef>
              <c:f>Sheet1!$B$2:$B$37</c:f>
              <c:numCache>
                <c:formatCode>#,##0</c:formatCode>
                <c:ptCount val="36"/>
                <c:pt idx="0">
                  <c:v>24074</c:v>
                </c:pt>
                <c:pt idx="1">
                  <c:v>31421</c:v>
                </c:pt>
                <c:pt idx="2">
                  <c:v>12237</c:v>
                </c:pt>
                <c:pt idx="3">
                  <c:v>31115</c:v>
                </c:pt>
                <c:pt idx="4">
                  <c:v>9298</c:v>
                </c:pt>
                <c:pt idx="5">
                  <c:v>32960</c:v>
                </c:pt>
                <c:pt idx="6">
                  <c:v>60554</c:v>
                </c:pt>
                <c:pt idx="7">
                  <c:v>17053</c:v>
                </c:pt>
                <c:pt idx="8">
                  <c:v>19716</c:v>
                </c:pt>
                <c:pt idx="9">
                  <c:v>52856</c:v>
                </c:pt>
                <c:pt idx="10">
                  <c:v>13923</c:v>
                </c:pt>
                <c:pt idx="11">
                  <c:v>9607</c:v>
                </c:pt>
                <c:pt idx="12">
                  <c:v>21044</c:v>
                </c:pt>
                <c:pt idx="13">
                  <c:v>15767</c:v>
                </c:pt>
                <c:pt idx="14">
                  <c:v>59698</c:v>
                </c:pt>
                <c:pt idx="15">
                  <c:v>28621</c:v>
                </c:pt>
                <c:pt idx="16">
                  <c:v>28041</c:v>
                </c:pt>
                <c:pt idx="17">
                  <c:v>27147</c:v>
                </c:pt>
                <c:pt idx="18">
                  <c:v>33444</c:v>
                </c:pt>
                <c:pt idx="19">
                  <c:v>32268</c:v>
                </c:pt>
                <c:pt idx="20">
                  <c:v>15028</c:v>
                </c:pt>
                <c:pt idx="21">
                  <c:v>27582</c:v>
                </c:pt>
                <c:pt idx="22">
                  <c:v>32000</c:v>
                </c:pt>
                <c:pt idx="23">
                  <c:v>24881</c:v>
                </c:pt>
                <c:pt idx="24">
                  <c:v>46629</c:v>
                </c:pt>
                <c:pt idx="25">
                  <c:v>86834</c:v>
                </c:pt>
                <c:pt idx="26">
                  <c:v>18334</c:v>
                </c:pt>
                <c:pt idx="27">
                  <c:v>8679</c:v>
                </c:pt>
                <c:pt idx="28">
                  <c:v>122280</c:v>
                </c:pt>
                <c:pt idx="29">
                  <c:v>18002</c:v>
                </c:pt>
                <c:pt idx="30">
                  <c:v>28137</c:v>
                </c:pt>
                <c:pt idx="31">
                  <c:v>32713</c:v>
                </c:pt>
                <c:pt idx="32">
                  <c:v>1432</c:v>
                </c:pt>
                <c:pt idx="33">
                  <c:v>62377</c:v>
                </c:pt>
                <c:pt idx="34">
                  <c:v>6410</c:v>
                </c:pt>
                <c:pt idx="35">
                  <c:v>5479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93002E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EA4E-42EA-BA70-E07D0A437C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5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Impresiones</c:v>
                </c:pt>
              </c:strCache>
            </c:strRef>
          </c:tx>
          <c:spPr>
            <a:solidFill>
              <a:srgbClr val="93002E"/>
            </a:solidFill>
            <a:ln w="19050">
              <a:solidFill>
                <a:srgbClr val="93002E"/>
              </a:solidFill>
            </a:ln>
          </c:spPr>
          <c:invertIfNegative val="1"/>
          <c:cat>
            <c:strRef>
              <c:f>Sheet1!$A$2:$A$37</c:f>
              <c:strCache>
                <c:ptCount val="36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</c:strCache>
            </c:strRef>
          </c:cat>
          <c:val>
            <c:numRef>
              <c:f>Sheet1!$B$2:$B$37</c:f>
              <c:numCache>
                <c:formatCode>#,##0</c:formatCode>
                <c:ptCount val="36"/>
                <c:pt idx="0">
                  <c:v>889400</c:v>
                </c:pt>
                <c:pt idx="1">
                  <c:v>295700</c:v>
                </c:pt>
                <c:pt idx="2">
                  <c:v>782300</c:v>
                </c:pt>
                <c:pt idx="3">
                  <c:v>77500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22145</c:v>
                </c:pt>
                <c:pt idx="17">
                  <c:v>244056</c:v>
                </c:pt>
                <c:pt idx="18">
                  <c:v>549043</c:v>
                </c:pt>
                <c:pt idx="19">
                  <c:v>584587</c:v>
                </c:pt>
                <c:pt idx="20">
                  <c:v>235039</c:v>
                </c:pt>
                <c:pt idx="21">
                  <c:v>4104</c:v>
                </c:pt>
                <c:pt idx="22">
                  <c:v>384365</c:v>
                </c:pt>
                <c:pt idx="23">
                  <c:v>110899</c:v>
                </c:pt>
                <c:pt idx="24">
                  <c:v>278690</c:v>
                </c:pt>
                <c:pt idx="25">
                  <c:v>292017</c:v>
                </c:pt>
                <c:pt idx="26">
                  <c:v>14935</c:v>
                </c:pt>
                <c:pt idx="27">
                  <c:v>12776</c:v>
                </c:pt>
                <c:pt idx="28">
                  <c:v>774494</c:v>
                </c:pt>
                <c:pt idx="29">
                  <c:v>4046</c:v>
                </c:pt>
                <c:pt idx="30">
                  <c:v>16273</c:v>
                </c:pt>
                <c:pt idx="31">
                  <c:v>0</c:v>
                </c:pt>
                <c:pt idx="32">
                  <c:v>0</c:v>
                </c:pt>
                <c:pt idx="33">
                  <c:v>11237</c:v>
                </c:pt>
                <c:pt idx="34">
                  <c:v>8108</c:v>
                </c:pt>
                <c:pt idx="35">
                  <c:v>7229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93002E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9283-468A-9557-A1BC1A777D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5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Engagement</c:v>
                </c:pt>
              </c:strCache>
            </c:strRef>
          </c:tx>
          <c:spPr>
            <a:solidFill>
              <a:srgbClr val="93002E"/>
            </a:solidFill>
            <a:ln w="19050">
              <a:solidFill>
                <a:srgbClr val="93002E"/>
              </a:solidFill>
            </a:ln>
          </c:spPr>
          <c:invertIfNegative val="1"/>
          <c:cat>
            <c:strRef>
              <c:f>Sheet1!$A$2:$A$37</c:f>
              <c:strCache>
                <c:ptCount val="36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</c:strCache>
            </c:strRef>
          </c:cat>
          <c:val>
            <c:numRef>
              <c:f>Sheet1!$B$2:$B$37</c:f>
              <c:numCache>
                <c:formatCode>#,##0</c:formatCode>
                <c:ptCount val="36"/>
                <c:pt idx="0">
                  <c:v>361546</c:v>
                </c:pt>
                <c:pt idx="1">
                  <c:v>12545</c:v>
                </c:pt>
                <c:pt idx="2">
                  <c:v>52124</c:v>
                </c:pt>
                <c:pt idx="3">
                  <c:v>53861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1008</c:v>
                </c:pt>
                <c:pt idx="17">
                  <c:v>9215</c:v>
                </c:pt>
                <c:pt idx="18">
                  <c:v>25966</c:v>
                </c:pt>
                <c:pt idx="19">
                  <c:v>47429</c:v>
                </c:pt>
                <c:pt idx="20">
                  <c:v>6700</c:v>
                </c:pt>
                <c:pt idx="21">
                  <c:v>207</c:v>
                </c:pt>
                <c:pt idx="22">
                  <c:v>19562</c:v>
                </c:pt>
                <c:pt idx="23">
                  <c:v>2451</c:v>
                </c:pt>
                <c:pt idx="24">
                  <c:v>10861</c:v>
                </c:pt>
                <c:pt idx="25">
                  <c:v>13139</c:v>
                </c:pt>
                <c:pt idx="26">
                  <c:v>627</c:v>
                </c:pt>
                <c:pt idx="27">
                  <c:v>548</c:v>
                </c:pt>
                <c:pt idx="28">
                  <c:v>40411</c:v>
                </c:pt>
                <c:pt idx="29">
                  <c:v>245</c:v>
                </c:pt>
                <c:pt idx="30">
                  <c:v>786</c:v>
                </c:pt>
                <c:pt idx="31">
                  <c:v>0</c:v>
                </c:pt>
                <c:pt idx="32">
                  <c:v>0</c:v>
                </c:pt>
                <c:pt idx="33">
                  <c:v>448</c:v>
                </c:pt>
                <c:pt idx="34">
                  <c:v>430</c:v>
                </c:pt>
                <c:pt idx="35">
                  <c:v>242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93002E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6A70-435C-B068-4CE54ADED6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5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Visitas</c:v>
                </c:pt>
              </c:strCache>
            </c:strRef>
          </c:tx>
          <c:spPr>
            <a:solidFill>
              <a:srgbClr val="93002E"/>
            </a:solidFill>
            <a:ln w="19050">
              <a:solidFill>
                <a:srgbClr val="93002E"/>
              </a:solidFill>
            </a:ln>
          </c:spPr>
          <c:invertIfNegative val="1"/>
          <c:cat>
            <c:strRef>
              <c:f>Sheet1!$A$2:$A$37</c:f>
              <c:strCache>
                <c:ptCount val="36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</c:strCache>
            </c:strRef>
          </c:cat>
          <c:val>
            <c:numRef>
              <c:f>Sheet1!$B$2:$B$37</c:f>
              <c:numCache>
                <c:formatCode>#,##0</c:formatCode>
                <c:ptCount val="36"/>
                <c:pt idx="0">
                  <c:v>563731.36026202899</c:v>
                </c:pt>
                <c:pt idx="1">
                  <c:v>366365.61187319475</c:v>
                </c:pt>
                <c:pt idx="2">
                  <c:v>513220.4334518183</c:v>
                </c:pt>
                <c:pt idx="3">
                  <c:v>378285.98420147126</c:v>
                </c:pt>
                <c:pt idx="4">
                  <c:v>410160.23400306603</c:v>
                </c:pt>
                <c:pt idx="5">
                  <c:v>440713.63487396733</c:v>
                </c:pt>
                <c:pt idx="6">
                  <c:v>469787.94763204327</c:v>
                </c:pt>
                <c:pt idx="7">
                  <c:v>503741.19759729918</c:v>
                </c:pt>
                <c:pt idx="8">
                  <c:v>423316.28964161326</c:v>
                </c:pt>
                <c:pt idx="9">
                  <c:v>456935.44436396239</c:v>
                </c:pt>
                <c:pt idx="10">
                  <c:v>494291.87916390778</c:v>
                </c:pt>
                <c:pt idx="11">
                  <c:v>755613.25578234519</c:v>
                </c:pt>
                <c:pt idx="12">
                  <c:v>735187.78801919532</c:v>
                </c:pt>
                <c:pt idx="13">
                  <c:v>613309.00947169529</c:v>
                </c:pt>
                <c:pt idx="14">
                  <c:v>504858.91729211796</c:v>
                </c:pt>
                <c:pt idx="15">
                  <c:v>573850.71510952699</c:v>
                </c:pt>
                <c:pt idx="16">
                  <c:v>443420.39360848046</c:v>
                </c:pt>
                <c:pt idx="17">
                  <c:v>312990.07210743398</c:v>
                </c:pt>
                <c:pt idx="18">
                  <c:v>383636.49402499199</c:v>
                </c:pt>
                <c:pt idx="19">
                  <c:v>243802.92297041399</c:v>
                </c:pt>
                <c:pt idx="20">
                  <c:v>625018.19208505703</c:v>
                </c:pt>
                <c:pt idx="21">
                  <c:v>363829.71952555206</c:v>
                </c:pt>
                <c:pt idx="22">
                  <c:v>358605.42895183532</c:v>
                </c:pt>
                <c:pt idx="23">
                  <c:v>396470.14718529512</c:v>
                </c:pt>
                <c:pt idx="24">
                  <c:v>483701.02099577902</c:v>
                </c:pt>
                <c:pt idx="25">
                  <c:v>532158.70712671604</c:v>
                </c:pt>
                <c:pt idx="26">
                  <c:v>617239.974627416</c:v>
                </c:pt>
                <c:pt idx="27">
                  <c:v>625022.65305837803</c:v>
                </c:pt>
                <c:pt idx="28">
                  <c:v>665852.55502294598</c:v>
                </c:pt>
                <c:pt idx="29">
                  <c:v>782378.11595406802</c:v>
                </c:pt>
                <c:pt idx="30">
                  <c:v>557958.10361529898</c:v>
                </c:pt>
                <c:pt idx="31">
                  <c:v>585855.97075821494</c:v>
                </c:pt>
                <c:pt idx="32">
                  <c:v>957066.19989283395</c:v>
                </c:pt>
                <c:pt idx="33">
                  <c:v>937788.43528862495</c:v>
                </c:pt>
                <c:pt idx="34">
                  <c:v>2498689.7007689439</c:v>
                </c:pt>
                <c:pt idx="35">
                  <c:v>1040168.370259596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93002E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8BF1-4906-8A18-8882042C09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5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Visitas</c:v>
                </c:pt>
              </c:strCache>
            </c:strRef>
          </c:tx>
          <c:spPr>
            <a:solidFill>
              <a:srgbClr val="93002E"/>
            </a:solidFill>
            <a:ln w="19050">
              <a:solidFill>
                <a:srgbClr val="93002E"/>
              </a:solidFill>
            </a:ln>
          </c:spPr>
          <c:invertIfNegative val="1"/>
          <c:cat>
            <c:strRef>
              <c:f>Sheet1!$A$2:$A$37</c:f>
              <c:strCache>
                <c:ptCount val="36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</c:strCache>
            </c:strRef>
          </c:cat>
          <c:val>
            <c:numRef>
              <c:f>Sheet1!$B$2:$B$37</c:f>
              <c:numCache>
                <c:formatCode>#,##0</c:formatCode>
                <c:ptCount val="36"/>
                <c:pt idx="0">
                  <c:v>5407916</c:v>
                </c:pt>
                <c:pt idx="1">
                  <c:v>3514572</c:v>
                </c:pt>
                <c:pt idx="2">
                  <c:v>4923361</c:v>
                </c:pt>
                <c:pt idx="3">
                  <c:v>3628925</c:v>
                </c:pt>
                <c:pt idx="4">
                  <c:v>3934697</c:v>
                </c:pt>
                <c:pt idx="5">
                  <c:v>4227798</c:v>
                </c:pt>
                <c:pt idx="6">
                  <c:v>4506710</c:v>
                </c:pt>
                <c:pt idx="7">
                  <c:v>4832426</c:v>
                </c:pt>
                <c:pt idx="8">
                  <c:v>4060904</c:v>
                </c:pt>
                <c:pt idx="9">
                  <c:v>4383415</c:v>
                </c:pt>
                <c:pt idx="10">
                  <c:v>4741778</c:v>
                </c:pt>
                <c:pt idx="11">
                  <c:v>7248653</c:v>
                </c:pt>
                <c:pt idx="12">
                  <c:v>7052710</c:v>
                </c:pt>
                <c:pt idx="13">
                  <c:v>5883518</c:v>
                </c:pt>
                <c:pt idx="14">
                  <c:v>4957923.0270137237</c:v>
                </c:pt>
                <c:pt idx="15">
                  <c:v>3804607.1703337901</c:v>
                </c:pt>
                <c:pt idx="16">
                  <c:v>4134150.9936387162</c:v>
                </c:pt>
                <c:pt idx="17">
                  <c:v>3523061.60196944</c:v>
                </c:pt>
                <c:pt idx="18">
                  <c:v>4214545.1494991733</c:v>
                </c:pt>
                <c:pt idx="19">
                  <c:v>4295356.2207368417</c:v>
                </c:pt>
                <c:pt idx="20">
                  <c:v>4376167.2919745101</c:v>
                </c:pt>
                <c:pt idx="21">
                  <c:v>3490245</c:v>
                </c:pt>
                <c:pt idx="22">
                  <c:v>3440128</c:v>
                </c:pt>
                <c:pt idx="23">
                  <c:v>3803367</c:v>
                </c:pt>
                <c:pt idx="24">
                  <c:v>4593269</c:v>
                </c:pt>
                <c:pt idx="25">
                  <c:v>5058837</c:v>
                </c:pt>
                <c:pt idx="26">
                  <c:v>5871699</c:v>
                </c:pt>
                <c:pt idx="27">
                  <c:v>5948853</c:v>
                </c:pt>
                <c:pt idx="28">
                  <c:v>5055430</c:v>
                </c:pt>
                <c:pt idx="29">
                  <c:v>5386665</c:v>
                </c:pt>
                <c:pt idx="30">
                  <c:v>5312827</c:v>
                </c:pt>
                <c:pt idx="31">
                  <c:v>5620336</c:v>
                </c:pt>
                <c:pt idx="32">
                  <c:v>5827055</c:v>
                </c:pt>
                <c:pt idx="33">
                  <c:v>5642122</c:v>
                </c:pt>
                <c:pt idx="34">
                  <c:v>6593719</c:v>
                </c:pt>
                <c:pt idx="35">
                  <c:v>6901193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93002E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4122-4AFB-86D5-0A3BA98ECC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6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Envíos</c:v>
                </c:pt>
              </c:strCache>
            </c:strRef>
          </c:tx>
          <c:spPr>
            <a:solidFill>
              <a:srgbClr val="93002E"/>
            </a:solidFill>
            <a:ln w="19050">
              <a:solidFill>
                <a:srgbClr val="93002E"/>
              </a:solidFill>
            </a:ln>
          </c:spPr>
          <c:invertIfNegative val="1"/>
          <c:cat>
            <c:strRef>
              <c:f>Sheet1!$A$2:$A$37</c:f>
              <c:strCache>
                <c:ptCount val="36"/>
                <c:pt idx="0">
                  <c:v>2022-01</c:v>
                </c:pt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</c:strCache>
            </c:strRef>
          </c:cat>
          <c:val>
            <c:numRef>
              <c:f>Sheet1!$B$2:$B$37</c:f>
              <c:numCache>
                <c:formatCode>#,##0</c:formatCode>
                <c:ptCount val="36"/>
                <c:pt idx="0">
                  <c:v>755675</c:v>
                </c:pt>
                <c:pt idx="1">
                  <c:v>0</c:v>
                </c:pt>
                <c:pt idx="2">
                  <c:v>738450</c:v>
                </c:pt>
                <c:pt idx="3">
                  <c:v>735947</c:v>
                </c:pt>
                <c:pt idx="4">
                  <c:v>747071</c:v>
                </c:pt>
                <c:pt idx="5">
                  <c:v>745008</c:v>
                </c:pt>
                <c:pt idx="6">
                  <c:v>715629</c:v>
                </c:pt>
                <c:pt idx="7">
                  <c:v>7502</c:v>
                </c:pt>
                <c:pt idx="8">
                  <c:v>0</c:v>
                </c:pt>
                <c:pt idx="9">
                  <c:v>692</c:v>
                </c:pt>
                <c:pt idx="10">
                  <c:v>1665</c:v>
                </c:pt>
                <c:pt idx="11">
                  <c:v>1554733</c:v>
                </c:pt>
                <c:pt idx="12">
                  <c:v>1573568</c:v>
                </c:pt>
                <c:pt idx="13">
                  <c:v>1649084</c:v>
                </c:pt>
                <c:pt idx="14">
                  <c:v>1525232</c:v>
                </c:pt>
                <c:pt idx="15">
                  <c:v>906958</c:v>
                </c:pt>
                <c:pt idx="16">
                  <c:v>1271784</c:v>
                </c:pt>
                <c:pt idx="17">
                  <c:v>1250134</c:v>
                </c:pt>
                <c:pt idx="18">
                  <c:v>1233167</c:v>
                </c:pt>
                <c:pt idx="19">
                  <c:v>1940679</c:v>
                </c:pt>
                <c:pt idx="20">
                  <c:v>1411972</c:v>
                </c:pt>
                <c:pt idx="21">
                  <c:v>1458186</c:v>
                </c:pt>
                <c:pt idx="22">
                  <c:v>2016342</c:v>
                </c:pt>
                <c:pt idx="23">
                  <c:v>1450946</c:v>
                </c:pt>
                <c:pt idx="24">
                  <c:v>1492578</c:v>
                </c:pt>
                <c:pt idx="25">
                  <c:v>1559065</c:v>
                </c:pt>
                <c:pt idx="26">
                  <c:v>1548707</c:v>
                </c:pt>
                <c:pt idx="27">
                  <c:v>1533920</c:v>
                </c:pt>
                <c:pt idx="28">
                  <c:v>1527071</c:v>
                </c:pt>
                <c:pt idx="29">
                  <c:v>1523698</c:v>
                </c:pt>
                <c:pt idx="30">
                  <c:v>191907</c:v>
                </c:pt>
                <c:pt idx="31">
                  <c:v>1901249</c:v>
                </c:pt>
                <c:pt idx="32">
                  <c:v>1831133</c:v>
                </c:pt>
                <c:pt idx="33">
                  <c:v>1821400</c:v>
                </c:pt>
                <c:pt idx="34">
                  <c:v>180677</c:v>
                </c:pt>
                <c:pt idx="35">
                  <c:v>1785791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19050">
                    <a:solidFill>
                      <a:srgbClr val="93002E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203B-45B1-93C8-7FBC4AFDB1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numFmt formatCode="#,##0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91DDE-BA6A-4F57-909C-98F49C72955F}" type="datetimeFigureOut">
              <a:rPr lang="en-GB" smtClean="0"/>
              <a:t>13/05/2026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C50D33-42BE-4A7B-9A0E-84D31BC6EF4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4553537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30" userDrawn="1">
          <p15:clr>
            <a:srgbClr val="F26B43"/>
          </p15:clr>
        </p15:guide>
        <p15:guide id="2" pos="2143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AAC5B1-F58D-4268-BB75-9856A9D794A6}" type="datetimeFigureOut">
              <a:rPr lang="en-GB" smtClean="0"/>
              <a:t>13/05/2026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1063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900C33-90AE-4963-9AD8-3B07939F57E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9606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30" userDrawn="1">
          <p15:clr>
            <a:srgbClr val="F26B43"/>
          </p15:clr>
        </p15:guide>
        <p15:guide id="2" pos="2143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1.sv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4" Type="http://schemas.openxmlformats.org/officeDocument/2006/relationships/image" Target="../media/image1.sv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4" Type="http://schemas.openxmlformats.org/officeDocument/2006/relationships/image" Target="../media/image1.sv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4" Type="http://schemas.openxmlformats.org/officeDocument/2006/relationships/image" Target="../media/image1.sv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4" Type="http://schemas.openxmlformats.org/officeDocument/2006/relationships/image" Target="../media/image1.svg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6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7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8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4" Type="http://schemas.openxmlformats.org/officeDocument/2006/relationships/image" Target="../media/image1.sv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1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4" Type="http://schemas.openxmlformats.org/officeDocument/2006/relationships/image" Target="../media/image1.sv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4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4" Type="http://schemas.openxmlformats.org/officeDocument/2006/relationships/image" Target="../media/image1.sv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7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4" Type="http://schemas.openxmlformats.org/officeDocument/2006/relationships/image" Target="../media/image1.svg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9C51B2C-A001-27DE-ABA0-3328CCE12A7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Kick">
            <a:extLst>
              <a:ext uri="{FF2B5EF4-FFF2-40B4-BE49-F238E27FC236}">
                <a16:creationId xmlns:a16="http://schemas.microsoft.com/office/drawing/2014/main" id="{4E5D019C-AA62-A8CE-6450-8FB165C5A1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0" y="0"/>
            <a:ext cx="3881438" cy="6858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950AE92-B676-F52E-7F87-1418597EB9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3" y="4971600"/>
            <a:ext cx="3521075" cy="10223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b"/>
          <a:lstStyle>
            <a:lvl1pPr>
              <a:spcBef>
                <a:spcPts val="600"/>
              </a:spcBef>
              <a:defRPr sz="1200"/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0000" y="3708000"/>
            <a:ext cx="3520800" cy="1022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t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60000" y="1490400"/>
            <a:ext cx="3520800" cy="1976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t">
            <a:noAutofit/>
          </a:bodyPr>
          <a:lstStyle>
            <a:lvl1pPr algn="l">
              <a:defRPr sz="30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3" name="Kantar logo" descr="Kantar logo">
            <a:extLst>
              <a:ext uri="{FF2B5EF4-FFF2-40B4-BE49-F238E27FC236}">
                <a16:creationId xmlns:a16="http://schemas.microsoft.com/office/drawing/2014/main" id="{413DB59D-2F78-ADDF-7991-8E63A4119D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360363" y="557213"/>
            <a:ext cx="1939925" cy="3683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4A62E9B-33C3-F47A-DB13-8F29BB3125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0000" y="6390000"/>
            <a:ext cx="1435100" cy="1968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</a:t>
            </a:r>
          </a:p>
        </p:txBody>
      </p:sp>
    </p:spTree>
    <p:extLst>
      <p:ext uri="{BB962C8B-B14F-4D97-AF65-F5344CB8AC3E}">
        <p14:creationId xmlns:p14="http://schemas.microsoft.com/office/powerpoint/2010/main" val="1060461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1EB514B-0857-4EBF-B042-2A3E81792E2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0000" y="1490400"/>
            <a:ext cx="3520800" cy="197533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30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E8F4C310-09FC-4B27-9FA2-5128CE9C60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000" y="3708000"/>
            <a:ext cx="3520800" cy="102271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B54B2-17FC-4F44-A549-93DE726BD63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000" y="4971600"/>
            <a:ext cx="3519536" cy="1022713"/>
          </a:xfrm>
        </p:spPr>
        <p:txBody>
          <a:bodyPr anchor="b"/>
          <a:lstStyle>
            <a:lvl1pPr>
              <a:spcBef>
                <a:spcPts val="600"/>
              </a:spcBef>
              <a:defRPr sz="12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CC213809-11F2-4FF6-8836-C61FDCCBA32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272000" y="1490400"/>
            <a:ext cx="7920000" cy="4500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pic>
        <p:nvPicPr>
          <p:cNvPr id="7" name="Gold Bar" descr="Gold vertical line">
            <a:extLst>
              <a:ext uri="{FF2B5EF4-FFF2-40B4-BE49-F238E27FC236}">
                <a16:creationId xmlns:a16="http://schemas.microsoft.com/office/drawing/2014/main" id="{1ADB29CA-18EE-48E7-B991-4B2578F8937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207125" y="1490400"/>
            <a:ext cx="63981" cy="4500000"/>
          </a:xfrm>
          <a:prstGeom prst="rect">
            <a:avLst/>
          </a:prstGeom>
        </p:spPr>
      </p:pic>
      <p:pic>
        <p:nvPicPr>
          <p:cNvPr id="2" name="Afbeelding 1" descr="Small kick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281864" y="1490655"/>
            <a:ext cx="2572735" cy="4499238"/>
          </a:xfrm>
          <a:prstGeom prst="rect">
            <a:avLst/>
          </a:prstGeom>
        </p:spPr>
      </p:pic>
      <p:pic>
        <p:nvPicPr>
          <p:cNvPr id="8" name="Logo" descr="Kantar logo">
            <a:extLst>
              <a:ext uri="{FF2B5EF4-FFF2-40B4-BE49-F238E27FC236}">
                <a16:creationId xmlns:a16="http://schemas.microsoft.com/office/drawing/2014/main" id="{B6564A35-867D-4FB8-BD9A-08422621EC42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0000" y="558000"/>
            <a:ext cx="1940914" cy="3672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880E437-5815-A26A-B9AB-7D40640C0F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0000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</a:t>
            </a:r>
          </a:p>
        </p:txBody>
      </p:sp>
    </p:spTree>
    <p:extLst>
      <p:ext uri="{BB962C8B-B14F-4D97-AF65-F5344CB8AC3E}">
        <p14:creationId xmlns:p14="http://schemas.microsoft.com/office/powerpoint/2010/main" val="361361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 (black)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C30B4D4-F26B-B72E-FA60-D63ED90D4BF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Kick">
            <a:extLst>
              <a:ext uri="{FF2B5EF4-FFF2-40B4-BE49-F238E27FC236}">
                <a16:creationId xmlns:a16="http://schemas.microsoft.com/office/drawing/2014/main" id="{D6E4C6C4-422B-CEDC-43DB-1AFEEB8913B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0" y="0"/>
            <a:ext cx="3881438" cy="6858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CAB7A737-652E-4890-72A0-3C24634AB3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3" y="4971600"/>
            <a:ext cx="3521075" cy="10223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b"/>
          <a:lstStyle>
            <a:lvl1pPr>
              <a:spcBef>
                <a:spcPts val="600"/>
              </a:spcBef>
              <a:defRPr sz="1200">
                <a:solidFill>
                  <a:srgbClr val="FFFFFF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0000" y="3708000"/>
            <a:ext cx="3520800" cy="1022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t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60000" y="1490400"/>
            <a:ext cx="3520800" cy="1976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t">
            <a:noAutofit/>
          </a:bodyPr>
          <a:lstStyle>
            <a:lvl1pPr algn="l"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3" name="Kantar logo" descr="Kantar logo">
            <a:extLst>
              <a:ext uri="{FF2B5EF4-FFF2-40B4-BE49-F238E27FC236}">
                <a16:creationId xmlns:a16="http://schemas.microsoft.com/office/drawing/2014/main" id="{61544F70-E3D0-9F87-1D9D-CDA395FD9A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360363" y="557213"/>
            <a:ext cx="1939925" cy="3683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205D716-6C88-8C97-0D4B-269A16E212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0000" y="6390000"/>
            <a:ext cx="1435100" cy="1968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© Kantar 2025</a:t>
            </a:r>
          </a:p>
        </p:txBody>
      </p:sp>
    </p:spTree>
    <p:extLst>
      <p:ext uri="{BB962C8B-B14F-4D97-AF65-F5344CB8AC3E}">
        <p14:creationId xmlns:p14="http://schemas.microsoft.com/office/powerpoint/2010/main" val="1092033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 (black)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1EB514B-0857-4EBF-B042-2A3E81792E2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0000" y="1490400"/>
            <a:ext cx="3520800" cy="197533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E8F4C310-09FC-4B27-9FA2-5128CE9C60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000" y="3708000"/>
            <a:ext cx="3520800" cy="102271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B54B2-17FC-4F44-A549-93DE726BD63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000" y="4971600"/>
            <a:ext cx="3519536" cy="1022713"/>
          </a:xfrm>
        </p:spPr>
        <p:txBody>
          <a:bodyPr anchor="b"/>
          <a:lstStyle>
            <a:lvl1pPr>
              <a:spcBef>
                <a:spcPts val="600"/>
              </a:spcBef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CC213809-11F2-4FF6-8836-C61FDCCBA32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272000" y="1490400"/>
            <a:ext cx="7920000" cy="4500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pic>
        <p:nvPicPr>
          <p:cNvPr id="7" name="Gold bar" descr="Gold vertical line">
            <a:extLst>
              <a:ext uri="{FF2B5EF4-FFF2-40B4-BE49-F238E27FC236}">
                <a16:creationId xmlns:a16="http://schemas.microsoft.com/office/drawing/2014/main" id="{1ADB29CA-18EE-48E7-B991-4B2578F8937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207125" y="1490400"/>
            <a:ext cx="63981" cy="4500000"/>
          </a:xfrm>
          <a:prstGeom prst="rect">
            <a:avLst/>
          </a:prstGeom>
        </p:spPr>
      </p:pic>
      <p:pic>
        <p:nvPicPr>
          <p:cNvPr id="2" name="Afbeelding 1" descr="Small kick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283021" y="1491162"/>
            <a:ext cx="2566638" cy="4499238"/>
          </a:xfrm>
          <a:prstGeom prst="rect">
            <a:avLst/>
          </a:prstGeom>
        </p:spPr>
      </p:pic>
      <p:pic>
        <p:nvPicPr>
          <p:cNvPr id="11" name="Kantar Logo" descr="Kantar logo">
            <a:extLst>
              <a:ext uri="{FF2B5EF4-FFF2-40B4-BE49-F238E27FC236}">
                <a16:creationId xmlns:a16="http://schemas.microsoft.com/office/drawing/2014/main" id="{01EE2173-34DD-4E4A-828D-CFC09D3A11C3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0000" y="558000"/>
            <a:ext cx="1940914" cy="3672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C6E9524-5C51-E505-192A-727347954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0000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© Kantar 2025</a:t>
            </a:r>
          </a:p>
        </p:txBody>
      </p:sp>
    </p:spTree>
    <p:extLst>
      <p:ext uri="{BB962C8B-B14F-4D97-AF65-F5344CB8AC3E}">
        <p14:creationId xmlns:p14="http://schemas.microsoft.com/office/powerpoint/2010/main" val="246383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359999" y="2258559"/>
            <a:ext cx="5643563" cy="198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tx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359999" y="1713600"/>
            <a:ext cx="976676" cy="54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tx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No.</a:t>
            </a:r>
          </a:p>
        </p:txBody>
      </p:sp>
    </p:spTree>
    <p:extLst>
      <p:ext uri="{BB962C8B-B14F-4D97-AF65-F5344CB8AC3E}">
        <p14:creationId xmlns:p14="http://schemas.microsoft.com/office/powerpoint/2010/main" val="2401925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(black)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359998" y="2257200"/>
            <a:ext cx="5643927" cy="198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bg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bg1"/>
                </a:solidFill>
              </a:defRPr>
            </a:lvl2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360363" y="1713332"/>
            <a:ext cx="976312" cy="54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bg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No.</a:t>
            </a:r>
          </a:p>
        </p:txBody>
      </p:sp>
    </p:spTree>
    <p:extLst>
      <p:ext uri="{BB962C8B-B14F-4D97-AF65-F5344CB8AC3E}">
        <p14:creationId xmlns:p14="http://schemas.microsoft.com/office/powerpoint/2010/main" val="2324934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596ED-8270-4BD9-9069-84F474882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430718"/>
            <a:ext cx="5643926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40B4911-8D51-27E2-1183-F09B2334C0F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61950" y="1708150"/>
            <a:ext cx="6610350" cy="4006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FF6B48F-1D90-E19C-380B-090D0D217E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162800" y="428624"/>
            <a:ext cx="4543425" cy="5286376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B5D7EBCE-80A0-1F83-9F7C-1E63E0962E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C87CAC-718B-42CC-19AE-34A376311B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2940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596ED-8270-4BD9-9069-84F474882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430718"/>
            <a:ext cx="5643926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40B4911-8D51-27E2-1183-F09B2334C0F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61950" y="1708150"/>
            <a:ext cx="6610350" cy="4006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FF6B48F-1D90-E19C-380B-090D0D217E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162800" y="428624"/>
            <a:ext cx="4543425" cy="5286376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B5D7EBCE-80A0-1F83-9F7C-1E63E0962E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C87CAC-718B-42CC-19AE-34A376311B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4019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596ED-8270-4BD9-9069-84F474882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0105BF4-D562-44BF-BA5C-F9CA4C0FE9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363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01F0EAC-DF03-4553-8D22-C26B163DC97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0363" y="1710000"/>
            <a:ext cx="11466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475CB8A6-3325-2B22-16AE-C241677110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9FB89-AC67-1B6B-85A1-ED5931B497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960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 SH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B7F44-1A9D-43CE-8B94-70E892BCC6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A51D583-D2F5-4206-82FD-3E7E687E57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000" y="910800"/>
            <a:ext cx="11466513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A8CE99-0AD9-4D9C-9C09-47545620E96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11464925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8CF1398-AEAE-44BE-B05F-E03B17EB921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11466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1637646D-FA49-2AEF-9D75-86EC81EFF7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0B10690-B4CA-B333-6A40-A9F5EE2DF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13484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9FAE1AF-1132-4B0D-8DC6-F52576CE68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363" y="910800"/>
            <a:ext cx="11466000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D24B38-2DD2-4BE4-A6BC-6AB461A6A6A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3" y="1710000"/>
            <a:ext cx="5626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889620B8-EFB6-D3F0-18E4-9B1B3012BF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24DC25-EB84-12AC-ED2C-41BA02040F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21295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 SH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07A87-9762-46A5-A1BF-60907C2C37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1F22C1D-496B-4E53-BF19-ED9291DCCF9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0363" y="910800"/>
            <a:ext cx="11466512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60E6D9E-AC7D-4CD8-9A1B-DC502AAB0B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710000"/>
            <a:ext cx="5626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F252CF9-0987-4CBA-8CC7-B6582ECA239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363" y="2376000"/>
            <a:ext cx="5626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FAA4903-9221-4FF9-912C-268A8584F3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02800" y="1710000"/>
            <a:ext cx="56268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3F8654F-9C23-4A2E-AF1D-7C6743D88CE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02363" y="2376488"/>
            <a:ext cx="5626800" cy="3343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B80976DC-A442-2F24-8832-FD9478D6F1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784DCCD-E531-859A-5031-9FA1414481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8535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CC06-0E64-440D-9CE8-5164D1651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7582AC7-4667-407B-A5E8-45D6349311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E4B3E9-7CA2-4847-B7BD-96957DE30226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2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0D5E0E-637F-4A32-A98F-3FE4ED8121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7618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435609-FC5D-424F-A15C-A0856D1FFFF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54874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599A554-B4F2-3A8A-3C28-0E26F4F45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055F094-40F7-EE05-FAD0-272C27653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83014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 SH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5AEE3-9929-4A79-A968-8D4311BF5D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93581B-25F6-45F4-A388-25B9169855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2044888-1B05-4294-ABC2-A93A4A32E0D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36720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8C48F8-FEC0-41E0-BBB9-68EC3003D7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363" y="2376000"/>
            <a:ext cx="3672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59D2917-03D0-4000-AA1D-13CEEB10FB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57437" y="1710000"/>
            <a:ext cx="36720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DE23886-2490-491C-8436-F655BBCD8C9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57619" y="2376488"/>
            <a:ext cx="3672000" cy="3343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1DA3C15-7E9D-4E22-895A-F50878BD33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54874" y="1710000"/>
            <a:ext cx="36720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C41F52C9-6836-4FC9-99EA-1BF6FF01DF3F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54874" y="2376000"/>
            <a:ext cx="3672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8FAC4EF7-B915-1513-7378-7A839196B7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D4B6EE4-B819-1190-E0EF-A0130AE99C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61838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97B1331-D3E0-4904-82E5-02B601057EB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F49FA9-6D89-44C4-B6C9-EA8D7FB7563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2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5F1DC88-8F18-67FF-6390-A639FC1F8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52B73F3-46E9-D235-8CE6-D135C4F61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6388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 SH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6C45C-9BBB-4B14-BC71-8D9593AF92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AA444E5-6DCB-4387-82D7-374FBA34E3E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363" y="910800"/>
            <a:ext cx="11466512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1A4FC7E-D91D-407A-BFBE-F405D6BBEA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29916EF-EC2F-4137-B182-AA5508918E8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2728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A3CD5-4B7B-41AC-BFD5-7AA2D853D0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72691" y="1710000"/>
            <a:ext cx="27288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35F727AD-E63B-412E-B986-D86DFE5EED2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272691" y="2376488"/>
            <a:ext cx="2728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CEE6CD4-960B-4926-8A35-E8FF363F872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5382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544BF1C-E9EC-43D2-A239-79E43B7C24C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85382" y="2376000"/>
            <a:ext cx="2728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7027DC-FD56-4CD6-8B38-7C623A97D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98074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5513656D-7804-45C7-9561-4FFDBE1F523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098074" y="2376488"/>
            <a:ext cx="2728800" cy="3343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2F426DB-EDD9-AC45-023D-B477753F82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C15DAAA-ACAD-06A2-9225-C985F288F4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88487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 col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ED13-8109-40D7-B85E-48D72364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E23F4F6-B0E8-4724-933C-35F21A7E42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0874" y="910800"/>
            <a:ext cx="11466000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5E99A7-B8B8-4860-8872-63A20BC4983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3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36CF45-35B9-4F30-93CE-11D7DC6AE4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89691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190C909-262D-4930-924B-8C4285CF85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19019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18864E4-1D92-4544-8F52-1155810D792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348347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8E0E68-5345-4D62-8D07-AE58AE33067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677674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34A4C32-5A94-2907-A5AA-14BEFF925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9B78BF1-D57B-7B87-3655-E943DEE75A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5749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 col SH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5C433-9252-44D6-8AA4-495DB59340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8EED4C4-55A2-440F-BFEB-B054C51690A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34B8469-FF2E-4467-8E43-A49A3388A2F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F0DDC14-9B67-4FE8-BC58-A70501A5344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007D028-2ECB-46AF-8517-CCF9C089D8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89691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1DDE75-E486-4A48-BDBB-2C2A5B5E64D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689419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7A506B6-1DA9-4CD7-9F56-C6BF2FDC187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19019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F41FFAE-2857-4B94-916D-0210AE0A176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018838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C34C508-C3AF-422F-B1C7-A38F34513AB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48347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0D9455C4-8047-4B5B-B5BC-4A0379405BC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348257" y="2376488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AEAC907-A41C-4782-BCD8-2B8C0ADD422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77674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056BBA8E-FD61-47C5-A779-B66918B4D32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9677674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F41933E2-3FEC-89F6-8CD4-6749302EDE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6134EAD-A5BA-DE0E-3902-77532655D3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54162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 col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69F7FED-54BA-4C56-83A5-FA86011940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7B7932-7D06-4E7E-AF70-44D39F481C0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0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B353AB-4D08-4BBD-91C2-E6A30A5F493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30112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4A6B5AF-EB3C-46C5-B212-27204822781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24224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800475F-DBE2-47A0-89B9-1175EDD8427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336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B5CE08A-01D2-488B-843A-CA3415AB732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12448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9BAB9BC-6F39-4494-87B4-04D45B7607B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00656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80084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 col SH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FA1-AACD-4AC6-8977-227A1E8204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D26D01CC-3541-4F97-AF97-73FF6352033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70764FD-7DA2-4FE5-A31B-6691075F46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BC0C4CA-E13F-460B-A188-81482902B70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05AA54-6669-4974-B1E8-3E58001D87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01120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2A0DDBF-A8B7-4F77-B8D5-E6CF8FB015A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30112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793D7A9-75C8-4028-9CA8-F07E93F82E4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42240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9B5E2A26-6C2A-419D-B4DC-291BA85B0C8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4224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DE92C5F-EFFE-48BF-93E1-CC78EFCD29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3360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3DA85A52-F7FD-4298-9AE5-CB80F4E3C64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18336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4E88849-5449-4627-813B-31B40F08F00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24480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9A7FC01F-A245-4C0F-BF24-3AAE6AC55CC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12448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5CCD92EA-38A4-44E5-ADF7-78EA3D6DD06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065600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8317D903-C6B2-443C-A2F2-E7B672E08E3B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1006560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426F8F77-60AB-17B7-3432-19FFA91DC9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5539D15-09BC-164C-FB43-5071A54341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0292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62903-71A8-4BD2-B059-6BA4C3AA39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562680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55437D9-CE22-451C-B458-B3F648A6423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08150"/>
            <a:ext cx="5626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F169CDD-9FFC-4BEA-A4C1-F55F1EBC5A6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02799" y="430717"/>
            <a:ext cx="5626800" cy="5284283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A831F2D-B2DA-DA45-51A2-A1F441938D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935A06C-5D8C-6FC1-D4D4-B336A8DE5A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6453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AABB0-FC25-4DDA-B141-9861B8EF6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02361" y="430718"/>
            <a:ext cx="562680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0D6BD01-6C23-44ED-8363-1C234E2533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2361" y="1708150"/>
            <a:ext cx="5626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4F34447-13E0-43B9-BE1F-C60C03555D3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60000" y="432000"/>
            <a:ext cx="5627561" cy="5283000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F084A7A-3F3F-E40A-77AB-CD182CE4AC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81A6B93-83F1-8F5E-2FAB-0FBA90C851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555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98738-2E1C-4407-AE23-FC7C522477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C6D4BB-14E1-42DC-832A-2D0CE78632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910800"/>
            <a:ext cx="11466512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44ABC294-FCE6-5EB7-79AC-9C91525B75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06626BA-65BF-4D50-2E26-754A967161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6370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DBD805A2-374A-B38B-47E2-96838EF5E3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A31AADF-58A3-1943-8F8F-11D9CCE09D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751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G SH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1524" y="430718"/>
            <a:ext cx="8554474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D3E48C71-27A9-8E1D-64DF-2141DFF7AE9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271524" y="910800"/>
            <a:ext cx="8554475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13" name="Rectangle 12" descr="Blue purple gradient">
            <a:extLst>
              <a:ext uri="{FF2B5EF4-FFF2-40B4-BE49-F238E27FC236}">
                <a16:creationId xmlns:a16="http://schemas.microsoft.com/office/drawing/2014/main" id="{1DCC66D3-273E-C4D4-E66B-ABBBFBF0D827}"/>
              </a:ext>
            </a:extLst>
          </p:cNvPr>
          <p:cNvSpPr/>
          <p:nvPr userDrawn="1"/>
        </p:nvSpPr>
        <p:spPr bwMode="ltGray">
          <a:xfrm>
            <a:off x="0" y="0"/>
            <a:ext cx="3114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100000"/>
                </a:schemeClr>
              </a:gs>
              <a:gs pos="100000">
                <a:schemeClr val="tx2"/>
              </a:gs>
            </a:gsLst>
            <a:lin ang="27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sz="1600" b="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F49FA9-6D89-44C4-B6C9-EA8D7FB7563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5124" y="1708149"/>
            <a:ext cx="2277592" cy="4006851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B6878C3-28EA-1E1C-8E19-7D2EE09629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4437A01-3DA1-7F4C-787D-0D69D5F25B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5" name="Group 14" descr="Kantar logo">
            <a:extLst>
              <a:ext uri="{FF2B5EF4-FFF2-40B4-BE49-F238E27FC236}">
                <a16:creationId xmlns:a16="http://schemas.microsoft.com/office/drawing/2014/main" id="{3F231E62-1FE1-116F-4FDE-F1ADC464FC91}"/>
              </a:ext>
            </a:extLst>
          </p:cNvPr>
          <p:cNvGrpSpPr/>
          <p:nvPr userDrawn="1"/>
        </p:nvGrpSpPr>
        <p:grpSpPr>
          <a:xfrm>
            <a:off x="359433" y="6120000"/>
            <a:ext cx="2754567" cy="475612"/>
            <a:chOff x="359433" y="6120000"/>
            <a:chExt cx="2754567" cy="475612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9CB31C91-0C4B-9B64-6435-2533957E15D9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2754148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Kantar logo">
              <a:extLst>
                <a:ext uri="{FF2B5EF4-FFF2-40B4-BE49-F238E27FC236}">
                  <a16:creationId xmlns:a16="http://schemas.microsoft.com/office/drawing/2014/main" id="{06533A51-300E-1741-73A9-4BFBFBA562D7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99492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G SH 5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9525581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7" name="Text Placeholder 29">
            <a:extLst>
              <a:ext uri="{FF2B5EF4-FFF2-40B4-BE49-F238E27FC236}">
                <a16:creationId xmlns:a16="http://schemas.microsoft.com/office/drawing/2014/main" id="{278B934D-6AC2-E660-AF80-A9EFA384E7E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0000" y="910800"/>
            <a:ext cx="952558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7B7932-7D06-4E7E-AF70-44D39F481C0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0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Rectangle 12" descr="Blue purple gradient">
            <a:extLst>
              <a:ext uri="{FF2B5EF4-FFF2-40B4-BE49-F238E27FC236}">
                <a16:creationId xmlns:a16="http://schemas.microsoft.com/office/drawing/2014/main" id="{7093C849-593E-4F8D-EA17-3F282670D20E}"/>
              </a:ext>
            </a:extLst>
          </p:cNvPr>
          <p:cNvSpPr/>
          <p:nvPr userDrawn="1"/>
        </p:nvSpPr>
        <p:spPr bwMode="ltGray">
          <a:xfrm>
            <a:off x="10068000" y="0"/>
            <a:ext cx="2124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100000"/>
                </a:schemeClr>
              </a:gs>
              <a:gs pos="100000">
                <a:schemeClr val="tx2"/>
              </a:gs>
            </a:gsLst>
            <a:lin ang="27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sz="1600" b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B353AB-4D08-4BBD-91C2-E6A30A5F493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301295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4A6B5AF-EB3C-46C5-B212-27204822781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2408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800475F-DBE2-47A0-89B9-1175EDD8427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3885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B5CE08A-01D2-488B-843A-CA3415AB732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12518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9BAB9BC-6F39-4494-87B4-04D45B7607B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0328274" y="1710000"/>
            <a:ext cx="1498599" cy="3999600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  <a:lvl2pPr>
              <a:defRPr sz="11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F2520392-8D4D-A3AC-47F4-04D8C700D1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1" y="6390000"/>
            <a:ext cx="6613180" cy="18557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9F87E6E-158A-79F8-E5D9-A78A915055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Straight Connector 3" descr="Footer line">
            <a:extLst>
              <a:ext uri="{FF2B5EF4-FFF2-40B4-BE49-F238E27FC236}">
                <a16:creationId xmlns:a16="http://schemas.microsoft.com/office/drawing/2014/main" id="{EE941D9D-2DC3-4C76-8D7E-E61840CC5ACD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10066474" y="6120000"/>
            <a:ext cx="1767687" cy="0"/>
          </a:xfrm>
          <a:prstGeom prst="line">
            <a:avLst/>
          </a:prstGeom>
          <a:ln w="38100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1080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1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9644" y="430718"/>
            <a:ext cx="562723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9FAE1AF-1132-4B0D-8DC6-F52576CE68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99561" y="910800"/>
            <a:ext cx="5626801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73ED98-8BCF-E8BD-14D4-4CD77DFC24B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0392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DA9F06CE-64A5-131D-9B39-5B48F430AD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99561" y="6390000"/>
            <a:ext cx="4128714" cy="19497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24DC25-EB84-12AC-ED2C-41BA02040F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2" descr="Kantar logo and footer line">
            <a:extLst>
              <a:ext uri="{FF2B5EF4-FFF2-40B4-BE49-F238E27FC236}">
                <a16:creationId xmlns:a16="http://schemas.microsoft.com/office/drawing/2014/main" id="{BEC62E80-CC51-39F5-9357-50894767FF32}"/>
              </a:ext>
            </a:extLst>
          </p:cNvPr>
          <p:cNvGrpSpPr/>
          <p:nvPr userDrawn="1"/>
        </p:nvGrpSpPr>
        <p:grpSpPr>
          <a:xfrm>
            <a:off x="359433" y="6120000"/>
            <a:ext cx="5644492" cy="475612"/>
            <a:chOff x="359433" y="6120000"/>
            <a:chExt cx="5644492" cy="475612"/>
          </a:xfrm>
        </p:grpSpPr>
        <p:cxnSp>
          <p:nvCxnSpPr>
            <p:cNvPr id="13" name="KantarWhiteLine">
              <a:extLst>
                <a:ext uri="{FF2B5EF4-FFF2-40B4-BE49-F238E27FC236}">
                  <a16:creationId xmlns:a16="http://schemas.microsoft.com/office/drawing/2014/main" id="{DAA53EF3-7193-9326-49B1-712F2C671DC4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60000" y="6120000"/>
              <a:ext cx="5643925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KantarWhiteLogo">
              <a:extLst>
                <a:ext uri="{FF2B5EF4-FFF2-40B4-BE49-F238E27FC236}">
                  <a16:creationId xmlns:a16="http://schemas.microsoft.com/office/drawing/2014/main" id="{300F33B3-053B-F76A-6999-78F6532B26AE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13008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1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9644" y="430718"/>
            <a:ext cx="562723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9FAE1AF-1132-4B0D-8DC6-F52576CE68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99561" y="910800"/>
            <a:ext cx="5626801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73ED98-8BCF-E8BD-14D4-4CD77DFC24B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0392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889620B8-EFB6-D3F0-18E4-9B1B3012BF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99561" y="6390000"/>
            <a:ext cx="4128714" cy="19497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24DC25-EB84-12AC-ED2C-41BA02040F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1" name="Straight Connector 10" descr="Footer line">
            <a:extLst>
              <a:ext uri="{FF2B5EF4-FFF2-40B4-BE49-F238E27FC236}">
                <a16:creationId xmlns:a16="http://schemas.microsoft.com/office/drawing/2014/main" id="{E041F4FD-4BAC-3092-73AB-9B63516D4569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60000" y="6120000"/>
            <a:ext cx="5643925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 descr="Kantar logo">
            <a:extLst>
              <a:ext uri="{FF2B5EF4-FFF2-40B4-BE49-F238E27FC236}">
                <a16:creationId xmlns:a16="http://schemas.microsoft.com/office/drawing/2014/main" id="{84D134A6-33C4-A854-6981-C6547FDF007E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816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2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CC06-0E64-440D-9CE8-5164D1651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7914" y="430718"/>
            <a:ext cx="756896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7582AC7-4667-407B-A5E8-45D6349311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57618" y="910800"/>
            <a:ext cx="7568382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0D5E0E-637F-4A32-A98F-3FE4ED8121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7618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435609-FC5D-424F-A15C-A0856D1FFFF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54874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51B1D62-9E8A-FDCD-7709-0134A8046C9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403225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599A554-B4F2-3A8A-3C28-0E26F4F45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57618" y="6390000"/>
            <a:ext cx="6070657" cy="17035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055F094-40F7-EE05-FAD0-272C27653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2" descr="Kantar logo and footer line">
            <a:extLst>
              <a:ext uri="{FF2B5EF4-FFF2-40B4-BE49-F238E27FC236}">
                <a16:creationId xmlns:a16="http://schemas.microsoft.com/office/drawing/2014/main" id="{B876CF22-9172-C352-FE58-05523418FCA0}"/>
              </a:ext>
            </a:extLst>
          </p:cNvPr>
          <p:cNvGrpSpPr/>
          <p:nvPr userDrawn="1"/>
        </p:nvGrpSpPr>
        <p:grpSpPr>
          <a:xfrm>
            <a:off x="359433" y="6120000"/>
            <a:ext cx="3672930" cy="475612"/>
            <a:chOff x="359433" y="6120000"/>
            <a:chExt cx="3672930" cy="475612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5692813-5CA1-FD6E-F5CE-4512E151A2F1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3672511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Kantar logo">
              <a:extLst>
                <a:ext uri="{FF2B5EF4-FFF2-40B4-BE49-F238E27FC236}">
                  <a16:creationId xmlns:a16="http://schemas.microsoft.com/office/drawing/2014/main" id="{72E74BF0-B693-B51E-B840-D544608869E6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65983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2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CC06-0E64-440D-9CE8-5164D1651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7914" y="430718"/>
            <a:ext cx="756896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7582AC7-4667-407B-A5E8-45D6349311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57618" y="910800"/>
            <a:ext cx="7568382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0D5E0E-637F-4A32-A98F-3FE4ED8121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7618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435609-FC5D-424F-A15C-A0856D1FFFF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54874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51B1D62-9E8A-FDCD-7709-0134A8046C9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403225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599A554-B4F2-3A8A-3C28-0E26F4F45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57618" y="6390000"/>
            <a:ext cx="6070657" cy="17035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055F094-40F7-EE05-FAD0-272C27653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Straight Connector 3" descr="Footer line">
            <a:extLst>
              <a:ext uri="{FF2B5EF4-FFF2-40B4-BE49-F238E27FC236}">
                <a16:creationId xmlns:a16="http://schemas.microsoft.com/office/drawing/2014/main" id="{85692813-5CA1-FD6E-F5CE-4512E151A2F1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59852" y="6120000"/>
            <a:ext cx="3672511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 descr="Kantar logo">
            <a:extLst>
              <a:ext uri="{FF2B5EF4-FFF2-40B4-BE49-F238E27FC236}">
                <a16:creationId xmlns:a16="http://schemas.microsoft.com/office/drawing/2014/main" id="{F343A5B4-2189-BE35-A949-2BE57DE86309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969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3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2621" y="430718"/>
            <a:ext cx="8554253" cy="403200"/>
          </a:xfrm>
        </p:spPr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97B1331-D3E0-4904-82E5-02B601057EB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72400" y="910800"/>
            <a:ext cx="8553600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98447A7-90B8-922A-3CF5-F7CA0DBB437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0892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5F1DC88-8F18-67FF-6390-A639FC1F8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52B73F3-46E9-D235-8CE6-D135C4F61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8" descr="Footer line and Kantar logo">
            <a:extLst>
              <a:ext uri="{FF2B5EF4-FFF2-40B4-BE49-F238E27FC236}">
                <a16:creationId xmlns:a16="http://schemas.microsoft.com/office/drawing/2014/main" id="{9D77FB24-3B8C-A4FE-1F2C-B830BDA5AC51}"/>
              </a:ext>
            </a:extLst>
          </p:cNvPr>
          <p:cNvGrpSpPr/>
          <p:nvPr userDrawn="1"/>
        </p:nvGrpSpPr>
        <p:grpSpPr>
          <a:xfrm>
            <a:off x="359433" y="6120000"/>
            <a:ext cx="2730281" cy="475612"/>
            <a:chOff x="359433" y="6120000"/>
            <a:chExt cx="2730281" cy="47561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4870180-FA23-1588-6BB2-AB88F6F0AF7A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2729862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Kantar logo">
              <a:extLst>
                <a:ext uri="{FF2B5EF4-FFF2-40B4-BE49-F238E27FC236}">
                  <a16:creationId xmlns:a16="http://schemas.microsoft.com/office/drawing/2014/main" id="{E7B0F085-C5C3-7E60-09AF-5BAA79F13C60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98599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3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2621" y="430718"/>
            <a:ext cx="8554253" cy="403200"/>
          </a:xfrm>
        </p:spPr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97B1331-D3E0-4904-82E5-02B601057EB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72400" y="910800"/>
            <a:ext cx="8553600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98447A7-90B8-922A-3CF5-F7CA0DBB437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0892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5F1DC88-8F18-67FF-6390-A639FC1F8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52B73F3-46E9-D235-8CE6-D135C4F61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1" name="Straight Connector 10" descr="Footer line">
            <a:extLst>
              <a:ext uri="{FF2B5EF4-FFF2-40B4-BE49-F238E27FC236}">
                <a16:creationId xmlns:a16="http://schemas.microsoft.com/office/drawing/2014/main" id="{04870180-FA23-1588-6BB2-AB88F6F0AF7A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59852" y="6120000"/>
            <a:ext cx="2729862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 descr="Kantar logo">
            <a:extLst>
              <a:ext uri="{FF2B5EF4-FFF2-40B4-BE49-F238E27FC236}">
                <a16:creationId xmlns:a16="http://schemas.microsoft.com/office/drawing/2014/main" id="{53D02F08-67ED-4CB1-C33E-4D0C96BB0FC9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404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4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ED13-8109-40D7-B85E-48D72364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88994" y="430718"/>
            <a:ext cx="913788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E23F4F6-B0E8-4724-933C-35F21A7E42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689690" y="910800"/>
            <a:ext cx="9137183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36CF45-35B9-4F30-93CE-11D7DC6AE4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89691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190C909-262D-4930-924B-8C4285CF85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19019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18864E4-1D92-4544-8F52-1155810D792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348347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8E0E68-5345-4D62-8D07-AE58AE33067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677674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3749035-42A4-D2DD-D2EC-56D671810C0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250825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34A4C32-5A94-2907-A5AA-14BEFF925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9B78BF1-D57B-7B87-3655-E943DEE75A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8" descr="Footer line and Kantar logo">
            <a:extLst>
              <a:ext uri="{FF2B5EF4-FFF2-40B4-BE49-F238E27FC236}">
                <a16:creationId xmlns:a16="http://schemas.microsoft.com/office/drawing/2014/main" id="{8CA1E196-C42B-A1C3-A37B-28F182E644D8}"/>
              </a:ext>
            </a:extLst>
          </p:cNvPr>
          <p:cNvGrpSpPr/>
          <p:nvPr userDrawn="1"/>
        </p:nvGrpSpPr>
        <p:grpSpPr>
          <a:xfrm>
            <a:off x="359433" y="6120000"/>
            <a:ext cx="2148817" cy="475612"/>
            <a:chOff x="359433" y="6120000"/>
            <a:chExt cx="2148817" cy="47561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8303652-9958-0375-6D5D-227BC3D1099F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2148398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Kantar logo">
              <a:extLst>
                <a:ext uri="{FF2B5EF4-FFF2-40B4-BE49-F238E27FC236}">
                  <a16:creationId xmlns:a16="http://schemas.microsoft.com/office/drawing/2014/main" id="{CC44E45D-A61E-29E4-38E4-B76465764376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47809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4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ED13-8109-40D7-B85E-48D72364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88994" y="430718"/>
            <a:ext cx="913788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E23F4F6-B0E8-4724-933C-35F21A7E42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689690" y="910800"/>
            <a:ext cx="9137183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36CF45-35B9-4F30-93CE-11D7DC6AE4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89691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190C909-262D-4930-924B-8C4285CF85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19019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18864E4-1D92-4544-8F52-1155810D792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348347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8E0E68-5345-4D62-8D07-AE58AE33067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677674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3749035-42A4-D2DD-D2EC-56D671810C0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250825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34A4C32-5A94-2907-A5AA-14BEFF925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9B78BF1-D57B-7B87-3655-E943DEE75A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1" name="Straight Connector 10" descr="Footer line">
            <a:extLst>
              <a:ext uri="{FF2B5EF4-FFF2-40B4-BE49-F238E27FC236}">
                <a16:creationId xmlns:a16="http://schemas.microsoft.com/office/drawing/2014/main" id="{48303652-9958-0375-6D5D-227BC3D1099F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59852" y="6120000"/>
            <a:ext cx="2148398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 descr="Kantar logo">
            <a:extLst>
              <a:ext uri="{FF2B5EF4-FFF2-40B4-BE49-F238E27FC236}">
                <a16:creationId xmlns:a16="http://schemas.microsoft.com/office/drawing/2014/main" id="{C6C3106B-849E-7712-7159-7E862056D9F9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967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 S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69F7FED-54BA-4C56-83A5-FA86011940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7AC9C011-D9F6-3DE6-FA80-F7DD6E40688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36720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4" name="Picture Placeholder 5">
            <a:extLst>
              <a:ext uri="{FF2B5EF4-FFF2-40B4-BE49-F238E27FC236}">
                <a16:creationId xmlns:a16="http://schemas.microsoft.com/office/drawing/2014/main" id="{25024D61-51A8-145B-E038-F52AFA2EC152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4255834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A7218B0A-61C2-0A97-63B5-5A86701EAB26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255834" y="2973600"/>
            <a:ext cx="36720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6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8151668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6FBF417F-E92D-F24A-9A02-2C4332FB6E8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151668" y="2973600"/>
            <a:ext cx="36720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41266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 S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F6C2986-0EAC-5F82-78C3-8BFFB31BE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69F7FED-54BA-4C56-83A5-FA86011940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910800"/>
            <a:ext cx="11466000" cy="396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1FFAFE07-19BA-1374-6E21-D6D010468FA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C7DCD6B8-0C3C-53A4-59EE-E8C0ED9F7E7E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3272077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19B97BC5-9761-28F5-DCB0-13F60DF933F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272077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00419335-0C97-FF63-6C44-BD6FA903E226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6184154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ECF3010A-9B92-8861-2115-6862FC244E2C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84154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9096232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19">
            <a:extLst>
              <a:ext uri="{FF2B5EF4-FFF2-40B4-BE49-F238E27FC236}">
                <a16:creationId xmlns:a16="http://schemas.microsoft.com/office/drawing/2014/main" id="{ACD70731-705A-E72D-C72F-5D46CA6C13E3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9096232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4765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 col S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F6C2986-0EAC-5F82-78C3-8BFFB31BE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69F7FED-54BA-4C56-83A5-FA86011940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910800"/>
            <a:ext cx="11466000" cy="396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1FFAFE07-19BA-1374-6E21-D6D010468FA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C7DCD6B8-0C3C-53A4-59EE-E8C0ED9F7E7E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2689419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19B97BC5-9761-28F5-DCB0-13F60DF933F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689419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00419335-0C97-FF63-6C44-BD6FA903E226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5018838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ECF3010A-9B92-8861-2115-6862FC244E2C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018838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FD93041B-4097-2B42-D42A-A60939336503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7348257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0" name="Content Placeholder 19">
            <a:extLst>
              <a:ext uri="{FF2B5EF4-FFF2-40B4-BE49-F238E27FC236}">
                <a16:creationId xmlns:a16="http://schemas.microsoft.com/office/drawing/2014/main" id="{F2E00F76-4370-817B-F423-B27FB86072C3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7348257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9676800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19">
            <a:extLst>
              <a:ext uri="{FF2B5EF4-FFF2-40B4-BE49-F238E27FC236}">
                <a16:creationId xmlns:a16="http://schemas.microsoft.com/office/drawing/2014/main" id="{ACD70731-705A-E72D-C72F-5D46CA6C13E3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9676800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461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 col S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69F7FED-54BA-4C56-83A5-FA86011940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7AC9C011-D9F6-3DE6-FA80-F7DD6E40688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C7DCD6B8-0C3C-53A4-59EE-E8C0ED9F7E7E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230066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DC80A3E-2F08-88B6-6E50-65D0A175D8F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30112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00419335-0C97-FF63-6C44-BD6FA903E226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424132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C4C9720-F95E-51E4-7732-F967566D5CF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4224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3" name="Picture Placeholder 4">
            <a:extLst>
              <a:ext uri="{FF2B5EF4-FFF2-40B4-BE49-F238E27FC236}">
                <a16:creationId xmlns:a16="http://schemas.microsoft.com/office/drawing/2014/main" id="{FD93041B-4097-2B42-D42A-A60939336503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618198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88B4ED95-C006-A786-B26A-785B359AF94D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618336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4" name="Picture Placeholder 5">
            <a:extLst>
              <a:ext uri="{FF2B5EF4-FFF2-40B4-BE49-F238E27FC236}">
                <a16:creationId xmlns:a16="http://schemas.microsoft.com/office/drawing/2014/main" id="{25024D61-51A8-145B-E038-F52AFA2EC152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812264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A7218B0A-61C2-0A97-63B5-5A86701EAB26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12448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6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1006330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6FBF417F-E92D-F24A-9A02-2C4332FB6E8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1006560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5376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1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596ED-8270-4BD9-9069-84F474882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CA3A6B-089A-48DA-907F-9446B12760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4BEE3-566C-4068-A777-C3A4762E861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873D13-8BEF-4470-A16D-19EDE6E7A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0105BF4-D562-44BF-BA5C-F9CA4C0FE9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363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01F0EAC-DF03-4553-8D22-C26B163DC97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0363" y="1710000"/>
            <a:ext cx="11466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8257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2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D24B38-2DD2-4BE4-A6BC-6AB461A6A6A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3" y="1710000"/>
            <a:ext cx="5626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9FAE1AF-1132-4B0D-8DC6-F52576CE68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363" y="910800"/>
            <a:ext cx="11466000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/>
              <a:t>Click to add subtitle</a:t>
            </a: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F51D181-5AC8-CB98-2DF7-B33FB347F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sz="1000">
                <a:solidFill>
                  <a:schemeClr val="tx1"/>
                </a:solidFill>
              </a:rPr>
              <a:t>© Kantar 2024 | </a:t>
            </a:r>
            <a:fld id="{4034BEE3-566C-4068-A777-C3A4762E861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6B499311-9512-FDCA-0201-021061BF55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1014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596ED-8270-4BD9-9069-84F474882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01F0EAC-DF03-4553-8D22-C26B163DC97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0363" y="1710000"/>
            <a:ext cx="11466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B5D7EBCE-80A0-1F83-9F7C-1E63E0962E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C87CAC-718B-42CC-19AE-34A376311B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01063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B7F44-1A9D-43CE-8B94-70E892BCC6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A8CE99-0AD9-4D9C-9C09-47545620E96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11464925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8CF1398-AEAE-44BE-B05F-E03B17EB921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11466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1B32B944-6B80-259F-C6C7-52A3FB4A45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C39A07E-819E-5142-7737-672A3B0CE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870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D24B38-2DD2-4BE4-A6BC-6AB461A6A6A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3" y="1710000"/>
            <a:ext cx="5626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67B62BA0-11FE-FD4D-6F6C-6F65222EA4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109FA3E-B0CA-E698-5526-C41DBDDFFD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2133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07A87-9762-46A5-A1BF-60907C2C37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60E6D9E-AC7D-4CD8-9A1B-DC502AAB0B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710000"/>
            <a:ext cx="5626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F252CF9-0987-4CBA-8CC7-B6582ECA239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363" y="2376000"/>
            <a:ext cx="5626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FAA4903-9221-4FF9-912C-268A8584F3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02800" y="1710000"/>
            <a:ext cx="56268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3F8654F-9C23-4A2E-AF1D-7C6743D88CE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02363" y="2376488"/>
            <a:ext cx="5626800" cy="3343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48A0D150-475E-7ACA-4924-BD45DB4937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FFA4142-D959-FCD1-2E32-9BA5813C6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6837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CC06-0E64-440D-9CE8-5164D1651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E4B3E9-7CA2-4847-B7BD-96957DE30226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2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0D5E0E-637F-4A32-A98F-3FE4ED8121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7618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435609-FC5D-424F-A15C-A0856D1FFFF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54874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1EF671F-AC1C-3DC6-C88D-286CD03A99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563B4C9-8956-6F87-B308-5F1D749A72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7170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 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5AEE3-9929-4A79-A968-8D4311BF5D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2044888-1B05-4294-ABC2-A93A4A32E0D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36720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8C48F8-FEC0-41E0-BBB9-68EC3003D7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363" y="2376000"/>
            <a:ext cx="3672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59D2917-03D0-4000-AA1D-13CEEB10FB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57437" y="1710000"/>
            <a:ext cx="36720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DE23886-2490-491C-8436-F655BBCD8C9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57619" y="2376488"/>
            <a:ext cx="3672000" cy="3343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1DA3C15-7E9D-4E22-895A-F50878BD33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54874" y="1710000"/>
            <a:ext cx="36720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C41F52C9-6836-4FC9-99EA-1BF6FF01DF3F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54874" y="2376000"/>
            <a:ext cx="3672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3FCBF256-F848-4C16-0D24-A8C14320AE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E8A5C17-4617-96C8-4DDC-8232FAA3B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98475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F49FA9-6D89-44C4-B6C9-EA8D7FB7563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2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B6878C3-28EA-1E1C-8E19-7D2EE09629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4437A01-3DA1-7F4C-787D-0D69D5F25B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8855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 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6C45C-9BBB-4B14-BC71-8D9593AF92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1A4FC7E-D91D-407A-BFBE-F405D6BBEA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29916EF-EC2F-4137-B182-AA5508918E8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2728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A3CD5-4B7B-41AC-BFD5-7AA2D853D0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72691" y="1710000"/>
            <a:ext cx="27288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35F727AD-E63B-412E-B986-D86DFE5EED2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272691" y="2376488"/>
            <a:ext cx="2728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CEE6CD4-960B-4926-8A35-E8FF363F872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5382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544BF1C-E9EC-43D2-A239-79E43B7C24C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85382" y="2376000"/>
            <a:ext cx="2728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7027DC-FD56-4CD6-8B38-7C623A97D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98074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5513656D-7804-45C7-9561-4FFDBE1F523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098074" y="2376488"/>
            <a:ext cx="2728800" cy="3343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69CA7E69-90E6-B161-F704-4F9C38AE7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83F8F46-CE0B-B903-A0F8-CFA8CB8215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55809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ED13-8109-40D7-B85E-48D72364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5E99A7-B8B8-4860-8872-63A20BC4983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3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36CF45-35B9-4F30-93CE-11D7DC6AE4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89691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190C909-262D-4930-924B-8C4285CF85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19019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18864E4-1D92-4544-8F52-1155810D792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348347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8E0E68-5345-4D62-8D07-AE58AE33067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677674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3ADCBE04-27AE-89B4-B588-C2C39221CD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7E7EF9C-D289-D17D-355D-3DDAC1A5A8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3089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 col 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5C433-9252-44D6-8AA4-495DB59340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34B8469-FF2E-4467-8E43-A49A3388A2F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F0DDC14-9B67-4FE8-BC58-A70501A5344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007D028-2ECB-46AF-8517-CCF9C089D8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89691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1DDE75-E486-4A48-BDBB-2C2A5B5E64D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689419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7A506B6-1DA9-4CD7-9F56-C6BF2FDC187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19019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F41FFAE-2857-4B94-916D-0210AE0A176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018838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C34C508-C3AF-422F-B1C7-A38F34513AB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48347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0D9455C4-8047-4B5B-B5BC-4A0379405BC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348257" y="2376488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AEAC907-A41C-4782-BCD8-2B8C0ADD422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77674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056BBA8E-FD61-47C5-A779-B66918B4D32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9677674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3DD9635-058C-4CDE-B4A3-8561025BCC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7A1D1F8-DB89-2428-0F8D-EB1393B750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68740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7B7932-7D06-4E7E-AF70-44D39F481C0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0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B353AB-4D08-4BBD-91C2-E6A30A5F493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301295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4A6B5AF-EB3C-46C5-B212-27204822781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2408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800475F-DBE2-47A0-89B9-1175EDD8427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3885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B5CE08A-01D2-488B-843A-CA3415AB732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12518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9BAB9BC-6F39-4494-87B4-04D45B7607B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0066474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F2520392-8D4D-A3AC-47F4-04D8C700D1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9F87E6E-158A-79F8-E5D9-A78A915055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9820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 col 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FA1-AACD-4AC6-8977-227A1E8204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70764FD-7DA2-4FE5-A31B-6691075F46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BC0C4CA-E13F-460B-A188-81482902B70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05AA54-6669-4974-B1E8-3E58001D87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01295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2A0DDBF-A8B7-4F77-B8D5-E6CF8FB015A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301295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793D7A9-75C8-4028-9CA8-F07E93F82E4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40800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9B5E2A26-6C2A-419D-B4DC-291BA85B0C8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4080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DE92C5F-EFFE-48BF-93E1-CC78EFCD29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3885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3DA85A52-F7FD-4298-9AE5-CB80F4E3C64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183885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4E88849-5449-4627-813B-31B40F08F00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25180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9A7FC01F-A245-4C0F-BF24-3AAE6AC55CC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12518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5CCD92EA-38A4-44E5-ADF7-78EA3D6DD06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066474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8317D903-C6B2-443C-A2F2-E7B672E08E3B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10066474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141AF45-D27A-94C6-4B24-C8AEB3622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5DCBF9A-F376-18DC-787A-4BF05E2B72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0890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98738-2E1C-4407-AE23-FC7C522477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6CFF00D6-CD37-91B6-3ABE-9BA309D781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FE44AF0-0B77-3221-022D-85D85C44F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9502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 descr="Blue purple gradient">
            <a:extLst>
              <a:ext uri="{FF2B5EF4-FFF2-40B4-BE49-F238E27FC236}">
                <a16:creationId xmlns:a16="http://schemas.microsoft.com/office/drawing/2014/main" id="{B59E31C1-6089-A1D8-9FCA-1583768125BA}"/>
              </a:ext>
            </a:extLst>
          </p:cNvPr>
          <p:cNvPicPr>
            <a:picLocks/>
          </p:cNvPicPr>
          <p:nvPr userDrawn="1"/>
        </p:nvPicPr>
        <p:blipFill>
          <a:blip r:embed="rId4"/>
          <a:srcRect t="20" b="20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01F0EAC-DF03-4553-8D22-C26B163DC97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8161" y="428625"/>
            <a:ext cx="11466000" cy="5280973"/>
          </a:xfrm>
        </p:spPr>
        <p:txBody>
          <a:bodyPr anchor="ctr"/>
          <a:lstStyle>
            <a:lvl1pPr>
              <a:defRPr sz="4800">
                <a:solidFill>
                  <a:schemeClr val="bg1"/>
                </a:solidFill>
              </a:defRPr>
            </a:lvl1pPr>
            <a:lvl2pPr>
              <a:defRPr sz="4000">
                <a:solidFill>
                  <a:schemeClr val="bg1"/>
                </a:solidFill>
              </a:defRPr>
            </a:lvl2pPr>
            <a:lvl3pPr>
              <a:defRPr sz="4000">
                <a:solidFill>
                  <a:schemeClr val="bg1"/>
                </a:solidFill>
              </a:defRPr>
            </a:lvl3pPr>
            <a:lvl4pPr>
              <a:defRPr sz="4000">
                <a:solidFill>
                  <a:schemeClr val="bg1"/>
                </a:solidFill>
              </a:defRPr>
            </a:lvl4pPr>
            <a:lvl5pPr>
              <a:defRPr sz="4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B5D7EBCE-80A0-1F83-9F7C-1E63E0962E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C87CAC-718B-42CC-19AE-34A376311B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7" name="Group 6" descr="Footer line and Kantar logo">
            <a:extLst>
              <a:ext uri="{FF2B5EF4-FFF2-40B4-BE49-F238E27FC236}">
                <a16:creationId xmlns:a16="http://schemas.microsoft.com/office/drawing/2014/main" id="{B6B2934E-79E7-1ACB-1005-15FA75D82E58}"/>
              </a:ext>
            </a:extLst>
          </p:cNvPr>
          <p:cNvGrpSpPr/>
          <p:nvPr userDrawn="1"/>
        </p:nvGrpSpPr>
        <p:grpSpPr>
          <a:xfrm>
            <a:off x="360000" y="6120000"/>
            <a:ext cx="11474161" cy="474788"/>
            <a:chOff x="360000" y="6120000"/>
            <a:chExt cx="11474161" cy="474788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740D98F-1ED9-F28B-5EEA-8DE953E7426D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60000" y="6120000"/>
              <a:ext cx="11474161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24F7B3CE-C0BF-577F-BA47-2BD8689E7102}"/>
                </a:ext>
              </a:extLst>
            </p:cNvPr>
            <p:cNvPicPr>
              <a:picLocks noChangeAspect="1"/>
            </p:cNvPicPr>
            <p:nvPr userDrawn="1">
              <p:custDataLst>
                <p:tags r:id="rId2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60001" y="6390412"/>
              <a:ext cx="1080270" cy="2043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65822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G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1524" y="430718"/>
            <a:ext cx="8554474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5" name="Rectangle 14" descr="Blue purple gradient">
            <a:extLst>
              <a:ext uri="{FF2B5EF4-FFF2-40B4-BE49-F238E27FC236}">
                <a16:creationId xmlns:a16="http://schemas.microsoft.com/office/drawing/2014/main" id="{156C88F4-E4D3-8B68-E4A3-6877B6044D4A}"/>
              </a:ext>
            </a:extLst>
          </p:cNvPr>
          <p:cNvSpPr/>
          <p:nvPr userDrawn="1"/>
        </p:nvSpPr>
        <p:spPr bwMode="ltGray">
          <a:xfrm>
            <a:off x="0" y="0"/>
            <a:ext cx="3114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100000"/>
                </a:schemeClr>
              </a:gs>
              <a:gs pos="100000">
                <a:schemeClr val="tx2"/>
              </a:gs>
            </a:gsLst>
            <a:lin ang="27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sz="1600" b="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F49FA9-6D89-44C4-B6C9-EA8D7FB7563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5124" y="1708149"/>
            <a:ext cx="2277592" cy="4006851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B6878C3-28EA-1E1C-8E19-7D2EE09629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4437A01-3DA1-7F4C-787D-0D69D5F25B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6" name="Group 15" descr="Footer line and Kantar logo">
            <a:extLst>
              <a:ext uri="{FF2B5EF4-FFF2-40B4-BE49-F238E27FC236}">
                <a16:creationId xmlns:a16="http://schemas.microsoft.com/office/drawing/2014/main" id="{EF9E4583-BD78-7B8A-9AC5-CF21203FDA80}"/>
              </a:ext>
            </a:extLst>
          </p:cNvPr>
          <p:cNvGrpSpPr/>
          <p:nvPr userDrawn="1"/>
        </p:nvGrpSpPr>
        <p:grpSpPr>
          <a:xfrm>
            <a:off x="359433" y="6120000"/>
            <a:ext cx="2754567" cy="475612"/>
            <a:chOff x="359433" y="6120000"/>
            <a:chExt cx="2754567" cy="475612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65322BA-B266-A28B-D20B-93A5DDBB9059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2754148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Kantar logo">
              <a:extLst>
                <a:ext uri="{FF2B5EF4-FFF2-40B4-BE49-F238E27FC236}">
                  <a16:creationId xmlns:a16="http://schemas.microsoft.com/office/drawing/2014/main" id="{0C137E41-1DF1-A199-921A-AB172041A3F2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59304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G 5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9525581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7B7932-7D06-4E7E-AF70-44D39F481C0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0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B353AB-4D08-4BBD-91C2-E6A30A5F493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301295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4A6B5AF-EB3C-46C5-B212-27204822781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2408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800475F-DBE2-47A0-89B9-1175EDD8427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3885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B5CE08A-01D2-488B-843A-CA3415AB732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12518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Rectangle 8" descr="Blue purple gradient">
            <a:extLst>
              <a:ext uri="{FF2B5EF4-FFF2-40B4-BE49-F238E27FC236}">
                <a16:creationId xmlns:a16="http://schemas.microsoft.com/office/drawing/2014/main" id="{89F633D2-8814-E252-70F6-19C3AB4AA265}"/>
              </a:ext>
            </a:extLst>
          </p:cNvPr>
          <p:cNvSpPr/>
          <p:nvPr userDrawn="1"/>
        </p:nvSpPr>
        <p:spPr bwMode="ltGray">
          <a:xfrm>
            <a:off x="10068000" y="0"/>
            <a:ext cx="2124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100000"/>
                </a:schemeClr>
              </a:gs>
              <a:gs pos="100000">
                <a:schemeClr val="tx2"/>
              </a:gs>
            </a:gsLst>
            <a:lin ang="27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sz="1600" b="0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9BAB9BC-6F39-4494-87B4-04D45B7607B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0328274" y="1710000"/>
            <a:ext cx="1498599" cy="3999600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  <a:lvl2pPr>
              <a:defRPr sz="11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F2520392-8D4D-A3AC-47F4-04D8C700D1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1" y="6390000"/>
            <a:ext cx="6613180" cy="18557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9F87E6E-158A-79F8-E5D9-A78A915055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Straight Connector 3" descr="Footer line and Kantar logo">
            <a:extLst>
              <a:ext uri="{FF2B5EF4-FFF2-40B4-BE49-F238E27FC236}">
                <a16:creationId xmlns:a16="http://schemas.microsoft.com/office/drawing/2014/main" id="{EE941D9D-2DC3-4C76-8D7E-E61840CC5ACD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10066474" y="6120000"/>
            <a:ext cx="1767687" cy="0"/>
          </a:xfrm>
          <a:prstGeom prst="line">
            <a:avLst/>
          </a:prstGeom>
          <a:ln w="38100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1812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9644" y="430718"/>
            <a:ext cx="562723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73ED98-8BCF-E8BD-14D4-4CD77DFC24B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03925" cy="6858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9D51FFFA-209C-A06F-EAB4-7D67393A82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99561" y="6390000"/>
            <a:ext cx="4128714" cy="19497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24DC25-EB84-12AC-ED2C-41BA02040F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1" name="Group 10" descr="Footer line and Kantar logo">
            <a:extLst>
              <a:ext uri="{FF2B5EF4-FFF2-40B4-BE49-F238E27FC236}">
                <a16:creationId xmlns:a16="http://schemas.microsoft.com/office/drawing/2014/main" id="{1D01D2BA-FBF8-F720-3F2E-F878412C055E}"/>
              </a:ext>
            </a:extLst>
          </p:cNvPr>
          <p:cNvGrpSpPr/>
          <p:nvPr userDrawn="1"/>
        </p:nvGrpSpPr>
        <p:grpSpPr>
          <a:xfrm>
            <a:off x="359433" y="6120000"/>
            <a:ext cx="5644492" cy="475612"/>
            <a:chOff x="359433" y="6120000"/>
            <a:chExt cx="5644492" cy="475612"/>
          </a:xfrm>
        </p:grpSpPr>
        <p:cxnSp>
          <p:nvCxnSpPr>
            <p:cNvPr id="15" name="KantarWhiteLine">
              <a:extLst>
                <a:ext uri="{FF2B5EF4-FFF2-40B4-BE49-F238E27FC236}">
                  <a16:creationId xmlns:a16="http://schemas.microsoft.com/office/drawing/2014/main" id="{11A6C15C-D15E-E3A0-1E2E-CFD1F16FC89E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60000" y="6120000"/>
              <a:ext cx="5643925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KantarWhiteLogo">
              <a:extLst>
                <a:ext uri="{FF2B5EF4-FFF2-40B4-BE49-F238E27FC236}">
                  <a16:creationId xmlns:a16="http://schemas.microsoft.com/office/drawing/2014/main" id="{BAF0541C-D791-87DC-C8F5-484351A51710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35731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9644" y="430718"/>
            <a:ext cx="562723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73ED98-8BCF-E8BD-14D4-4CD77DFC24B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03925" cy="6858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889620B8-EFB6-D3F0-18E4-9B1B3012BF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99561" y="6390000"/>
            <a:ext cx="4128714" cy="19497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24DC25-EB84-12AC-ED2C-41BA02040F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1" name="Straight Connector 10" descr="Footer line">
            <a:extLst>
              <a:ext uri="{FF2B5EF4-FFF2-40B4-BE49-F238E27FC236}">
                <a16:creationId xmlns:a16="http://schemas.microsoft.com/office/drawing/2014/main" id="{E041F4FD-4BAC-3092-73AB-9B63516D4569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60000" y="6120000"/>
            <a:ext cx="5643925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 descr="Kantar logo">
            <a:extLst>
              <a:ext uri="{FF2B5EF4-FFF2-40B4-BE49-F238E27FC236}">
                <a16:creationId xmlns:a16="http://schemas.microsoft.com/office/drawing/2014/main" id="{84D134A6-33C4-A854-6981-C6547FDF007E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363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CC06-0E64-440D-9CE8-5164D1651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7914" y="430718"/>
            <a:ext cx="756896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0D5E0E-637F-4A32-A98F-3FE4ED8121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7618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435609-FC5D-424F-A15C-A0856D1FFFF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54874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51B1D62-9E8A-FDCD-7709-0134A8046C9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4032250" cy="6858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599A554-B4F2-3A8A-3C28-0E26F4F45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57618" y="6390000"/>
            <a:ext cx="6070657" cy="17035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055F094-40F7-EE05-FAD0-272C27653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2" descr="Footer line and Kantar logo">
            <a:extLst>
              <a:ext uri="{FF2B5EF4-FFF2-40B4-BE49-F238E27FC236}">
                <a16:creationId xmlns:a16="http://schemas.microsoft.com/office/drawing/2014/main" id="{B876CF22-9172-C352-FE58-05523418FCA0}"/>
              </a:ext>
            </a:extLst>
          </p:cNvPr>
          <p:cNvGrpSpPr/>
          <p:nvPr userDrawn="1"/>
        </p:nvGrpSpPr>
        <p:grpSpPr>
          <a:xfrm>
            <a:off x="359433" y="6120000"/>
            <a:ext cx="3672930" cy="475612"/>
            <a:chOff x="359433" y="6120000"/>
            <a:chExt cx="3672930" cy="475612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5692813-5CA1-FD6E-F5CE-4512E151A2F1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3672511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Kantar logo">
              <a:extLst>
                <a:ext uri="{FF2B5EF4-FFF2-40B4-BE49-F238E27FC236}">
                  <a16:creationId xmlns:a16="http://schemas.microsoft.com/office/drawing/2014/main" id="{72E74BF0-B693-B51E-B840-D544608869E6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8010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CC06-0E64-440D-9CE8-5164D1651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7914" y="430718"/>
            <a:ext cx="756896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0D5E0E-637F-4A32-A98F-3FE4ED8121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7618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435609-FC5D-424F-A15C-A0856D1FFFF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54874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51B1D62-9E8A-FDCD-7709-0134A8046C9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4032250" cy="6858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599A554-B4F2-3A8A-3C28-0E26F4F45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57618" y="6390000"/>
            <a:ext cx="6070657" cy="17035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055F094-40F7-EE05-FAD0-272C27653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Straight Connector 3" descr="Footer line">
            <a:extLst>
              <a:ext uri="{FF2B5EF4-FFF2-40B4-BE49-F238E27FC236}">
                <a16:creationId xmlns:a16="http://schemas.microsoft.com/office/drawing/2014/main" id="{85692813-5CA1-FD6E-F5CE-4512E151A2F1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59852" y="6120000"/>
            <a:ext cx="3672511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 descr="Kantar logo">
            <a:extLst>
              <a:ext uri="{FF2B5EF4-FFF2-40B4-BE49-F238E27FC236}">
                <a16:creationId xmlns:a16="http://schemas.microsoft.com/office/drawing/2014/main" id="{F343A5B4-2189-BE35-A949-2BE57DE86309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122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2621" y="430718"/>
            <a:ext cx="8554253" cy="403200"/>
          </a:xfrm>
        </p:spPr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98447A7-90B8-922A-3CF5-F7CA0DBB437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089275" cy="6858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5F1DC88-8F18-67FF-6390-A639FC1F8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52B73F3-46E9-D235-8CE6-D135C4F61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8" descr="Footer line and Kantar logo">
            <a:extLst>
              <a:ext uri="{FF2B5EF4-FFF2-40B4-BE49-F238E27FC236}">
                <a16:creationId xmlns:a16="http://schemas.microsoft.com/office/drawing/2014/main" id="{9D77FB24-3B8C-A4FE-1F2C-B830BDA5AC51}"/>
              </a:ext>
            </a:extLst>
          </p:cNvPr>
          <p:cNvGrpSpPr/>
          <p:nvPr userDrawn="1"/>
        </p:nvGrpSpPr>
        <p:grpSpPr>
          <a:xfrm>
            <a:off x="359433" y="6120000"/>
            <a:ext cx="2730281" cy="475612"/>
            <a:chOff x="359433" y="6120000"/>
            <a:chExt cx="2730281" cy="47561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4870180-FA23-1588-6BB2-AB88F6F0AF7A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2729862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Kantar logo">
              <a:extLst>
                <a:ext uri="{FF2B5EF4-FFF2-40B4-BE49-F238E27FC236}">
                  <a16:creationId xmlns:a16="http://schemas.microsoft.com/office/drawing/2014/main" id="{E7B0F085-C5C3-7E60-09AF-5BAA79F13C60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44085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2621" y="430718"/>
            <a:ext cx="8554253" cy="403200"/>
          </a:xfrm>
        </p:spPr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98447A7-90B8-922A-3CF5-F7CA0DBB437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089275" cy="6858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5F1DC88-8F18-67FF-6390-A639FC1F8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52B73F3-46E9-D235-8CE6-D135C4F61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1" name="Straight Connector 10" descr="Footer line">
            <a:extLst>
              <a:ext uri="{FF2B5EF4-FFF2-40B4-BE49-F238E27FC236}">
                <a16:creationId xmlns:a16="http://schemas.microsoft.com/office/drawing/2014/main" id="{04870180-FA23-1588-6BB2-AB88F6F0AF7A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59852" y="6120000"/>
            <a:ext cx="2729862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 descr="Kantar logo">
            <a:extLst>
              <a:ext uri="{FF2B5EF4-FFF2-40B4-BE49-F238E27FC236}">
                <a16:creationId xmlns:a16="http://schemas.microsoft.com/office/drawing/2014/main" id="{53D02F08-67ED-4CB1-C33E-4D0C96BB0FC9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259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ED13-8109-40D7-B85E-48D72364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88994" y="430718"/>
            <a:ext cx="913788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36CF45-35B9-4F30-93CE-11D7DC6AE4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89691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190C909-262D-4930-924B-8C4285CF85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19019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18864E4-1D92-4544-8F52-1155810D792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348347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8E0E68-5345-4D62-8D07-AE58AE33067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677674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3749035-42A4-D2DD-D2EC-56D671810C0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2508250" cy="6858000"/>
          </a:xfrm>
        </p:spPr>
        <p:txBody>
          <a:bodyPr/>
          <a:lstStyle/>
          <a:p>
            <a:endParaRPr lang="en-GB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34A4C32-5A94-2907-A5AA-14BEFF925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9B78BF1-D57B-7B87-3655-E943DEE75A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8" descr="Footer line and Kantar logo">
            <a:extLst>
              <a:ext uri="{FF2B5EF4-FFF2-40B4-BE49-F238E27FC236}">
                <a16:creationId xmlns:a16="http://schemas.microsoft.com/office/drawing/2014/main" id="{8CA1E196-C42B-A1C3-A37B-28F182E644D8}"/>
              </a:ext>
            </a:extLst>
          </p:cNvPr>
          <p:cNvGrpSpPr/>
          <p:nvPr userDrawn="1"/>
        </p:nvGrpSpPr>
        <p:grpSpPr>
          <a:xfrm>
            <a:off x="359433" y="6120000"/>
            <a:ext cx="2148817" cy="475612"/>
            <a:chOff x="359433" y="6120000"/>
            <a:chExt cx="2148817" cy="47561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8303652-9958-0375-6D5D-227BC3D1099F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2148398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Kantar logo">
              <a:extLst>
                <a:ext uri="{FF2B5EF4-FFF2-40B4-BE49-F238E27FC236}">
                  <a16:creationId xmlns:a16="http://schemas.microsoft.com/office/drawing/2014/main" id="{CC44E45D-A61E-29E4-38E4-B76465764376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84091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ED13-8109-40D7-B85E-48D72364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88994" y="430718"/>
            <a:ext cx="913788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36CF45-35B9-4F30-93CE-11D7DC6AE4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89691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190C909-262D-4930-924B-8C4285CF85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19019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18864E4-1D92-4544-8F52-1155810D792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348347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8E0E68-5345-4D62-8D07-AE58AE33067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677674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3749035-42A4-D2DD-D2EC-56D671810C0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2508250" cy="6858000"/>
          </a:xfrm>
        </p:spPr>
        <p:txBody>
          <a:bodyPr/>
          <a:lstStyle/>
          <a:p>
            <a:endParaRPr lang="en-GB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34A4C32-5A94-2907-A5AA-14BEFF925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9B78BF1-D57B-7B87-3655-E943DEE75A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1" name="Straight Connector 10" descr="Footer line">
            <a:extLst>
              <a:ext uri="{FF2B5EF4-FFF2-40B4-BE49-F238E27FC236}">
                <a16:creationId xmlns:a16="http://schemas.microsoft.com/office/drawing/2014/main" id="{48303652-9958-0375-6D5D-227BC3D1099F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59852" y="6120000"/>
            <a:ext cx="2148398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 descr="Kantar logo">
            <a:extLst>
              <a:ext uri="{FF2B5EF4-FFF2-40B4-BE49-F238E27FC236}">
                <a16:creationId xmlns:a16="http://schemas.microsoft.com/office/drawing/2014/main" id="{C6C3106B-849E-7712-7159-7E862056D9F9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146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7AC9C011-D9F6-3DE6-FA80-F7DD6E40688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36720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4" name="Picture Placeholder 5">
            <a:extLst>
              <a:ext uri="{FF2B5EF4-FFF2-40B4-BE49-F238E27FC236}">
                <a16:creationId xmlns:a16="http://schemas.microsoft.com/office/drawing/2014/main" id="{25024D61-51A8-145B-E038-F52AFA2EC152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4255834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A7218B0A-61C2-0A97-63B5-5A86701EAB26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255834" y="2973600"/>
            <a:ext cx="36720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6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8151668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6FBF417F-E92D-F24A-9A02-2C4332FB6E8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151668" y="2973600"/>
            <a:ext cx="36720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1493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F6C2986-0EAC-5F82-78C3-8BFFB31BE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1FFAFE07-19BA-1374-6E21-D6D010468FA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C7DCD6B8-0C3C-53A4-59EE-E8C0ED9F7E7E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3272077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19B97BC5-9761-28F5-DCB0-13F60DF933F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272077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00419335-0C97-FF63-6C44-BD6FA903E226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6184154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ECF3010A-9B92-8861-2115-6862FC244E2C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84154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9096232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19">
            <a:extLst>
              <a:ext uri="{FF2B5EF4-FFF2-40B4-BE49-F238E27FC236}">
                <a16:creationId xmlns:a16="http://schemas.microsoft.com/office/drawing/2014/main" id="{ACD70731-705A-E72D-C72F-5D46CA6C13E3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9096232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60355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 col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F6C2986-0EAC-5F82-78C3-8BFFB31BE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1FFAFE07-19BA-1374-6E21-D6D010468FA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C7DCD6B8-0C3C-53A4-59EE-E8C0ED9F7E7E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2689419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19B97BC5-9761-28F5-DCB0-13F60DF933F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689419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00419335-0C97-FF63-6C44-BD6FA903E226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5018838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ECF3010A-9B92-8861-2115-6862FC244E2C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018838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FD93041B-4097-2B42-D42A-A60939336503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7348257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0" name="Content Placeholder 19">
            <a:extLst>
              <a:ext uri="{FF2B5EF4-FFF2-40B4-BE49-F238E27FC236}">
                <a16:creationId xmlns:a16="http://schemas.microsoft.com/office/drawing/2014/main" id="{F2E00F76-4370-817B-F423-B27FB86072C3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7348257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9676800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19">
            <a:extLst>
              <a:ext uri="{FF2B5EF4-FFF2-40B4-BE49-F238E27FC236}">
                <a16:creationId xmlns:a16="http://schemas.microsoft.com/office/drawing/2014/main" id="{ACD70731-705A-E72D-C72F-5D46CA6C13E3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9676800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720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 col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7AC9C011-D9F6-3DE6-FA80-F7DD6E40688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C7DCD6B8-0C3C-53A4-59EE-E8C0ED9F7E7E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230066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DC80A3E-2F08-88B6-6E50-65D0A175D8F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30112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00419335-0C97-FF63-6C44-BD6FA903E226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424132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C4C9720-F95E-51E4-7732-F967566D5CF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4224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3" name="Picture Placeholder 4">
            <a:extLst>
              <a:ext uri="{FF2B5EF4-FFF2-40B4-BE49-F238E27FC236}">
                <a16:creationId xmlns:a16="http://schemas.microsoft.com/office/drawing/2014/main" id="{FD93041B-4097-2B42-D42A-A60939336503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618198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88B4ED95-C006-A786-B26A-785B359AF94D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618336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4" name="Picture Placeholder 5">
            <a:extLst>
              <a:ext uri="{FF2B5EF4-FFF2-40B4-BE49-F238E27FC236}">
                <a16:creationId xmlns:a16="http://schemas.microsoft.com/office/drawing/2014/main" id="{25024D61-51A8-145B-E038-F52AFA2EC152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812264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A7218B0A-61C2-0A97-63B5-5A86701EAB26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12448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6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1006330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6FBF417F-E92D-F24A-9A02-2C4332FB6E8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1006560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455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Dashboard exp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51B97-D115-41B0-A593-DB194CD0637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000" y="432000"/>
            <a:ext cx="9536400" cy="5281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956DFF0-F399-4C7B-9862-88E481176C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062000" y="432000"/>
            <a:ext cx="1764000" cy="5281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C310F2F-94C0-63BA-B027-523FA6819E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0424F01-B367-DE44-9714-A4DD2EB576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7044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image" Target="../media/image1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ags" Target="../tags/tag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53.xml"/><Relationship Id="rId18" Type="http://schemas.openxmlformats.org/officeDocument/2006/relationships/slideLayout" Target="../slideLayouts/slideLayout58.xml"/><Relationship Id="rId26" Type="http://schemas.openxmlformats.org/officeDocument/2006/relationships/slideLayout" Target="../slideLayouts/slideLayout66.xml"/><Relationship Id="rId3" Type="http://schemas.openxmlformats.org/officeDocument/2006/relationships/slideLayout" Target="../slideLayouts/slideLayout43.xml"/><Relationship Id="rId21" Type="http://schemas.openxmlformats.org/officeDocument/2006/relationships/slideLayout" Target="../slideLayouts/slideLayout61.xml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7.xml"/><Relationship Id="rId25" Type="http://schemas.openxmlformats.org/officeDocument/2006/relationships/slideLayout" Target="../slideLayouts/slideLayout65.xml"/><Relationship Id="rId2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56.xml"/><Relationship Id="rId20" Type="http://schemas.openxmlformats.org/officeDocument/2006/relationships/slideLayout" Target="../slideLayouts/slideLayout60.xml"/><Relationship Id="rId29" Type="http://schemas.openxmlformats.org/officeDocument/2006/relationships/theme" Target="../theme/theme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24" Type="http://schemas.openxmlformats.org/officeDocument/2006/relationships/slideLayout" Target="../slideLayouts/slideLayout64.xml"/><Relationship Id="rId32" Type="http://schemas.openxmlformats.org/officeDocument/2006/relationships/image" Target="../media/image1.svg"/><Relationship Id="rId5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55.xml"/><Relationship Id="rId23" Type="http://schemas.openxmlformats.org/officeDocument/2006/relationships/slideLayout" Target="../slideLayouts/slideLayout63.xml"/><Relationship Id="rId28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59.xml"/><Relationship Id="rId31" Type="http://schemas.openxmlformats.org/officeDocument/2006/relationships/tags" Target="../tags/tag23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4.xml"/><Relationship Id="rId22" Type="http://schemas.openxmlformats.org/officeDocument/2006/relationships/slideLayout" Target="../slideLayouts/slideLayout62.xml"/><Relationship Id="rId27" Type="http://schemas.openxmlformats.org/officeDocument/2006/relationships/slideLayout" Target="../slideLayouts/slideLayout67.xml"/><Relationship Id="rId30" Type="http://schemas.openxmlformats.org/officeDocument/2006/relationships/tags" Target="../tags/tag2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le Placeholder 1"/>
          <p:cNvSpPr>
            <a:spLocks noGrp="1"/>
          </p:cNvSpPr>
          <p:nvPr>
            <p:ph type="title"/>
          </p:nvPr>
        </p:nvSpPr>
        <p:spPr>
          <a:xfrm>
            <a:off x="359999" y="430718"/>
            <a:ext cx="11466875" cy="403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92" name="Text Placeholder 2"/>
          <p:cNvSpPr>
            <a:spLocks noGrp="1"/>
          </p:cNvSpPr>
          <p:nvPr>
            <p:ph type="body" idx="1"/>
          </p:nvPr>
        </p:nvSpPr>
        <p:spPr>
          <a:xfrm>
            <a:off x="359999" y="1710000"/>
            <a:ext cx="11466875" cy="3999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-1143000" y="-600255"/>
            <a:ext cx="13680281" cy="6913023"/>
            <a:chOff x="-1143000" y="-600255"/>
            <a:chExt cx="13680281" cy="6913023"/>
          </a:xfrm>
        </p:grpSpPr>
        <p:cxnSp>
          <p:nvCxnSpPr>
            <p:cNvPr id="14" name="Straight Connector 13"/>
            <p:cNvCxnSpPr/>
            <p:nvPr userDrawn="1"/>
          </p:nvCxnSpPr>
          <p:spPr>
            <a:xfrm>
              <a:off x="-256200" y="1710267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-256200" y="6143820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-256200" y="342635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-256200" y="5714470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 userDrawn="1"/>
          </p:nvSpPr>
          <p:spPr>
            <a:xfrm>
              <a:off x="-747711" y="164615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4.78cm</a:t>
              </a:r>
            </a:p>
          </p:txBody>
        </p:sp>
        <p:sp>
          <p:nvSpPr>
            <p:cNvPr id="54" name="TextBox 53"/>
            <p:cNvSpPr txBox="1"/>
            <p:nvPr userDrawn="1"/>
          </p:nvSpPr>
          <p:spPr>
            <a:xfrm>
              <a:off x="-747711" y="3357884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0 cm</a:t>
              </a:r>
            </a:p>
          </p:txBody>
        </p:sp>
        <p:sp>
          <p:nvSpPr>
            <p:cNvPr id="58" name="TextBox 57"/>
            <p:cNvSpPr txBox="1"/>
            <p:nvPr userDrawn="1"/>
          </p:nvSpPr>
          <p:spPr>
            <a:xfrm>
              <a:off x="-747711" y="5640188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6.35 cm</a:t>
              </a:r>
            </a:p>
          </p:txBody>
        </p:sp>
        <p:sp>
          <p:nvSpPr>
            <p:cNvPr id="60" name="TextBox 59"/>
            <p:cNvSpPr txBox="1"/>
            <p:nvPr userDrawn="1"/>
          </p:nvSpPr>
          <p:spPr>
            <a:xfrm>
              <a:off x="304800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15.93cm</a:t>
              </a:r>
            </a:p>
          </p:txBody>
        </p:sp>
        <p:sp>
          <p:nvSpPr>
            <p:cNvPr id="72" name="TextBox 71"/>
            <p:cNvSpPr txBox="1"/>
            <p:nvPr userDrawn="1"/>
          </p:nvSpPr>
          <p:spPr>
            <a:xfrm>
              <a:off x="11426031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15.93 cm</a:t>
              </a:r>
            </a:p>
          </p:txBody>
        </p:sp>
        <p:cxnSp>
          <p:nvCxnSpPr>
            <p:cNvPr id="5" name="Straight Connector 4"/>
            <p:cNvCxnSpPr/>
            <p:nvPr userDrawn="1"/>
          </p:nvCxnSpPr>
          <p:spPr>
            <a:xfrm>
              <a:off x="361588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/>
            <p:cNvSpPr txBox="1"/>
            <p:nvPr userDrawn="1"/>
          </p:nvSpPr>
          <p:spPr>
            <a:xfrm>
              <a:off x="-1143000" y="5763299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Bottom</a:t>
              </a:r>
            </a:p>
          </p:txBody>
        </p:sp>
        <p:sp>
          <p:nvSpPr>
            <p:cNvPr id="86" name="TextBox 85"/>
            <p:cNvSpPr txBox="1"/>
            <p:nvPr userDrawn="1"/>
          </p:nvSpPr>
          <p:spPr>
            <a:xfrm>
              <a:off x="-1143000" y="1769267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Top</a:t>
              </a:r>
            </a:p>
          </p:txBody>
        </p:sp>
        <p:sp>
          <p:nvSpPr>
            <p:cNvPr id="88" name="TextBox 87"/>
            <p:cNvSpPr txBox="1"/>
            <p:nvPr userDrawn="1"/>
          </p:nvSpPr>
          <p:spPr>
            <a:xfrm>
              <a:off x="-590537" y="-438330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Left Margin</a:t>
              </a:r>
            </a:p>
          </p:txBody>
        </p:sp>
        <p:sp>
          <p:nvSpPr>
            <p:cNvPr id="89" name="TextBox 88"/>
            <p:cNvSpPr txBox="1"/>
            <p:nvPr userDrawn="1"/>
          </p:nvSpPr>
          <p:spPr>
            <a:xfrm>
              <a:off x="11898039" y="-438330"/>
              <a:ext cx="63924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Right Margin</a:t>
              </a:r>
            </a:p>
          </p:txBody>
        </p:sp>
        <p:cxnSp>
          <p:nvCxnSpPr>
            <p:cNvPr id="98" name="Straight Connector 97"/>
            <p:cNvCxnSpPr/>
            <p:nvPr userDrawn="1"/>
          </p:nvCxnSpPr>
          <p:spPr>
            <a:xfrm>
              <a:off x="6096000" y="-363357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/>
            <p:cNvSpPr txBox="1"/>
            <p:nvPr userDrawn="1"/>
          </p:nvSpPr>
          <p:spPr>
            <a:xfrm>
              <a:off x="5914719" y="-600255"/>
              <a:ext cx="362256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Middle </a:t>
              </a:r>
              <a:br>
                <a:rPr lang="en-GB" sz="800" dirty="0">
                  <a:solidFill>
                    <a:schemeClr val="tx1"/>
                  </a:solidFill>
                </a:rPr>
              </a:br>
              <a:r>
                <a:rPr lang="en-GB" sz="800" dirty="0">
                  <a:solidFill>
                    <a:schemeClr val="tx1"/>
                  </a:solidFill>
                </a:rPr>
                <a:t>0cm </a:t>
              </a:r>
            </a:p>
          </p:txBody>
        </p:sp>
        <p:sp>
          <p:nvSpPr>
            <p:cNvPr id="101" name="TextBox 100"/>
            <p:cNvSpPr txBox="1"/>
            <p:nvPr userDrawn="1"/>
          </p:nvSpPr>
          <p:spPr>
            <a:xfrm>
              <a:off x="5636264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4" name="Straight Connector 103"/>
            <p:cNvCxnSpPr/>
            <p:nvPr userDrawn="1"/>
          </p:nvCxnSpPr>
          <p:spPr>
            <a:xfrm>
              <a:off x="6000389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 userDrawn="1"/>
          </p:nvCxnSpPr>
          <p:spPr>
            <a:xfrm>
              <a:off x="6190362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Box 105"/>
            <p:cNvSpPr txBox="1"/>
            <p:nvPr userDrawn="1"/>
          </p:nvSpPr>
          <p:spPr>
            <a:xfrm>
              <a:off x="6191102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7" name="Straight Connector 106"/>
            <p:cNvCxnSpPr/>
            <p:nvPr userDrawn="1"/>
          </p:nvCxnSpPr>
          <p:spPr>
            <a:xfrm>
              <a:off x="11836111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 userDrawn="1"/>
          </p:nvCxnSpPr>
          <p:spPr>
            <a:xfrm>
              <a:off x="-256200" y="43082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108"/>
            <p:cNvSpPr txBox="1"/>
            <p:nvPr userDrawn="1"/>
          </p:nvSpPr>
          <p:spPr>
            <a:xfrm>
              <a:off x="-747711" y="404813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8.33cm</a:t>
              </a:r>
            </a:p>
          </p:txBody>
        </p:sp>
        <p:sp>
          <p:nvSpPr>
            <p:cNvPr id="110" name="TextBox 109"/>
            <p:cNvSpPr txBox="1"/>
            <p:nvPr userDrawn="1"/>
          </p:nvSpPr>
          <p:spPr>
            <a:xfrm>
              <a:off x="-1143000" y="527924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Title Top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925CEB6-6DDA-49BF-824C-CFA9D8A07E3F}"/>
                </a:ext>
              </a:extLst>
            </p:cNvPr>
            <p:cNvSpPr txBox="1"/>
            <p:nvPr userDrawn="1"/>
          </p:nvSpPr>
          <p:spPr>
            <a:xfrm>
              <a:off x="-747711" y="606654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7.54 cm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1658A23-15A2-4406-AF7E-89707B5575E7}"/>
                </a:ext>
              </a:extLst>
            </p:cNvPr>
            <p:cNvSpPr txBox="1"/>
            <p:nvPr userDrawn="1"/>
          </p:nvSpPr>
          <p:spPr>
            <a:xfrm>
              <a:off x="-1143000" y="6189657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Image Bottom</a:t>
              </a:r>
            </a:p>
          </p:txBody>
        </p:sp>
      </p:grpSp>
      <p:cxnSp>
        <p:nvCxnSpPr>
          <p:cNvPr id="6" name="Straight Connector 5" descr="Footer line">
            <a:extLst>
              <a:ext uri="{FF2B5EF4-FFF2-40B4-BE49-F238E27FC236}">
                <a16:creationId xmlns:a16="http://schemas.microsoft.com/office/drawing/2014/main" id="{6805F70E-6BF1-451B-AC5F-64819FD40883}"/>
              </a:ext>
            </a:extLst>
          </p:cNvPr>
          <p:cNvCxnSpPr>
            <a:cxnSpLocks/>
          </p:cNvCxnSpPr>
          <p:nvPr userDrawn="1">
            <p:custDataLst>
              <p:tags r:id="rId42"/>
            </p:custDataLst>
          </p:nvPr>
        </p:nvCxnSpPr>
        <p:spPr>
          <a:xfrm>
            <a:off x="360000" y="6120000"/>
            <a:ext cx="11474161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Graphic 36" descr="Kantar logo">
            <a:extLst>
              <a:ext uri="{FF2B5EF4-FFF2-40B4-BE49-F238E27FC236}">
                <a16:creationId xmlns:a16="http://schemas.microsoft.com/office/drawing/2014/main" id="{2CC2F24E-468A-4212-A014-115B799B0109}"/>
              </a:ext>
            </a:extLst>
          </p:cNvPr>
          <p:cNvPicPr>
            <a:picLocks noChangeAspect="1"/>
          </p:cNvPicPr>
          <p:nvPr userDrawn="1">
            <p:custDataLst>
              <p:tags r:id="rId43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314C844D-A5F7-B0AD-7C8B-1F71318F65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448BFD7-2625-2414-23A8-A50970BF9F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80662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  <p:sldLayoutId id="2147483867" r:id="rId2"/>
    <p:sldLayoutId id="2147483865" r:id="rId3"/>
    <p:sldLayoutId id="2147483868" r:id="rId4"/>
    <p:sldLayoutId id="2147483697" r:id="rId5"/>
    <p:sldLayoutId id="2147483696" r:id="rId6"/>
    <p:sldLayoutId id="2147483844" r:id="rId7"/>
    <p:sldLayoutId id="2147483862" r:id="rId8"/>
    <p:sldLayoutId id="2147483761" r:id="rId9"/>
    <p:sldLayoutId id="2147483762" r:id="rId10"/>
    <p:sldLayoutId id="2147483763" r:id="rId11"/>
    <p:sldLayoutId id="2147483764" r:id="rId12"/>
    <p:sldLayoutId id="2147483765" r:id="rId13"/>
    <p:sldLayoutId id="2147483766" r:id="rId14"/>
    <p:sldLayoutId id="2147483767" r:id="rId15"/>
    <p:sldLayoutId id="2147483768" r:id="rId16"/>
    <p:sldLayoutId id="2147483769" r:id="rId17"/>
    <p:sldLayoutId id="2147483770" r:id="rId18"/>
    <p:sldLayoutId id="2147483771" r:id="rId19"/>
    <p:sldLayoutId id="2147483772" r:id="rId20"/>
    <p:sldLayoutId id="2147483773" r:id="rId21"/>
    <p:sldLayoutId id="2147483774" r:id="rId22"/>
    <p:sldLayoutId id="2147483775" r:id="rId23"/>
    <p:sldLayoutId id="2147483776" r:id="rId24"/>
    <p:sldLayoutId id="2147483827" r:id="rId25"/>
    <p:sldLayoutId id="2147483829" r:id="rId26"/>
    <p:sldLayoutId id="2147483845" r:id="rId27"/>
    <p:sldLayoutId id="2147483846" r:id="rId28"/>
    <p:sldLayoutId id="2147483830" r:id="rId29"/>
    <p:sldLayoutId id="2147483847" r:id="rId30"/>
    <p:sldLayoutId id="2147483848" r:id="rId31"/>
    <p:sldLayoutId id="2147483849" r:id="rId32"/>
    <p:sldLayoutId id="2147483850" r:id="rId33"/>
    <p:sldLayoutId id="2147483851" r:id="rId34"/>
    <p:sldLayoutId id="2147483869" r:id="rId35"/>
    <p:sldLayoutId id="2147483870" r:id="rId36"/>
    <p:sldLayoutId id="2147483871" r:id="rId37"/>
    <p:sldLayoutId id="2147483872" r:id="rId38"/>
    <p:sldLayoutId id="2147483879" r:id="rId39"/>
    <p:sldLayoutId id="2147483880" r:id="rId4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100000"/>
        </a:lnSpc>
        <a:spcBef>
          <a:spcPts val="60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975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2160" userDrawn="1">
          <p15:clr>
            <a:srgbClr val="F26B43"/>
          </p15:clr>
        </p15:guide>
        <p15:guide id="14" pos="7453" userDrawn="1">
          <p15:clr>
            <a:srgbClr val="F26B43"/>
          </p15:clr>
        </p15:guide>
        <p15:guide id="28" orient="horz" pos="1076" userDrawn="1">
          <p15:clr>
            <a:srgbClr val="F26B43"/>
          </p15:clr>
        </p15:guide>
        <p15:guide id="29" orient="horz" pos="270" userDrawn="1">
          <p15:clr>
            <a:srgbClr val="F26B43"/>
          </p15:clr>
        </p15:guide>
        <p15:guide id="33" orient="horz" pos="3600" userDrawn="1">
          <p15:clr>
            <a:srgbClr val="F26B43"/>
          </p15:clr>
        </p15:guide>
        <p15:guide id="35" pos="228" userDrawn="1">
          <p15:clr>
            <a:srgbClr val="F26B43"/>
          </p15:clr>
        </p15:guide>
        <p15:guide id="36" pos="3840" userDrawn="1">
          <p15:clr>
            <a:srgbClr val="F26B43"/>
          </p15:clr>
        </p15:guide>
        <p15:guide id="37" pos="3782" userDrawn="1">
          <p15:clr>
            <a:srgbClr val="F26B43"/>
          </p15:clr>
        </p15:guide>
        <p15:guide id="38" pos="3900" userDrawn="1">
          <p15:clr>
            <a:srgbClr val="F26B43"/>
          </p15:clr>
        </p15:guide>
        <p15:guide id="39" orient="horz" pos="387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le Placeholder 1"/>
          <p:cNvSpPr>
            <a:spLocks noGrp="1"/>
          </p:cNvSpPr>
          <p:nvPr>
            <p:ph type="title"/>
          </p:nvPr>
        </p:nvSpPr>
        <p:spPr>
          <a:xfrm>
            <a:off x="359999" y="430718"/>
            <a:ext cx="11466875" cy="403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92" name="Text Placeholder 2"/>
          <p:cNvSpPr>
            <a:spLocks noGrp="1"/>
          </p:cNvSpPr>
          <p:nvPr>
            <p:ph type="body" idx="1"/>
          </p:nvPr>
        </p:nvSpPr>
        <p:spPr>
          <a:xfrm>
            <a:off x="359999" y="1710000"/>
            <a:ext cx="11466875" cy="3999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cxnSp>
        <p:nvCxnSpPr>
          <p:cNvPr id="33" name="Straight Connector 32" descr="Footer line">
            <a:extLst>
              <a:ext uri="{FF2B5EF4-FFF2-40B4-BE49-F238E27FC236}">
                <a16:creationId xmlns:a16="http://schemas.microsoft.com/office/drawing/2014/main" id="{81FD9D1B-8E5A-447D-B2D0-15FF23DD7EDA}"/>
              </a:ext>
            </a:extLst>
          </p:cNvPr>
          <p:cNvCxnSpPr>
            <a:cxnSpLocks/>
          </p:cNvCxnSpPr>
          <p:nvPr userDrawn="1">
            <p:custDataLst>
              <p:tags r:id="rId30"/>
            </p:custDataLst>
          </p:nvPr>
        </p:nvCxnSpPr>
        <p:spPr>
          <a:xfrm>
            <a:off x="360000" y="6120000"/>
            <a:ext cx="11474161" cy="0"/>
          </a:xfrm>
          <a:prstGeom prst="line">
            <a:avLst/>
          </a:prstGeom>
          <a:ln w="38100">
            <a:solidFill>
              <a:srgbClr val="333333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7AF91A0-A869-4C9D-8D84-C843E57FF9C6}"/>
              </a:ext>
            </a:extLst>
          </p:cNvPr>
          <p:cNvGrpSpPr/>
          <p:nvPr userDrawn="1"/>
        </p:nvGrpSpPr>
        <p:grpSpPr>
          <a:xfrm>
            <a:off x="-1143000" y="-600255"/>
            <a:ext cx="13680281" cy="6916199"/>
            <a:chOff x="-1143000" y="-600255"/>
            <a:chExt cx="13680281" cy="6916199"/>
          </a:xfrm>
        </p:grpSpPr>
        <p:cxnSp>
          <p:nvCxnSpPr>
            <p:cNvPr id="14" name="Straight Connector 13"/>
            <p:cNvCxnSpPr/>
            <p:nvPr userDrawn="1"/>
          </p:nvCxnSpPr>
          <p:spPr>
            <a:xfrm>
              <a:off x="-256200" y="1710267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-256200" y="342635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-256200" y="5714470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 userDrawn="1"/>
          </p:nvSpPr>
          <p:spPr>
            <a:xfrm>
              <a:off x="-747711" y="164615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4.78cm</a:t>
              </a:r>
            </a:p>
          </p:txBody>
        </p:sp>
        <p:sp>
          <p:nvSpPr>
            <p:cNvPr id="54" name="TextBox 53"/>
            <p:cNvSpPr txBox="1"/>
            <p:nvPr userDrawn="1"/>
          </p:nvSpPr>
          <p:spPr>
            <a:xfrm>
              <a:off x="-747711" y="3357884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0 cm</a:t>
              </a:r>
            </a:p>
          </p:txBody>
        </p:sp>
        <p:sp>
          <p:nvSpPr>
            <p:cNvPr id="58" name="TextBox 57"/>
            <p:cNvSpPr txBox="1"/>
            <p:nvPr userDrawn="1"/>
          </p:nvSpPr>
          <p:spPr>
            <a:xfrm>
              <a:off x="-747711" y="5640188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6.35 cm</a:t>
              </a:r>
            </a:p>
          </p:txBody>
        </p:sp>
        <p:sp>
          <p:nvSpPr>
            <p:cNvPr id="60" name="TextBox 59"/>
            <p:cNvSpPr txBox="1"/>
            <p:nvPr userDrawn="1"/>
          </p:nvSpPr>
          <p:spPr>
            <a:xfrm>
              <a:off x="304800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15.93cm</a:t>
              </a:r>
            </a:p>
          </p:txBody>
        </p:sp>
        <p:sp>
          <p:nvSpPr>
            <p:cNvPr id="72" name="TextBox 71"/>
            <p:cNvSpPr txBox="1"/>
            <p:nvPr userDrawn="1"/>
          </p:nvSpPr>
          <p:spPr>
            <a:xfrm>
              <a:off x="11426031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15.93 cm</a:t>
              </a:r>
            </a:p>
          </p:txBody>
        </p:sp>
        <p:cxnSp>
          <p:nvCxnSpPr>
            <p:cNvPr id="5" name="Straight Connector 4"/>
            <p:cNvCxnSpPr/>
            <p:nvPr userDrawn="1"/>
          </p:nvCxnSpPr>
          <p:spPr>
            <a:xfrm>
              <a:off x="361588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/>
            <p:cNvSpPr txBox="1"/>
            <p:nvPr userDrawn="1"/>
          </p:nvSpPr>
          <p:spPr>
            <a:xfrm>
              <a:off x="-1143000" y="5763299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Bottom</a:t>
              </a:r>
            </a:p>
          </p:txBody>
        </p:sp>
        <p:sp>
          <p:nvSpPr>
            <p:cNvPr id="86" name="TextBox 85"/>
            <p:cNvSpPr txBox="1"/>
            <p:nvPr userDrawn="1"/>
          </p:nvSpPr>
          <p:spPr>
            <a:xfrm>
              <a:off x="-1143000" y="1769267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Top</a:t>
              </a:r>
            </a:p>
          </p:txBody>
        </p:sp>
        <p:sp>
          <p:nvSpPr>
            <p:cNvPr id="88" name="TextBox 87"/>
            <p:cNvSpPr txBox="1"/>
            <p:nvPr userDrawn="1"/>
          </p:nvSpPr>
          <p:spPr>
            <a:xfrm>
              <a:off x="-590537" y="-438330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Left Margin</a:t>
              </a:r>
            </a:p>
          </p:txBody>
        </p:sp>
        <p:sp>
          <p:nvSpPr>
            <p:cNvPr id="89" name="TextBox 88"/>
            <p:cNvSpPr txBox="1"/>
            <p:nvPr userDrawn="1"/>
          </p:nvSpPr>
          <p:spPr>
            <a:xfrm>
              <a:off x="11898039" y="-438330"/>
              <a:ext cx="63924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Right Margin</a:t>
              </a:r>
            </a:p>
          </p:txBody>
        </p:sp>
        <p:cxnSp>
          <p:nvCxnSpPr>
            <p:cNvPr id="98" name="Straight Connector 97"/>
            <p:cNvCxnSpPr/>
            <p:nvPr userDrawn="1"/>
          </p:nvCxnSpPr>
          <p:spPr>
            <a:xfrm>
              <a:off x="6096000" y="-363357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/>
            <p:cNvSpPr txBox="1"/>
            <p:nvPr userDrawn="1"/>
          </p:nvSpPr>
          <p:spPr>
            <a:xfrm>
              <a:off x="5914719" y="-600255"/>
              <a:ext cx="362256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Middle </a:t>
              </a:r>
              <a:br>
                <a:rPr lang="en-GB" sz="800" dirty="0">
                  <a:solidFill>
                    <a:schemeClr val="tx1"/>
                  </a:solidFill>
                </a:rPr>
              </a:br>
              <a:r>
                <a:rPr lang="en-GB" sz="800" dirty="0">
                  <a:solidFill>
                    <a:schemeClr val="tx1"/>
                  </a:solidFill>
                </a:rPr>
                <a:t>0cm </a:t>
              </a:r>
            </a:p>
          </p:txBody>
        </p:sp>
        <p:sp>
          <p:nvSpPr>
            <p:cNvPr id="101" name="TextBox 100"/>
            <p:cNvSpPr txBox="1"/>
            <p:nvPr userDrawn="1"/>
          </p:nvSpPr>
          <p:spPr>
            <a:xfrm>
              <a:off x="5636264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4" name="Straight Connector 103"/>
            <p:cNvCxnSpPr/>
            <p:nvPr userDrawn="1"/>
          </p:nvCxnSpPr>
          <p:spPr>
            <a:xfrm>
              <a:off x="6000389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 userDrawn="1"/>
          </p:nvCxnSpPr>
          <p:spPr>
            <a:xfrm>
              <a:off x="6190362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Box 105"/>
            <p:cNvSpPr txBox="1"/>
            <p:nvPr userDrawn="1"/>
          </p:nvSpPr>
          <p:spPr>
            <a:xfrm>
              <a:off x="6191102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7" name="Straight Connector 106"/>
            <p:cNvCxnSpPr/>
            <p:nvPr userDrawn="1"/>
          </p:nvCxnSpPr>
          <p:spPr>
            <a:xfrm>
              <a:off x="11836111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 userDrawn="1"/>
          </p:nvCxnSpPr>
          <p:spPr>
            <a:xfrm>
              <a:off x="-256200" y="43082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108"/>
            <p:cNvSpPr txBox="1"/>
            <p:nvPr userDrawn="1"/>
          </p:nvSpPr>
          <p:spPr>
            <a:xfrm>
              <a:off x="-747711" y="404813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8.33cm</a:t>
              </a:r>
            </a:p>
          </p:txBody>
        </p:sp>
        <p:sp>
          <p:nvSpPr>
            <p:cNvPr id="110" name="TextBox 109"/>
            <p:cNvSpPr txBox="1"/>
            <p:nvPr userDrawn="1"/>
          </p:nvSpPr>
          <p:spPr>
            <a:xfrm>
              <a:off x="-1143000" y="527924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Title Top</a:t>
              </a: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C819980-719E-42BA-84AA-491FF69717D9}"/>
                </a:ext>
              </a:extLst>
            </p:cNvPr>
            <p:cNvCxnSpPr/>
            <p:nvPr userDrawn="1"/>
          </p:nvCxnSpPr>
          <p:spPr>
            <a:xfrm>
              <a:off x="-256200" y="6145408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D636BE3-4FEE-45BA-A183-BCB80C007E10}"/>
                </a:ext>
              </a:extLst>
            </p:cNvPr>
            <p:cNvSpPr txBox="1"/>
            <p:nvPr userDrawn="1"/>
          </p:nvSpPr>
          <p:spPr>
            <a:xfrm>
              <a:off x="-747711" y="6069722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7.54 cm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2FC16A6-CA4F-4B0F-B25C-7772D09D7351}"/>
                </a:ext>
              </a:extLst>
            </p:cNvPr>
            <p:cNvSpPr txBox="1"/>
            <p:nvPr userDrawn="1"/>
          </p:nvSpPr>
          <p:spPr>
            <a:xfrm>
              <a:off x="-1143000" y="6192833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Image Bottom</a:t>
              </a:r>
            </a:p>
          </p:txBody>
        </p:sp>
      </p:grpSp>
      <p:pic>
        <p:nvPicPr>
          <p:cNvPr id="38" name="Graphic 37" descr="Kantar logo">
            <a:extLst>
              <a:ext uri="{FF2B5EF4-FFF2-40B4-BE49-F238E27FC236}">
                <a16:creationId xmlns:a16="http://schemas.microsoft.com/office/drawing/2014/main" id="{BDB25C72-3FD4-461E-BCBE-96F525FA2297}"/>
              </a:ext>
            </a:extLst>
          </p:cNvPr>
          <p:cNvPicPr>
            <a:picLocks noChangeAspect="1"/>
          </p:cNvPicPr>
          <p:nvPr userDrawn="1">
            <p:custDataLst>
              <p:tags r:id="rId3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F753515A-DBD1-3C6D-DC72-D442571B0B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546C623-0862-D697-5E0B-AE84110414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4036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  <p:sldLayoutId id="2147483797" r:id="rId12"/>
    <p:sldLayoutId id="2147483800" r:id="rId13"/>
    <p:sldLayoutId id="2147483801" r:id="rId14"/>
    <p:sldLayoutId id="2147483837" r:id="rId15"/>
    <p:sldLayoutId id="2147483838" r:id="rId16"/>
    <p:sldLayoutId id="2147483852" r:id="rId17"/>
    <p:sldLayoutId id="2147483853" r:id="rId18"/>
    <p:sldLayoutId id="2147483854" r:id="rId19"/>
    <p:sldLayoutId id="2147483855" r:id="rId20"/>
    <p:sldLayoutId id="2147483856" r:id="rId21"/>
    <p:sldLayoutId id="2147483857" r:id="rId22"/>
    <p:sldLayoutId id="2147483858" r:id="rId23"/>
    <p:sldLayoutId id="2147483859" r:id="rId24"/>
    <p:sldLayoutId id="2147483873" r:id="rId25"/>
    <p:sldLayoutId id="2147483874" r:id="rId26"/>
    <p:sldLayoutId id="2147483875" r:id="rId27"/>
    <p:sldLayoutId id="2147483876" r:id="rId2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100000"/>
        </a:lnSpc>
        <a:spcBef>
          <a:spcPts val="60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975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2160">
          <p15:clr>
            <a:srgbClr val="F26B43"/>
          </p15:clr>
        </p15:guide>
        <p15:guide id="14" pos="7453">
          <p15:clr>
            <a:srgbClr val="F26B43"/>
          </p15:clr>
        </p15:guide>
        <p15:guide id="28" orient="horz" pos="1076">
          <p15:clr>
            <a:srgbClr val="F26B43"/>
          </p15:clr>
        </p15:guide>
        <p15:guide id="29" orient="horz" pos="270">
          <p15:clr>
            <a:srgbClr val="F26B43"/>
          </p15:clr>
        </p15:guide>
        <p15:guide id="33" orient="horz" pos="3600">
          <p15:clr>
            <a:srgbClr val="F26B43"/>
          </p15:clr>
        </p15:guide>
        <p15:guide id="35" pos="228">
          <p15:clr>
            <a:srgbClr val="F26B43"/>
          </p15:clr>
        </p15:guide>
        <p15:guide id="36" pos="3840">
          <p15:clr>
            <a:srgbClr val="F26B43"/>
          </p15:clr>
        </p15:guide>
        <p15:guide id="37" pos="3782">
          <p15:clr>
            <a:srgbClr val="F26B43"/>
          </p15:clr>
        </p15:guide>
        <p15:guide id="38" pos="3900">
          <p15:clr>
            <a:srgbClr val="F26B43"/>
          </p15:clr>
        </p15:guide>
        <p15:guide id="39" orient="horz" pos="387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le Placeholder 1"/>
          <p:cNvSpPr>
            <a:spLocks noGrp="1"/>
          </p:cNvSpPr>
          <p:nvPr>
            <p:ph type="title"/>
          </p:nvPr>
        </p:nvSpPr>
        <p:spPr>
          <a:xfrm>
            <a:off x="359999" y="430718"/>
            <a:ext cx="11466875" cy="403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92" name="Text Placeholder 2"/>
          <p:cNvSpPr>
            <a:spLocks noGrp="1"/>
          </p:cNvSpPr>
          <p:nvPr>
            <p:ph type="body" idx="1"/>
          </p:nvPr>
        </p:nvSpPr>
        <p:spPr>
          <a:xfrm>
            <a:off x="359999" y="1710000"/>
            <a:ext cx="11466875" cy="3999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-1143000" y="-600255"/>
            <a:ext cx="13680281" cy="6720255"/>
            <a:chOff x="-1143000" y="-600255"/>
            <a:chExt cx="13680281" cy="6720255"/>
          </a:xfrm>
        </p:grpSpPr>
        <p:cxnSp>
          <p:nvCxnSpPr>
            <p:cNvPr id="14" name="Straight Connector 13"/>
            <p:cNvCxnSpPr/>
            <p:nvPr userDrawn="1"/>
          </p:nvCxnSpPr>
          <p:spPr>
            <a:xfrm>
              <a:off x="-256200" y="1710267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-256200" y="6120000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-256200" y="342635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-256200" y="5714470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 userDrawn="1"/>
          </p:nvSpPr>
          <p:spPr>
            <a:xfrm>
              <a:off x="-747711" y="164615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4.78cm</a:t>
              </a:r>
            </a:p>
          </p:txBody>
        </p:sp>
        <p:sp>
          <p:nvSpPr>
            <p:cNvPr id="54" name="TextBox 53"/>
            <p:cNvSpPr txBox="1"/>
            <p:nvPr userDrawn="1"/>
          </p:nvSpPr>
          <p:spPr>
            <a:xfrm>
              <a:off x="-747711" y="3357884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0 cm</a:t>
              </a:r>
            </a:p>
          </p:txBody>
        </p:sp>
        <p:sp>
          <p:nvSpPr>
            <p:cNvPr id="58" name="TextBox 57"/>
            <p:cNvSpPr txBox="1"/>
            <p:nvPr userDrawn="1"/>
          </p:nvSpPr>
          <p:spPr>
            <a:xfrm>
              <a:off x="-747711" y="5640188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6.35 cm</a:t>
              </a:r>
            </a:p>
          </p:txBody>
        </p:sp>
        <p:sp>
          <p:nvSpPr>
            <p:cNvPr id="60" name="TextBox 59"/>
            <p:cNvSpPr txBox="1"/>
            <p:nvPr userDrawn="1"/>
          </p:nvSpPr>
          <p:spPr>
            <a:xfrm>
              <a:off x="304800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15.93cm</a:t>
              </a:r>
            </a:p>
          </p:txBody>
        </p:sp>
        <p:sp>
          <p:nvSpPr>
            <p:cNvPr id="72" name="TextBox 71"/>
            <p:cNvSpPr txBox="1"/>
            <p:nvPr userDrawn="1"/>
          </p:nvSpPr>
          <p:spPr>
            <a:xfrm>
              <a:off x="11426031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15.93 cm</a:t>
              </a:r>
            </a:p>
          </p:txBody>
        </p:sp>
        <p:cxnSp>
          <p:nvCxnSpPr>
            <p:cNvPr id="5" name="Straight Connector 4"/>
            <p:cNvCxnSpPr/>
            <p:nvPr userDrawn="1"/>
          </p:nvCxnSpPr>
          <p:spPr>
            <a:xfrm>
              <a:off x="361588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/>
            <p:cNvSpPr txBox="1"/>
            <p:nvPr userDrawn="1"/>
          </p:nvSpPr>
          <p:spPr>
            <a:xfrm>
              <a:off x="-1143000" y="5763299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Bottom</a:t>
              </a:r>
            </a:p>
          </p:txBody>
        </p:sp>
        <p:sp>
          <p:nvSpPr>
            <p:cNvPr id="86" name="TextBox 85"/>
            <p:cNvSpPr txBox="1"/>
            <p:nvPr userDrawn="1"/>
          </p:nvSpPr>
          <p:spPr>
            <a:xfrm>
              <a:off x="-1143000" y="1769267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Top</a:t>
              </a:r>
            </a:p>
          </p:txBody>
        </p:sp>
        <p:sp>
          <p:nvSpPr>
            <p:cNvPr id="88" name="TextBox 87"/>
            <p:cNvSpPr txBox="1"/>
            <p:nvPr userDrawn="1"/>
          </p:nvSpPr>
          <p:spPr>
            <a:xfrm>
              <a:off x="-590537" y="-438330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Left Margin</a:t>
              </a:r>
            </a:p>
          </p:txBody>
        </p:sp>
        <p:sp>
          <p:nvSpPr>
            <p:cNvPr id="89" name="TextBox 88"/>
            <p:cNvSpPr txBox="1"/>
            <p:nvPr userDrawn="1"/>
          </p:nvSpPr>
          <p:spPr>
            <a:xfrm>
              <a:off x="11898039" y="-438330"/>
              <a:ext cx="63924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Right Margin</a:t>
              </a:r>
            </a:p>
          </p:txBody>
        </p:sp>
        <p:cxnSp>
          <p:nvCxnSpPr>
            <p:cNvPr id="98" name="Straight Connector 97"/>
            <p:cNvCxnSpPr/>
            <p:nvPr userDrawn="1"/>
          </p:nvCxnSpPr>
          <p:spPr>
            <a:xfrm>
              <a:off x="6096000" y="-363357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/>
            <p:cNvSpPr txBox="1"/>
            <p:nvPr userDrawn="1"/>
          </p:nvSpPr>
          <p:spPr>
            <a:xfrm>
              <a:off x="5914719" y="-600255"/>
              <a:ext cx="362256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Middle </a:t>
              </a:r>
              <a:br>
                <a:rPr lang="en-GB" sz="800" dirty="0">
                  <a:solidFill>
                    <a:schemeClr val="tx1"/>
                  </a:solidFill>
                </a:rPr>
              </a:br>
              <a:r>
                <a:rPr lang="en-GB" sz="800" dirty="0">
                  <a:solidFill>
                    <a:schemeClr val="tx1"/>
                  </a:solidFill>
                </a:rPr>
                <a:t>0cm </a:t>
              </a:r>
            </a:p>
          </p:txBody>
        </p:sp>
        <p:sp>
          <p:nvSpPr>
            <p:cNvPr id="101" name="TextBox 100"/>
            <p:cNvSpPr txBox="1"/>
            <p:nvPr userDrawn="1"/>
          </p:nvSpPr>
          <p:spPr>
            <a:xfrm>
              <a:off x="5636264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4" name="Straight Connector 103"/>
            <p:cNvCxnSpPr/>
            <p:nvPr userDrawn="1"/>
          </p:nvCxnSpPr>
          <p:spPr>
            <a:xfrm>
              <a:off x="6000389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 userDrawn="1"/>
          </p:nvCxnSpPr>
          <p:spPr>
            <a:xfrm>
              <a:off x="6190362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Box 105"/>
            <p:cNvSpPr txBox="1"/>
            <p:nvPr userDrawn="1"/>
          </p:nvSpPr>
          <p:spPr>
            <a:xfrm>
              <a:off x="6191102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7" name="Straight Connector 106"/>
            <p:cNvCxnSpPr/>
            <p:nvPr userDrawn="1"/>
          </p:nvCxnSpPr>
          <p:spPr>
            <a:xfrm>
              <a:off x="11836111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 userDrawn="1"/>
          </p:nvCxnSpPr>
          <p:spPr>
            <a:xfrm>
              <a:off x="-256200" y="43082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108"/>
            <p:cNvSpPr txBox="1"/>
            <p:nvPr userDrawn="1"/>
          </p:nvSpPr>
          <p:spPr>
            <a:xfrm>
              <a:off x="-747711" y="404813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8.33cm</a:t>
              </a:r>
            </a:p>
          </p:txBody>
        </p:sp>
        <p:sp>
          <p:nvSpPr>
            <p:cNvPr id="110" name="TextBox 109"/>
            <p:cNvSpPr txBox="1"/>
            <p:nvPr userDrawn="1"/>
          </p:nvSpPr>
          <p:spPr>
            <a:xfrm>
              <a:off x="-1143000" y="527924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Title Top</a:t>
              </a:r>
            </a:p>
          </p:txBody>
        </p:sp>
      </p:grpSp>
      <p:cxnSp>
        <p:nvCxnSpPr>
          <p:cNvPr id="33" name="Straight Connector 32" descr="Footer line">
            <a:extLst>
              <a:ext uri="{FF2B5EF4-FFF2-40B4-BE49-F238E27FC236}">
                <a16:creationId xmlns:a16="http://schemas.microsoft.com/office/drawing/2014/main" id="{BB75DB98-1BD1-4926-8750-16657B153BE4}"/>
              </a:ext>
            </a:extLst>
          </p:cNvPr>
          <p:cNvCxnSpPr>
            <a:cxnSpLocks/>
          </p:cNvCxnSpPr>
          <p:nvPr userDrawn="1"/>
        </p:nvCxnSpPr>
        <p:spPr>
          <a:xfrm>
            <a:off x="360000" y="6120000"/>
            <a:ext cx="11474161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Graphic 33" descr="Kantar logo">
            <a:extLst>
              <a:ext uri="{FF2B5EF4-FFF2-40B4-BE49-F238E27FC236}">
                <a16:creationId xmlns:a16="http://schemas.microsoft.com/office/drawing/2014/main" id="{D3E635D0-BA07-4485-8050-85E8C801F8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402CEF36-8560-BD0B-FDA8-C4B70227D0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D0A28B0-CA4A-8D2C-9D82-9A624FE4AB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7071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100000"/>
        </a:lnSpc>
        <a:spcBef>
          <a:spcPts val="60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975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2160">
          <p15:clr>
            <a:srgbClr val="F26B43"/>
          </p15:clr>
        </p15:guide>
        <p15:guide id="14" pos="7453">
          <p15:clr>
            <a:srgbClr val="F26B43"/>
          </p15:clr>
        </p15:guide>
        <p15:guide id="28" orient="horz" pos="1076">
          <p15:clr>
            <a:srgbClr val="F26B43"/>
          </p15:clr>
        </p15:guide>
        <p15:guide id="29" orient="horz" pos="270">
          <p15:clr>
            <a:srgbClr val="F26B43"/>
          </p15:clr>
        </p15:guide>
        <p15:guide id="33" orient="horz" pos="3600">
          <p15:clr>
            <a:srgbClr val="F26B43"/>
          </p15:clr>
        </p15:guide>
        <p15:guide id="35" pos="228">
          <p15:clr>
            <a:srgbClr val="F26B43"/>
          </p15:clr>
        </p15:guide>
        <p15:guide id="36" pos="3840">
          <p15:clr>
            <a:srgbClr val="F26B43"/>
          </p15:clr>
        </p15:guide>
        <p15:guide id="37" pos="3782">
          <p15:clr>
            <a:srgbClr val="F26B43"/>
          </p15:clr>
        </p15:guide>
        <p15:guide id="38" pos="390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8.png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2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9.xml"/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2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0.xml"/><Relationship Id="rId1" Type="http://schemas.openxmlformats.org/officeDocument/2006/relationships/slideLayout" Target="../slideLayouts/slideLayout2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2.xml"/><Relationship Id="rId2" Type="http://schemas.openxmlformats.org/officeDocument/2006/relationships/chart" Target="../charts/chart21.xml"/><Relationship Id="rId1" Type="http://schemas.openxmlformats.org/officeDocument/2006/relationships/slideLayout" Target="../slideLayouts/slideLayout23.xml"/><Relationship Id="rId4" Type="http://schemas.openxmlformats.org/officeDocument/2006/relationships/chart" Target="../charts/chart2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5.xml"/><Relationship Id="rId2" Type="http://schemas.openxmlformats.org/officeDocument/2006/relationships/chart" Target="../charts/chart24.xml"/><Relationship Id="rId1" Type="http://schemas.openxmlformats.org/officeDocument/2006/relationships/slideLayout" Target="../slideLayouts/slideLayout23.xml"/><Relationship Id="rId4" Type="http://schemas.openxmlformats.org/officeDocument/2006/relationships/chart" Target="../charts/chart2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8.xml"/><Relationship Id="rId2" Type="http://schemas.openxmlformats.org/officeDocument/2006/relationships/chart" Target="../charts/chart27.xml"/><Relationship Id="rId1" Type="http://schemas.openxmlformats.org/officeDocument/2006/relationships/slideLayout" Target="../slideLayouts/slideLayout23.xml"/><Relationship Id="rId4" Type="http://schemas.openxmlformats.org/officeDocument/2006/relationships/chart" Target="../charts/chart2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1.xml"/><Relationship Id="rId2" Type="http://schemas.openxmlformats.org/officeDocument/2006/relationships/chart" Target="../charts/chart30.xml"/><Relationship Id="rId1" Type="http://schemas.openxmlformats.org/officeDocument/2006/relationships/slideLayout" Target="../slideLayouts/slideLayout2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3.xml"/><Relationship Id="rId2" Type="http://schemas.openxmlformats.org/officeDocument/2006/relationships/chart" Target="../charts/chart32.xml"/><Relationship Id="rId1" Type="http://schemas.openxmlformats.org/officeDocument/2006/relationships/slideLayout" Target="../slideLayouts/slideLayout23.xml"/><Relationship Id="rId4" Type="http://schemas.openxmlformats.org/officeDocument/2006/relationships/chart" Target="../charts/chart3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6.xml"/><Relationship Id="rId2" Type="http://schemas.openxmlformats.org/officeDocument/2006/relationships/chart" Target="../charts/chart35.xml"/><Relationship Id="rId1" Type="http://schemas.openxmlformats.org/officeDocument/2006/relationships/slideLayout" Target="../slideLayouts/slideLayout23.xml"/><Relationship Id="rId4" Type="http://schemas.openxmlformats.org/officeDocument/2006/relationships/chart" Target="../charts/chart3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9.xml"/><Relationship Id="rId2" Type="http://schemas.openxmlformats.org/officeDocument/2006/relationships/chart" Target="../charts/chart38.xml"/><Relationship Id="rId1" Type="http://schemas.openxmlformats.org/officeDocument/2006/relationships/slideLayout" Target="../slideLayouts/slideLayout23.xml"/><Relationship Id="rId4" Type="http://schemas.openxmlformats.org/officeDocument/2006/relationships/chart" Target="../charts/chart4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1.xml"/><Relationship Id="rId1" Type="http://schemas.openxmlformats.org/officeDocument/2006/relationships/slideLayout" Target="../slideLayouts/slideLayout2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3.xml"/><Relationship Id="rId2" Type="http://schemas.openxmlformats.org/officeDocument/2006/relationships/chart" Target="../charts/chart42.xml"/><Relationship Id="rId1" Type="http://schemas.openxmlformats.org/officeDocument/2006/relationships/slideLayout" Target="../slideLayouts/slideLayout23.xml"/><Relationship Id="rId4" Type="http://schemas.openxmlformats.org/officeDocument/2006/relationships/chart" Target="../charts/chart4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5.xml"/><Relationship Id="rId1" Type="http://schemas.openxmlformats.org/officeDocument/2006/relationships/slideLayout" Target="../slideLayouts/slideLayout2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7.xml"/><Relationship Id="rId2" Type="http://schemas.openxmlformats.org/officeDocument/2006/relationships/chart" Target="../charts/chart46.xml"/><Relationship Id="rId1" Type="http://schemas.openxmlformats.org/officeDocument/2006/relationships/slideLayout" Target="../slideLayouts/slideLayout23.xml"/><Relationship Id="rId4" Type="http://schemas.openxmlformats.org/officeDocument/2006/relationships/chart" Target="../charts/chart4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0.xml"/><Relationship Id="rId2" Type="http://schemas.openxmlformats.org/officeDocument/2006/relationships/chart" Target="../charts/chart49.xml"/><Relationship Id="rId1" Type="http://schemas.openxmlformats.org/officeDocument/2006/relationships/slideLayout" Target="../slideLayouts/slideLayout2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1.xml"/><Relationship Id="rId1" Type="http://schemas.openxmlformats.org/officeDocument/2006/relationships/slideLayout" Target="../slideLayouts/slideLayout2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3.xml"/><Relationship Id="rId2" Type="http://schemas.openxmlformats.org/officeDocument/2006/relationships/chart" Target="../charts/chart52.xml"/><Relationship Id="rId1" Type="http://schemas.openxmlformats.org/officeDocument/2006/relationships/slideLayout" Target="../slideLayouts/slideLayout23.xml"/><Relationship Id="rId4" Type="http://schemas.openxmlformats.org/officeDocument/2006/relationships/chart" Target="../charts/chart5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6.xml"/><Relationship Id="rId2" Type="http://schemas.openxmlformats.org/officeDocument/2006/relationships/chart" Target="../charts/chart55.xml"/><Relationship Id="rId1" Type="http://schemas.openxmlformats.org/officeDocument/2006/relationships/slideLayout" Target="../slideLayouts/slideLayout23.xml"/><Relationship Id="rId4" Type="http://schemas.openxmlformats.org/officeDocument/2006/relationships/chart" Target="../charts/chart5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9.xml"/><Relationship Id="rId2" Type="http://schemas.openxmlformats.org/officeDocument/2006/relationships/chart" Target="../charts/chart58.xml"/><Relationship Id="rId1" Type="http://schemas.openxmlformats.org/officeDocument/2006/relationships/slideLayout" Target="../slideLayouts/slideLayout23.xml"/><Relationship Id="rId4" Type="http://schemas.openxmlformats.org/officeDocument/2006/relationships/chart" Target="../charts/chart60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F1CD888E-8280-12F7-D8D8-1CF8D2C045C4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2"/>
          <a:srcRect t="3125" b="3125"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AE963EC-0165-9AB9-15A6-29BA57CE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1DFF0AD-BD7E-122C-5472-FC8E9690FC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4FD53B-3908-A49A-AFCA-B13A7C21D4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 dirty="0"/>
              <a:t>Fecha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B5D1112-0D16-F8B1-1BC0-C3A70CB845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Nombre del estudio </a:t>
            </a:r>
          </a:p>
          <a:p>
            <a:r>
              <a:rPr lang="es-ES" b="1" dirty="0"/>
              <a:t>LIFT ROI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A30FE8B-5E53-5ED7-12EE-7CEEAB5D25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Identificando eficiencias de Inversión en Marketing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B8DB876-366E-12C0-073B-76B1B8832E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/>
              <a:t>© Kantar 2025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03798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D868E-0B37-A56C-3F0E-978324561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ADAD1-BAB6-7DCD-66CF-73C36FB3517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61950" y="1070960"/>
            <a:ext cx="6610350" cy="4006850"/>
          </a:xfrm>
        </p:spPr>
        <p:txBody>
          <a:bodyPr vert="horz" lIns="0" tIns="0" rIns="0" bIns="0" rtlCol="0" anchor="t">
            <a:noAutofit/>
          </a:bodyPr>
          <a:lstStyle/>
          <a:p>
            <a:pPr lvl="1">
              <a:buSzPct val="100000"/>
              <a:buFont typeface="Arial" panose="020B0604020202020204" pitchFamily="34" charset="0"/>
              <a:buAutoNum type="arabicPeriod"/>
            </a:pPr>
            <a:r>
              <a:rPr lang="es-ES" noProof="0" dirty="0"/>
              <a:t>Estatus del proyecto</a:t>
            </a:r>
          </a:p>
          <a:p>
            <a:pPr marL="361950" lvl="2">
              <a:buSzPct val="100000"/>
              <a:buFont typeface="Arial" panose="020B0604020202020204" pitchFamily="34" charset="0"/>
              <a:buChar char="ꟷ"/>
            </a:pPr>
            <a:r>
              <a:rPr lang="es-ES" sz="1200" noProof="0" dirty="0"/>
              <a:t>Alcance / Objetivos</a:t>
            </a:r>
            <a:endParaRPr lang="es-ES" noProof="0" dirty="0">
              <a:cs typeface="Arial"/>
            </a:endParaRPr>
          </a:p>
          <a:p>
            <a:pPr marL="361950" lvl="2">
              <a:buSzPct val="100000"/>
              <a:buFont typeface="Arial" panose="020B0604020202020204" pitchFamily="34" charset="0"/>
              <a:buChar char="ꟷ"/>
            </a:pPr>
            <a:r>
              <a:rPr lang="es-ES" sz="1200" noProof="0" dirty="0"/>
              <a:t>Cronograma y siguientes pasos</a:t>
            </a:r>
          </a:p>
          <a:p>
            <a:pPr marL="361950" lvl="2">
              <a:buSzPct val="100000"/>
              <a:buFont typeface="Arial" panose="020B0604020202020204" pitchFamily="34" charset="0"/>
              <a:buChar char="ꟷ"/>
            </a:pPr>
            <a:endParaRPr lang="es-ES" sz="1200" noProof="0" dirty="0">
              <a:cs typeface="Arial"/>
            </a:endParaRPr>
          </a:p>
          <a:p>
            <a:pPr lvl="1">
              <a:buSzPct val="100000"/>
              <a:buFont typeface="Arial" panose="020B0604020202020204" pitchFamily="34" charset="0"/>
              <a:buAutoNum type="arabicPeriod"/>
            </a:pPr>
            <a:r>
              <a:rPr lang="es-ES" noProof="0" dirty="0"/>
              <a:t> </a:t>
            </a:r>
            <a:r>
              <a:rPr lang="es-ES" i="1" noProof="0" dirty="0" err="1"/>
              <a:t>Overview</a:t>
            </a:r>
            <a:r>
              <a:rPr lang="es-ES" noProof="0" dirty="0"/>
              <a:t> de la Categoría</a:t>
            </a:r>
          </a:p>
          <a:p>
            <a:pPr lvl="1">
              <a:buSzPct val="100000"/>
              <a:buFont typeface="Arial" panose="020B0604020202020204" pitchFamily="34" charset="0"/>
              <a:buAutoNum type="arabicPeriod"/>
            </a:pPr>
            <a:endParaRPr lang="es-ES" noProof="0" dirty="0"/>
          </a:p>
          <a:p>
            <a:pPr lvl="1">
              <a:buSzPct val="100000"/>
              <a:buFont typeface="Arial" panose="020B0604020202020204" pitchFamily="34" charset="0"/>
              <a:buAutoNum type="arabicPeriod"/>
            </a:pPr>
            <a:r>
              <a:rPr lang="es-ES" noProof="0" dirty="0"/>
              <a:t>Foco en la marca</a:t>
            </a:r>
          </a:p>
          <a:p>
            <a:pPr marL="361950" lvl="2">
              <a:buSzPct val="100000"/>
              <a:buFont typeface="Arial" panose="020B0604020202020204" pitchFamily="34" charset="0"/>
              <a:buChar char="ꟷ"/>
            </a:pPr>
            <a:r>
              <a:rPr lang="es-ES" sz="1200" noProof="0" dirty="0"/>
              <a:t>Deep dive en medios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45C0A-9F2B-A008-235F-FF4D25879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s-ES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F60D18-FBE4-3731-E055-AD178FF4C3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s-ES" noProof="0"/>
              <a:t>© Kantar 2025 | </a:t>
            </a:r>
            <a:fld id="{4034BEE3-566C-4068-A777-C3A4762E861B}" type="slidenum">
              <a:rPr lang="es-ES" noProof="0" smtClean="0"/>
              <a:pPr/>
              <a:t>2</a:t>
            </a:fld>
            <a:endParaRPr lang="es-ES" noProof="0"/>
          </a:p>
        </p:txBody>
      </p:sp>
      <p:pic>
        <p:nvPicPr>
          <p:cNvPr id="8" name="Picture Placeholder 7" descr="A close up of blue lights&#10;&#10;AI-generated content may be incorrect.">
            <a:extLst>
              <a:ext uri="{FF2B5EF4-FFF2-40B4-BE49-F238E27FC236}">
                <a16:creationId xmlns:a16="http://schemas.microsoft.com/office/drawing/2014/main" id="{58DCCC24-8332-B4B6-B235-23DFC9A41303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/>
          <a:srcRect l="21359" r="2135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800259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35A4F9E-D694-F470-7136-D6E29ACC5B3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s-ES" noProof="0"/>
              <a:t>Estatus del proyecto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17512-4DA8-5316-E3F9-A41B3AB501C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s-ES" noProof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07375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AE5F8-8E77-F8D2-2307-B5FBA3446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Objetivo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C38183-5FB4-86F6-DC0E-72D5AFFAC1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ES" sz="1800" dirty="0">
                <a:solidFill>
                  <a:schemeClr val="tx1">
                    <a:lumMod val="50000"/>
                  </a:schemeClr>
                </a:solidFill>
              </a:rPr>
              <a:t>Entender el impacto que los esfuerzos de marketing tienen en las ventas y/o </a:t>
            </a:r>
            <a:r>
              <a:rPr lang="es-ES" sz="1800" dirty="0" err="1">
                <a:solidFill>
                  <a:schemeClr val="tx1">
                    <a:lumMod val="50000"/>
                  </a:schemeClr>
                </a:solidFill>
              </a:rPr>
              <a:t>equity</a:t>
            </a:r>
            <a:r>
              <a:rPr lang="es-ES" sz="1800" dirty="0">
                <a:solidFill>
                  <a:schemeClr val="tx1">
                    <a:lumMod val="50000"/>
                  </a:schemeClr>
                </a:solidFill>
              </a:rPr>
              <a:t> de la marca. </a:t>
            </a:r>
            <a:endParaRPr lang="es-ES" sz="1800" dirty="0">
              <a:solidFill>
                <a:schemeClr val="tx1">
                  <a:lumMod val="50000"/>
                </a:schemeClr>
              </a:solidFill>
              <a:cs typeface="Arial"/>
            </a:endParaRPr>
          </a:p>
          <a:p>
            <a:endParaRPr lang="es-E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7355D0-FAB2-3B4A-8718-225A16D33E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0363" y="1710000"/>
            <a:ext cx="11466000" cy="2654610"/>
          </a:xfrm>
        </p:spPr>
        <p:txBody>
          <a:bodyPr/>
          <a:lstStyle/>
          <a:p>
            <a:r>
              <a:rPr lang="es-ES" dirty="0"/>
              <a:t>Para ello </a:t>
            </a:r>
            <a:r>
              <a:rPr lang="es-ES" b="1" dirty="0"/>
              <a:t>descomponemos</a:t>
            </a:r>
            <a:r>
              <a:rPr lang="es-ES" dirty="0"/>
              <a:t> el </a:t>
            </a:r>
            <a:r>
              <a:rPr lang="es-ES" b="1" dirty="0"/>
              <a:t>volumen de ventas </a:t>
            </a:r>
            <a:r>
              <a:rPr lang="es-ES" dirty="0"/>
              <a:t>y/o </a:t>
            </a:r>
            <a:r>
              <a:rPr lang="es-ES" b="1" dirty="0"/>
              <a:t>resultados de la medición </a:t>
            </a:r>
            <a:r>
              <a:rPr lang="es-ES" dirty="0"/>
              <a:t>de </a:t>
            </a:r>
            <a:r>
              <a:rPr lang="es-ES" dirty="0" err="1"/>
              <a:t>equity</a:t>
            </a:r>
            <a:r>
              <a:rPr lang="es-ES" dirty="0"/>
              <a:t> </a:t>
            </a:r>
            <a:r>
              <a:rPr lang="es-ES" b="1" dirty="0"/>
              <a:t>aislando los efectos de cada inversión</a:t>
            </a:r>
            <a:r>
              <a:rPr lang="es-ES" dirty="0"/>
              <a:t> para entender aislar el impacto cada uno de los esfuerzos de marketing de la marca.</a:t>
            </a:r>
            <a:endParaRPr lang="es-ES" sz="2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9AFAF-E89C-517E-B08C-20ECC2B5D8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DD2E7-8775-8414-CB47-581EE6A29D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/>
              <a:t>© Kantar 2025 | </a:t>
            </a:r>
            <a:fld id="{4034BEE3-566C-4068-A777-C3A4762E861B}" type="slidenum">
              <a:rPr lang="en-GB" smtClean="0"/>
              <a:pPr/>
              <a:t>4</a:t>
            </a:fld>
            <a:endParaRPr lang="en-GB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EFAE740-53C4-DEB2-80C1-7FCFD2A425DB}"/>
              </a:ext>
            </a:extLst>
          </p:cNvPr>
          <p:cNvGrpSpPr/>
          <p:nvPr/>
        </p:nvGrpSpPr>
        <p:grpSpPr>
          <a:xfrm>
            <a:off x="3272400" y="2506231"/>
            <a:ext cx="6021466" cy="1169337"/>
            <a:chOff x="3372923" y="2786504"/>
            <a:chExt cx="6021466" cy="1169337"/>
          </a:xfrm>
        </p:grpSpPr>
        <p:sp>
          <p:nvSpPr>
            <p:cNvPr id="8" name="object 70">
              <a:extLst>
                <a:ext uri="{FF2B5EF4-FFF2-40B4-BE49-F238E27FC236}">
                  <a16:creationId xmlns:a16="http://schemas.microsoft.com/office/drawing/2014/main" id="{3DA3081C-EC66-7255-35F4-F851F38FBA39}"/>
                </a:ext>
              </a:extLst>
            </p:cNvPr>
            <p:cNvSpPr txBox="1"/>
            <p:nvPr/>
          </p:nvSpPr>
          <p:spPr>
            <a:xfrm>
              <a:off x="4925104" y="3066730"/>
              <a:ext cx="2325806" cy="197490"/>
            </a:xfrm>
            <a:prstGeom prst="rect">
              <a:avLst/>
            </a:prstGeom>
            <a:ln>
              <a:noFill/>
            </a:ln>
          </p:spPr>
          <p:txBody>
            <a:bodyPr vert="horz" wrap="square" lIns="0" tIns="1270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200" b="1" i="0" u="none" strike="noStrike" kern="0" cap="none" spc="-5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Impacto Directo e</a:t>
              </a:r>
              <a:r>
                <a:rPr lang="es-ES" sz="1200" b="1" kern="0" spc="-5" dirty="0">
                  <a:solidFill>
                    <a:srgbClr val="333333"/>
                  </a:solidFill>
                  <a:latin typeface="Arial"/>
                  <a:cs typeface="Arial"/>
                </a:rPr>
                <a:t>n</a:t>
              </a:r>
              <a:endParaRPr kumimoji="0" lang="es-ES" sz="1200" b="1" i="0" u="none" strike="noStrike" kern="0" cap="none" spc="-5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9" name="object 70">
              <a:extLst>
                <a:ext uri="{FF2B5EF4-FFF2-40B4-BE49-F238E27FC236}">
                  <a16:creationId xmlns:a16="http://schemas.microsoft.com/office/drawing/2014/main" id="{59A12D96-60D5-12C0-BF1C-36F6800FAED0}"/>
                </a:ext>
              </a:extLst>
            </p:cNvPr>
            <p:cNvSpPr txBox="1"/>
            <p:nvPr/>
          </p:nvSpPr>
          <p:spPr>
            <a:xfrm>
              <a:off x="7426353" y="3645814"/>
              <a:ext cx="1016558" cy="263448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600" b="1" i="0" u="none" strike="noStrike" kern="0" cap="none" spc="-5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Ventas</a:t>
              </a:r>
            </a:p>
          </p:txBody>
        </p:sp>
        <p:sp>
          <p:nvSpPr>
            <p:cNvPr id="10" name="Rectangle 28">
              <a:extLst>
                <a:ext uri="{FF2B5EF4-FFF2-40B4-BE49-F238E27FC236}">
                  <a16:creationId xmlns:a16="http://schemas.microsoft.com/office/drawing/2014/main" id="{D6A8EAC7-3E09-53B5-58A2-B77FF21CA2C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980087" y="3445846"/>
              <a:ext cx="2231826" cy="317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40" tIns="45720" rIns="91440" bIns="4572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8712">
                <a:defRPr/>
              </a:pPr>
              <a:r>
                <a:rPr lang="es-ES" sz="1600" b="1" kern="0" spc="-5" noProof="0" dirty="0" err="1">
                  <a:solidFill>
                    <a:srgbClr val="333333"/>
                  </a:solidFill>
                  <a:latin typeface="Arial"/>
                  <a:cs typeface="Arial"/>
                </a:rPr>
                <a:t>LiftROI</a:t>
              </a:r>
              <a:r>
                <a:rPr lang="es-ES" sz="1600" b="1" kern="0" spc="-5" noProof="0" dirty="0">
                  <a:solidFill>
                    <a:srgbClr val="333333"/>
                  </a:solidFill>
                  <a:latin typeface="Arial"/>
                  <a:cs typeface="Arial"/>
                </a:rPr>
                <a:t> </a:t>
              </a:r>
              <a:r>
                <a:rPr lang="es-ES" sz="1600" b="1" kern="0" spc="-5" noProof="0" dirty="0" err="1">
                  <a:solidFill>
                    <a:srgbClr val="333333"/>
                  </a:solidFill>
                  <a:latin typeface="Arial"/>
                  <a:cs typeface="Arial"/>
                </a:rPr>
                <a:t>Model</a:t>
              </a:r>
              <a:endParaRPr lang="es-ES" sz="1600" b="1" i="0" u="none" strike="noStrike" kern="0" cap="none" spc="-5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cs typeface="Arial"/>
              </a:endParaRPr>
            </a:p>
          </p:txBody>
        </p:sp>
        <p:pic>
          <p:nvPicPr>
            <p:cNvPr id="11" name="Graphic 30">
              <a:extLst>
                <a:ext uri="{FF2B5EF4-FFF2-40B4-BE49-F238E27FC236}">
                  <a16:creationId xmlns:a16="http://schemas.microsoft.com/office/drawing/2014/main" id="{6F90FE9B-501E-227B-37D2-5121C8D3532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550972" y="2865624"/>
              <a:ext cx="767320" cy="767320"/>
            </a:xfrm>
            <a:prstGeom prst="rect">
              <a:avLst/>
            </a:prstGeom>
          </p:spPr>
        </p:pic>
        <p:grpSp>
          <p:nvGrpSpPr>
            <p:cNvPr id="12" name="Group 37">
              <a:extLst>
                <a:ext uri="{FF2B5EF4-FFF2-40B4-BE49-F238E27FC236}">
                  <a16:creationId xmlns:a16="http://schemas.microsoft.com/office/drawing/2014/main" id="{1281B54A-F258-376B-B302-E248C0DCC402}"/>
                </a:ext>
              </a:extLst>
            </p:cNvPr>
            <p:cNvGrpSpPr/>
            <p:nvPr/>
          </p:nvGrpSpPr>
          <p:grpSpPr>
            <a:xfrm>
              <a:off x="3372923" y="2786504"/>
              <a:ext cx="1483685" cy="1169337"/>
              <a:chOff x="646605" y="3103699"/>
              <a:chExt cx="1258576" cy="1027058"/>
            </a:xfrm>
          </p:grpSpPr>
          <p:grpSp>
            <p:nvGrpSpPr>
              <p:cNvPr id="15" name="Group 32">
                <a:extLst>
                  <a:ext uri="{FF2B5EF4-FFF2-40B4-BE49-F238E27FC236}">
                    <a16:creationId xmlns:a16="http://schemas.microsoft.com/office/drawing/2014/main" id="{3789BE0C-8F5B-1E54-CA95-B4B979C5EC42}"/>
                  </a:ext>
                </a:extLst>
              </p:cNvPr>
              <p:cNvGrpSpPr/>
              <p:nvPr/>
            </p:nvGrpSpPr>
            <p:grpSpPr>
              <a:xfrm>
                <a:off x="646605" y="3103699"/>
                <a:ext cx="1258576" cy="655680"/>
                <a:chOff x="646605" y="3103699"/>
                <a:chExt cx="3355269" cy="1747993"/>
              </a:xfrm>
            </p:grpSpPr>
            <p:pic>
              <p:nvPicPr>
                <p:cNvPr id="17" name="Graphic 45">
                  <a:extLst>
                    <a:ext uri="{FF2B5EF4-FFF2-40B4-BE49-F238E27FC236}">
                      <a16:creationId xmlns:a16="http://schemas.microsoft.com/office/drawing/2014/main" id="{B0B65CB2-560C-52A4-2FBD-B3131049852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cstate="print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125574" y="4165891"/>
                  <a:ext cx="876300" cy="609601"/>
                </a:xfrm>
                <a:prstGeom prst="rect">
                  <a:avLst/>
                </a:prstGeom>
              </p:spPr>
            </p:pic>
            <p:pic>
              <p:nvPicPr>
                <p:cNvPr id="18" name="Graphic 46">
                  <a:extLst>
                    <a:ext uri="{FF2B5EF4-FFF2-40B4-BE49-F238E27FC236}">
                      <a16:creationId xmlns:a16="http://schemas.microsoft.com/office/drawing/2014/main" id="{FE0CE547-EF7A-BE04-77E8-258DDE7A2F7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cstate="print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073078" y="3103699"/>
                  <a:ext cx="495300" cy="876300"/>
                </a:xfrm>
                <a:prstGeom prst="rect">
                  <a:avLst/>
                </a:prstGeom>
              </p:spPr>
            </p:pic>
            <p:pic>
              <p:nvPicPr>
                <p:cNvPr id="19" name="Graphic 48">
                  <a:extLst>
                    <a:ext uri="{FF2B5EF4-FFF2-40B4-BE49-F238E27FC236}">
                      <a16:creationId xmlns:a16="http://schemas.microsoft.com/office/drawing/2014/main" id="{B05B218E-6E79-1B2E-D1CD-FE5E018C8D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cstate="print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6605" y="4089692"/>
                  <a:ext cx="876300" cy="762000"/>
                </a:xfrm>
                <a:prstGeom prst="rect">
                  <a:avLst/>
                </a:prstGeom>
              </p:spPr>
            </p:pic>
          </p:grpSp>
          <p:pic>
            <p:nvPicPr>
              <p:cNvPr id="16" name="Graphic 44">
                <a:extLst>
                  <a:ext uri="{FF2B5EF4-FFF2-40B4-BE49-F238E27FC236}">
                    <a16:creationId xmlns:a16="http://schemas.microsoft.com/office/drawing/2014/main" id="{11399F01-FE7A-7EE2-E2A6-BB9ADF1A99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947132" y="3501842"/>
                <a:ext cx="657502" cy="628915"/>
              </a:xfrm>
              <a:prstGeom prst="rect">
                <a:avLst/>
              </a:prstGeom>
            </p:spPr>
          </p:pic>
        </p:grp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2CB2FF91-307B-5842-A14E-FFF3B538FF9D}"/>
                </a:ext>
              </a:extLst>
            </p:cNvPr>
            <p:cNvCxnSpPr/>
            <p:nvPr/>
          </p:nvCxnSpPr>
          <p:spPr>
            <a:xfrm flipV="1">
              <a:off x="4893605" y="3352977"/>
              <a:ext cx="2620370" cy="18196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D71076C-5955-E6E1-D5B4-64A4C94F3033}"/>
                </a:ext>
              </a:extLst>
            </p:cNvPr>
            <p:cNvGrpSpPr/>
            <p:nvPr/>
          </p:nvGrpSpPr>
          <p:grpSpPr>
            <a:xfrm>
              <a:off x="8541104" y="2862802"/>
              <a:ext cx="768096" cy="768096"/>
              <a:chOff x="8450454" y="2929429"/>
              <a:chExt cx="768096" cy="768096"/>
            </a:xfrm>
            <a:solidFill>
              <a:schemeClr val="tx2"/>
            </a:solidFill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BF1CD8B9-EE57-B2E9-981B-3CC004C4DEAA}"/>
                  </a:ext>
                </a:extLst>
              </p:cNvPr>
              <p:cNvGrpSpPr/>
              <p:nvPr/>
            </p:nvGrpSpPr>
            <p:grpSpPr>
              <a:xfrm>
                <a:off x="8641495" y="3206862"/>
                <a:ext cx="386014" cy="213230"/>
                <a:chOff x="8609365" y="3201550"/>
                <a:chExt cx="386014" cy="213230"/>
              </a:xfrm>
              <a:grpFill/>
            </p:grpSpPr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C1CC94DB-C81E-9E36-64C0-25D78B2547D4}"/>
                    </a:ext>
                  </a:extLst>
                </p:cNvPr>
                <p:cNvSpPr/>
                <p:nvPr/>
              </p:nvSpPr>
              <p:spPr>
                <a:xfrm>
                  <a:off x="8609365" y="3201550"/>
                  <a:ext cx="142750" cy="213230"/>
                </a:xfrm>
                <a:custGeom>
                  <a:avLst/>
                  <a:gdLst>
                    <a:gd name="connsiteX0" fmla="*/ 0 w 142750"/>
                    <a:gd name="connsiteY0" fmla="*/ 18139 h 213230"/>
                    <a:gd name="connsiteX1" fmla="*/ 61411 w 142750"/>
                    <a:gd name="connsiteY1" fmla="*/ 18139 h 213230"/>
                    <a:gd name="connsiteX2" fmla="*/ 61411 w 142750"/>
                    <a:gd name="connsiteY2" fmla="*/ 213231 h 213230"/>
                    <a:gd name="connsiteX3" fmla="*/ 81187 w 142750"/>
                    <a:gd name="connsiteY3" fmla="*/ 213231 h 213230"/>
                    <a:gd name="connsiteX4" fmla="*/ 81187 w 142750"/>
                    <a:gd name="connsiteY4" fmla="*/ 18139 h 213230"/>
                    <a:gd name="connsiteX5" fmla="*/ 142750 w 142750"/>
                    <a:gd name="connsiteY5" fmla="*/ 18139 h 213230"/>
                    <a:gd name="connsiteX6" fmla="*/ 142750 w 142750"/>
                    <a:gd name="connsiteY6" fmla="*/ 0 h 213230"/>
                    <a:gd name="connsiteX7" fmla="*/ 0 w 142750"/>
                    <a:gd name="connsiteY7" fmla="*/ 0 h 213230"/>
                    <a:gd name="connsiteX8" fmla="*/ 0 w 142750"/>
                    <a:gd name="connsiteY8" fmla="*/ 18139 h 2132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2750" h="213230">
                      <a:moveTo>
                        <a:pt x="0" y="18139"/>
                      </a:moveTo>
                      <a:lnTo>
                        <a:pt x="61411" y="18139"/>
                      </a:lnTo>
                      <a:lnTo>
                        <a:pt x="61411" y="213231"/>
                      </a:lnTo>
                      <a:lnTo>
                        <a:pt x="81187" y="213231"/>
                      </a:lnTo>
                      <a:lnTo>
                        <a:pt x="81187" y="18139"/>
                      </a:lnTo>
                      <a:lnTo>
                        <a:pt x="142750" y="18139"/>
                      </a:lnTo>
                      <a:lnTo>
                        <a:pt x="142750" y="0"/>
                      </a:lnTo>
                      <a:lnTo>
                        <a:pt x="0" y="0"/>
                      </a:lnTo>
                      <a:lnTo>
                        <a:pt x="0" y="18139"/>
                      </a:lnTo>
                      <a:close/>
                    </a:path>
                  </a:pathLst>
                </a:custGeom>
                <a:grpFill/>
                <a:ln w="94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ES"/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48A207F8-E305-0833-689E-04C3FCDDA418}"/>
                    </a:ext>
                  </a:extLst>
                </p:cNvPr>
                <p:cNvSpPr/>
                <p:nvPr/>
              </p:nvSpPr>
              <p:spPr>
                <a:xfrm>
                  <a:off x="8787212" y="3201550"/>
                  <a:ext cx="208167" cy="213230"/>
                </a:xfrm>
                <a:custGeom>
                  <a:avLst/>
                  <a:gdLst>
                    <a:gd name="connsiteX0" fmla="*/ 113011 w 208167"/>
                    <a:gd name="connsiteY0" fmla="*/ 160442 h 213230"/>
                    <a:gd name="connsiteX1" fmla="*/ 108766 w 208167"/>
                    <a:gd name="connsiteY1" fmla="*/ 171005 h 213230"/>
                    <a:gd name="connsiteX2" fmla="*/ 104959 w 208167"/>
                    <a:gd name="connsiteY2" fmla="*/ 181854 h 213230"/>
                    <a:gd name="connsiteX3" fmla="*/ 104065 w 208167"/>
                    <a:gd name="connsiteY3" fmla="*/ 181854 h 213230"/>
                    <a:gd name="connsiteX4" fmla="*/ 100125 w 208167"/>
                    <a:gd name="connsiteY4" fmla="*/ 170624 h 213230"/>
                    <a:gd name="connsiteX5" fmla="*/ 95738 w 208167"/>
                    <a:gd name="connsiteY5" fmla="*/ 160299 h 213230"/>
                    <a:gd name="connsiteX6" fmla="*/ 23344 w 208167"/>
                    <a:gd name="connsiteY6" fmla="*/ 0 h 213230"/>
                    <a:gd name="connsiteX7" fmla="*/ 0 w 208167"/>
                    <a:gd name="connsiteY7" fmla="*/ 0 h 213230"/>
                    <a:gd name="connsiteX8" fmla="*/ 0 w 208167"/>
                    <a:gd name="connsiteY8" fmla="*/ 213231 h 213230"/>
                    <a:gd name="connsiteX9" fmla="*/ 19328 w 208167"/>
                    <a:gd name="connsiteY9" fmla="*/ 213231 h 213230"/>
                    <a:gd name="connsiteX10" fmla="*/ 19328 w 208167"/>
                    <a:gd name="connsiteY10" fmla="*/ 64380 h 213230"/>
                    <a:gd name="connsiteX11" fmla="*/ 19109 w 208167"/>
                    <a:gd name="connsiteY11" fmla="*/ 44909 h 213230"/>
                    <a:gd name="connsiteX12" fmla="*/ 18291 w 208167"/>
                    <a:gd name="connsiteY12" fmla="*/ 29292 h 213230"/>
                    <a:gd name="connsiteX13" fmla="*/ 18881 w 208167"/>
                    <a:gd name="connsiteY13" fmla="*/ 29292 h 213230"/>
                    <a:gd name="connsiteX14" fmla="*/ 25543 w 208167"/>
                    <a:gd name="connsiteY14" fmla="*/ 50229 h 213230"/>
                    <a:gd name="connsiteX15" fmla="*/ 100058 w 208167"/>
                    <a:gd name="connsiteY15" fmla="*/ 213231 h 213230"/>
                    <a:gd name="connsiteX16" fmla="*/ 108538 w 208167"/>
                    <a:gd name="connsiteY16" fmla="*/ 213231 h 213230"/>
                    <a:gd name="connsiteX17" fmla="*/ 182853 w 208167"/>
                    <a:gd name="connsiteY17" fmla="*/ 49220 h 213230"/>
                    <a:gd name="connsiteX18" fmla="*/ 186051 w 208167"/>
                    <a:gd name="connsiteY18" fmla="*/ 41188 h 213230"/>
                    <a:gd name="connsiteX19" fmla="*/ 189858 w 208167"/>
                    <a:gd name="connsiteY19" fmla="*/ 29587 h 213230"/>
                    <a:gd name="connsiteX20" fmla="*/ 190467 w 208167"/>
                    <a:gd name="connsiteY20" fmla="*/ 29587 h 213230"/>
                    <a:gd name="connsiteX21" fmla="*/ 188687 w 208167"/>
                    <a:gd name="connsiteY21" fmla="*/ 66017 h 213230"/>
                    <a:gd name="connsiteX22" fmla="*/ 188687 w 208167"/>
                    <a:gd name="connsiteY22" fmla="*/ 213231 h 213230"/>
                    <a:gd name="connsiteX23" fmla="*/ 208168 w 208167"/>
                    <a:gd name="connsiteY23" fmla="*/ 213231 h 213230"/>
                    <a:gd name="connsiteX24" fmla="*/ 208168 w 208167"/>
                    <a:gd name="connsiteY24" fmla="*/ 0 h 213230"/>
                    <a:gd name="connsiteX25" fmla="*/ 186022 w 208167"/>
                    <a:gd name="connsiteY25" fmla="*/ 0 h 2132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208167" h="213230">
                      <a:moveTo>
                        <a:pt x="113011" y="160442"/>
                      </a:moveTo>
                      <a:cubicBezTo>
                        <a:pt x="111317" y="164248"/>
                        <a:pt x="109908" y="167731"/>
                        <a:pt x="108766" y="171005"/>
                      </a:cubicBezTo>
                      <a:lnTo>
                        <a:pt x="104959" y="181854"/>
                      </a:lnTo>
                      <a:lnTo>
                        <a:pt x="104065" y="181854"/>
                      </a:lnTo>
                      <a:cubicBezTo>
                        <a:pt x="102878" y="177895"/>
                        <a:pt x="101565" y="174152"/>
                        <a:pt x="100125" y="170624"/>
                      </a:cubicBezTo>
                      <a:cubicBezTo>
                        <a:pt x="98685" y="167097"/>
                        <a:pt x="97222" y="163655"/>
                        <a:pt x="95738" y="160299"/>
                      </a:cubicBezTo>
                      <a:lnTo>
                        <a:pt x="23344" y="0"/>
                      </a:lnTo>
                      <a:lnTo>
                        <a:pt x="0" y="0"/>
                      </a:lnTo>
                      <a:lnTo>
                        <a:pt x="0" y="213231"/>
                      </a:lnTo>
                      <a:lnTo>
                        <a:pt x="19328" y="213231"/>
                      </a:lnTo>
                      <a:lnTo>
                        <a:pt x="19328" y="64380"/>
                      </a:lnTo>
                      <a:cubicBezTo>
                        <a:pt x="19328" y="57243"/>
                        <a:pt x="19255" y="50752"/>
                        <a:pt x="19109" y="44909"/>
                      </a:cubicBezTo>
                      <a:cubicBezTo>
                        <a:pt x="18964" y="39066"/>
                        <a:pt x="18691" y="33860"/>
                        <a:pt x="18291" y="29292"/>
                      </a:cubicBezTo>
                      <a:lnTo>
                        <a:pt x="18881" y="29292"/>
                      </a:lnTo>
                      <a:cubicBezTo>
                        <a:pt x="20545" y="36436"/>
                        <a:pt x="22772" y="43437"/>
                        <a:pt x="25543" y="50229"/>
                      </a:cubicBezTo>
                      <a:lnTo>
                        <a:pt x="100058" y="213231"/>
                      </a:lnTo>
                      <a:lnTo>
                        <a:pt x="108538" y="213231"/>
                      </a:lnTo>
                      <a:lnTo>
                        <a:pt x="182853" y="49220"/>
                      </a:lnTo>
                      <a:cubicBezTo>
                        <a:pt x="184058" y="46600"/>
                        <a:pt x="185126" y="43919"/>
                        <a:pt x="186051" y="41188"/>
                      </a:cubicBezTo>
                      <a:cubicBezTo>
                        <a:pt x="187193" y="37914"/>
                        <a:pt x="188462" y="34048"/>
                        <a:pt x="189858" y="29587"/>
                      </a:cubicBezTo>
                      <a:lnTo>
                        <a:pt x="190467" y="29587"/>
                      </a:lnTo>
                      <a:cubicBezTo>
                        <a:pt x="189280" y="46343"/>
                        <a:pt x="188687" y="58487"/>
                        <a:pt x="188687" y="66017"/>
                      </a:cubicBezTo>
                      <a:lnTo>
                        <a:pt x="188687" y="213231"/>
                      </a:lnTo>
                      <a:lnTo>
                        <a:pt x="208168" y="213231"/>
                      </a:lnTo>
                      <a:lnTo>
                        <a:pt x="208168" y="0"/>
                      </a:lnTo>
                      <a:lnTo>
                        <a:pt x="186022" y="0"/>
                      </a:lnTo>
                      <a:close/>
                    </a:path>
                  </a:pathLst>
                </a:custGeom>
                <a:grpFill/>
                <a:ln w="94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ES"/>
                </a:p>
              </p:txBody>
            </p:sp>
          </p:grp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79FD216B-070B-4856-D062-2D13CC8A6DCB}"/>
                  </a:ext>
                </a:extLst>
              </p:cNvPr>
              <p:cNvSpPr/>
              <p:nvPr/>
            </p:nvSpPr>
            <p:spPr>
              <a:xfrm>
                <a:off x="8450454" y="2929429"/>
                <a:ext cx="768096" cy="768096"/>
              </a:xfrm>
              <a:custGeom>
                <a:avLst/>
                <a:gdLst>
                  <a:gd name="connsiteX0" fmla="*/ 361434 w 722867"/>
                  <a:gd name="connsiteY0" fmla="*/ 0 h 722867"/>
                  <a:gd name="connsiteX1" fmla="*/ 0 w 722867"/>
                  <a:gd name="connsiteY1" fmla="*/ 361434 h 722867"/>
                  <a:gd name="connsiteX2" fmla="*/ 361434 w 722867"/>
                  <a:gd name="connsiteY2" fmla="*/ 722868 h 722867"/>
                  <a:gd name="connsiteX3" fmla="*/ 722868 w 722867"/>
                  <a:gd name="connsiteY3" fmla="*/ 361434 h 722867"/>
                  <a:gd name="connsiteX4" fmla="*/ 361757 w 722867"/>
                  <a:gd name="connsiteY4" fmla="*/ 0 h 722867"/>
                  <a:gd name="connsiteX5" fmla="*/ 361434 w 722867"/>
                  <a:gd name="connsiteY5" fmla="*/ 0 h 722867"/>
                  <a:gd name="connsiteX6" fmla="*/ 361434 w 722867"/>
                  <a:gd name="connsiteY6" fmla="*/ 703834 h 722867"/>
                  <a:gd name="connsiteX7" fmla="*/ 19033 w 722867"/>
                  <a:gd name="connsiteY7" fmla="*/ 361434 h 722867"/>
                  <a:gd name="connsiteX8" fmla="*/ 361434 w 722867"/>
                  <a:gd name="connsiteY8" fmla="*/ 19033 h 722867"/>
                  <a:gd name="connsiteX9" fmla="*/ 703834 w 722867"/>
                  <a:gd name="connsiteY9" fmla="*/ 361434 h 722867"/>
                  <a:gd name="connsiteX10" fmla="*/ 361434 w 722867"/>
                  <a:gd name="connsiteY10" fmla="*/ 703834 h 7228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22867" h="722867">
                    <a:moveTo>
                      <a:pt x="361434" y="0"/>
                    </a:moveTo>
                    <a:cubicBezTo>
                      <a:pt x="161820" y="0"/>
                      <a:pt x="0" y="161820"/>
                      <a:pt x="0" y="361434"/>
                    </a:cubicBezTo>
                    <a:cubicBezTo>
                      <a:pt x="0" y="561048"/>
                      <a:pt x="161820" y="722868"/>
                      <a:pt x="361434" y="722868"/>
                    </a:cubicBezTo>
                    <a:cubicBezTo>
                      <a:pt x="561048" y="722868"/>
                      <a:pt x="722868" y="561048"/>
                      <a:pt x="722868" y="361434"/>
                    </a:cubicBezTo>
                    <a:cubicBezTo>
                      <a:pt x="722957" y="161909"/>
                      <a:pt x="561282" y="89"/>
                      <a:pt x="361757" y="0"/>
                    </a:cubicBezTo>
                    <a:cubicBezTo>
                      <a:pt x="361650" y="0"/>
                      <a:pt x="361541" y="0"/>
                      <a:pt x="361434" y="0"/>
                    </a:cubicBezTo>
                    <a:close/>
                    <a:moveTo>
                      <a:pt x="361434" y="703834"/>
                    </a:moveTo>
                    <a:cubicBezTo>
                      <a:pt x="172331" y="703834"/>
                      <a:pt x="19033" y="550537"/>
                      <a:pt x="19033" y="361434"/>
                    </a:cubicBezTo>
                    <a:cubicBezTo>
                      <a:pt x="19033" y="172331"/>
                      <a:pt x="172331" y="19033"/>
                      <a:pt x="361434" y="19033"/>
                    </a:cubicBezTo>
                    <a:cubicBezTo>
                      <a:pt x="550537" y="19033"/>
                      <a:pt x="703834" y="172331"/>
                      <a:pt x="703834" y="361434"/>
                    </a:cubicBezTo>
                    <a:cubicBezTo>
                      <a:pt x="703619" y="550448"/>
                      <a:pt x="550448" y="703619"/>
                      <a:pt x="361434" y="703834"/>
                    </a:cubicBezTo>
                    <a:close/>
                  </a:path>
                </a:pathLst>
              </a:custGeom>
              <a:grpFill/>
              <a:ln w="94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</p:grpSp>
        <p:sp>
          <p:nvSpPr>
            <p:cNvPr id="28" name="object 70">
              <a:extLst>
                <a:ext uri="{FF2B5EF4-FFF2-40B4-BE49-F238E27FC236}">
                  <a16:creationId xmlns:a16="http://schemas.microsoft.com/office/drawing/2014/main" id="{AF3D8430-30F6-AEE9-2535-CB64508F9BEF}"/>
                </a:ext>
              </a:extLst>
            </p:cNvPr>
            <p:cNvSpPr txBox="1"/>
            <p:nvPr/>
          </p:nvSpPr>
          <p:spPr>
            <a:xfrm>
              <a:off x="8455915" y="3645814"/>
              <a:ext cx="938474" cy="263448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70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600" b="1" i="0" u="none" strike="noStrike" kern="0" cap="none" spc="-5" normalizeH="0" baseline="0" noProof="0" dirty="0" err="1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Equity</a:t>
              </a:r>
              <a:endParaRPr kumimoji="0" lang="es-ES" sz="1600" b="1" i="0" u="none" strike="noStrike" kern="0" cap="none" spc="-5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DC4593D8-19DA-AF5F-0913-4585E4B5784A}"/>
              </a:ext>
            </a:extLst>
          </p:cNvPr>
          <p:cNvSpPr txBox="1"/>
          <p:nvPr/>
        </p:nvSpPr>
        <p:spPr>
          <a:xfrm>
            <a:off x="363000" y="4148450"/>
            <a:ext cx="11466000" cy="1546577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marL="0" lvl="1">
              <a:spcBef>
                <a:spcPts val="1800"/>
              </a:spcBef>
              <a:buSzPct val="100000"/>
            </a:pPr>
            <a:r>
              <a:rPr lang="es-ES" sz="1200" b="1" noProof="0" dirty="0">
                <a:solidFill>
                  <a:srgbClr val="383838"/>
                </a:solidFill>
              </a:rPr>
              <a:t>Insumos:</a:t>
            </a:r>
            <a:endParaRPr lang="es-ES" sz="1200" noProof="0" dirty="0">
              <a:solidFill>
                <a:srgbClr val="383838"/>
              </a:solidFill>
            </a:endParaRPr>
          </a:p>
          <a:p>
            <a:pPr marL="0" lvl="1">
              <a:spcBef>
                <a:spcPts val="300"/>
              </a:spcBef>
            </a:pPr>
            <a:r>
              <a:rPr lang="es-ES" sz="1200" noProof="0" dirty="0">
                <a:solidFill>
                  <a:srgbClr val="383838"/>
                </a:solidFill>
              </a:rPr>
              <a:t>XX años de datos mensuales/semanales:</a:t>
            </a:r>
            <a:endParaRPr lang="es-ES" sz="1200" noProof="0" dirty="0">
              <a:solidFill>
                <a:srgbClr val="383838"/>
              </a:solidFill>
              <a:cs typeface="Arial"/>
            </a:endParaRPr>
          </a:p>
          <a:p>
            <a:pPr marL="361950" lvl="2" indent="-180975">
              <a:spcBef>
                <a:spcPts val="600"/>
              </a:spcBef>
              <a:buSzPct val="100000"/>
              <a:buFont typeface="Arial" panose="020B0604020202020204" pitchFamily="34" charset="0"/>
              <a:buChar char="ꟷ"/>
            </a:pPr>
            <a:r>
              <a:rPr lang="es-ES" sz="1200" noProof="0" dirty="0">
                <a:solidFill>
                  <a:srgbClr val="383838"/>
                </a:solidFill>
                <a:cs typeface="Arial"/>
              </a:rPr>
              <a:t>Ventas, distribución y precio promedio de la marca.</a:t>
            </a:r>
          </a:p>
          <a:p>
            <a:pPr marL="361950" lvl="2" indent="-180975">
              <a:spcBef>
                <a:spcPts val="600"/>
              </a:spcBef>
              <a:buSzPct val="100000"/>
              <a:buFont typeface="Arial" panose="020B0604020202020204" pitchFamily="34" charset="0"/>
              <a:buChar char="ꟷ"/>
            </a:pPr>
            <a:r>
              <a:rPr lang="es-ES" sz="1200" noProof="0" dirty="0">
                <a:solidFill>
                  <a:srgbClr val="383838"/>
                </a:solidFill>
                <a:cs typeface="Arial"/>
              </a:rPr>
              <a:t>Inversión y ejecución en medios (TV, OOH, Digital, etc.)</a:t>
            </a:r>
          </a:p>
          <a:p>
            <a:pPr marL="361950" lvl="2" indent="-180975">
              <a:spcBef>
                <a:spcPts val="600"/>
              </a:spcBef>
              <a:buSzPct val="100000"/>
              <a:buFont typeface="Arial" panose="020B0604020202020204" pitchFamily="34" charset="0"/>
              <a:buChar char="ꟷ"/>
            </a:pPr>
            <a:r>
              <a:rPr lang="es-ES" sz="1200" dirty="0">
                <a:solidFill>
                  <a:srgbClr val="383838"/>
                </a:solidFill>
                <a:cs typeface="Arial"/>
              </a:rPr>
              <a:t>Otros esfuerzos de marketing (actividad en medios propios, lanzamientos, promociones, etc.)</a:t>
            </a:r>
          </a:p>
          <a:p>
            <a:pPr marL="361950" lvl="2" indent="-180975">
              <a:spcBef>
                <a:spcPts val="600"/>
              </a:spcBef>
              <a:buSzPct val="100000"/>
              <a:buFont typeface="Arial" panose="020B0604020202020204" pitchFamily="34" charset="0"/>
              <a:buChar char="ꟷ"/>
            </a:pPr>
            <a:r>
              <a:rPr lang="es-ES" sz="1200" dirty="0">
                <a:solidFill>
                  <a:srgbClr val="383838"/>
                </a:solidFill>
                <a:cs typeface="Arial"/>
              </a:rPr>
              <a:t>Variables macroeconómicas. </a:t>
            </a:r>
            <a:endParaRPr lang="es-ES" sz="1200" noProof="0" dirty="0">
              <a:solidFill>
                <a:srgbClr val="383838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19406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1C025-D177-1BE4-0AE0-314D31FE7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Al final, contaremos con los siguientes resultados: 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E5014D-59FB-3061-8A64-AE66A587D7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B384A3-7108-DA45-35CC-5A0253BF5A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/>
              <a:t>© Kantar 2025 | </a:t>
            </a:r>
            <a:fld id="{4034BEE3-566C-4068-A777-C3A4762E861B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85BC1789-0180-5FF9-F1CF-A82AEA60A0FE}"/>
              </a:ext>
            </a:extLst>
          </p:cNvPr>
          <p:cNvSpPr/>
          <p:nvPr/>
        </p:nvSpPr>
        <p:spPr bwMode="ltGray">
          <a:xfrm>
            <a:off x="359999" y="1724834"/>
            <a:ext cx="5593126" cy="30175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s-ES" sz="1400" b="0" noProof="0" dirty="0"/>
              <a:t>1. Descomposición de ventas / </a:t>
            </a:r>
            <a:r>
              <a:rPr lang="es-ES" sz="1400" b="0" noProof="0" dirty="0" err="1"/>
              <a:t>equity</a:t>
            </a:r>
            <a:r>
              <a:rPr lang="es-ES" sz="1400" b="0" noProof="0" dirty="0"/>
              <a:t> mensual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6D19759C-B251-A141-C334-C96C382BB2A6}"/>
              </a:ext>
            </a:extLst>
          </p:cNvPr>
          <p:cNvSpPr/>
          <p:nvPr/>
        </p:nvSpPr>
        <p:spPr bwMode="ltGray">
          <a:xfrm>
            <a:off x="6238877" y="1724835"/>
            <a:ext cx="5593126" cy="301752"/>
          </a:xfrm>
          <a:prstGeom prst="rect">
            <a:avLst/>
          </a:prstGeom>
          <a:solidFill>
            <a:srgbClr val="0060FF"/>
          </a:solidFill>
          <a:ln w="12700">
            <a:solidFill>
              <a:srgbClr val="006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s-ES" sz="1400" dirty="0">
                <a:solidFill>
                  <a:schemeClr val="bg1"/>
                </a:solidFill>
                <a:cs typeface="Arial"/>
              </a:rPr>
              <a:t>2. Volumen incremental por tipo de inversión</a:t>
            </a:r>
            <a:endParaRPr lang="es-ES" sz="1400" noProof="0" dirty="0">
              <a:solidFill>
                <a:srgbClr val="0060FF"/>
              </a:solidFill>
            </a:endParaRP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B7215349-1B07-6AEF-F6D9-32FC66A72D64}"/>
              </a:ext>
            </a:extLst>
          </p:cNvPr>
          <p:cNvSpPr/>
          <p:nvPr/>
        </p:nvSpPr>
        <p:spPr bwMode="ltGray">
          <a:xfrm>
            <a:off x="359997" y="3831319"/>
            <a:ext cx="5593126" cy="30175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s-ES" sz="1400" b="0" noProof="0" dirty="0">
                <a:solidFill>
                  <a:schemeClr val="bg1"/>
                </a:solidFill>
              </a:rPr>
              <a:t>3. ROI </a:t>
            </a:r>
            <a:r>
              <a:rPr lang="es-ES" sz="1400" dirty="0">
                <a:solidFill>
                  <a:schemeClr val="bg1"/>
                </a:solidFill>
              </a:rPr>
              <a:t>y curvas de saturación </a:t>
            </a:r>
            <a:endParaRPr lang="es-ES" sz="1400" b="0" noProof="0" dirty="0">
              <a:solidFill>
                <a:schemeClr val="bg1"/>
              </a:solidFill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FEDAED1A-4636-AA8B-AEA9-5B26C505DEAD}"/>
              </a:ext>
            </a:extLst>
          </p:cNvPr>
          <p:cNvSpPr/>
          <p:nvPr/>
        </p:nvSpPr>
        <p:spPr bwMode="ltGray">
          <a:xfrm>
            <a:off x="6233748" y="3835081"/>
            <a:ext cx="5593126" cy="301752"/>
          </a:xfrm>
          <a:prstGeom prst="rect">
            <a:avLst/>
          </a:prstGeom>
          <a:solidFill>
            <a:srgbClr val="FA0028"/>
          </a:solidFill>
          <a:ln w="12700">
            <a:solidFill>
              <a:srgbClr val="FA00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s-ES" sz="1400" b="0" noProof="0" dirty="0">
                <a:solidFill>
                  <a:schemeClr val="bg1"/>
                </a:solidFill>
              </a:rPr>
              <a:t>4. Optimización 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EB30EC48-85A9-6249-538A-69C40A4A8AA5}"/>
              </a:ext>
            </a:extLst>
          </p:cNvPr>
          <p:cNvSpPr/>
          <p:nvPr/>
        </p:nvSpPr>
        <p:spPr bwMode="ltGray">
          <a:xfrm>
            <a:off x="359997" y="1724834"/>
            <a:ext cx="5593126" cy="2011680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s-ES" sz="1600" b="0" noProof="0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2731C763-6B1D-A929-4E3B-D3C9D4F216EC}"/>
              </a:ext>
            </a:extLst>
          </p:cNvPr>
          <p:cNvSpPr/>
          <p:nvPr/>
        </p:nvSpPr>
        <p:spPr bwMode="ltGray">
          <a:xfrm>
            <a:off x="6233748" y="1724834"/>
            <a:ext cx="5593126" cy="2011679"/>
          </a:xfrm>
          <a:prstGeom prst="rect">
            <a:avLst/>
          </a:prstGeom>
          <a:noFill/>
          <a:ln w="12700">
            <a:solidFill>
              <a:srgbClr val="006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s-ES" sz="1600" b="0" noProof="0">
              <a:solidFill>
                <a:srgbClr val="0060FF"/>
              </a:solidFill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3D134825-6818-8418-8879-3642287521B5}"/>
              </a:ext>
            </a:extLst>
          </p:cNvPr>
          <p:cNvSpPr/>
          <p:nvPr/>
        </p:nvSpPr>
        <p:spPr bwMode="ltGray">
          <a:xfrm>
            <a:off x="359997" y="3861591"/>
            <a:ext cx="5593126" cy="2011680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s-ES" sz="1600" b="0" noProof="0">
              <a:solidFill>
                <a:srgbClr val="00E5BA"/>
              </a:solidFill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1A925A77-9C8C-40E5-DBDA-A67D8AF36C6B}"/>
              </a:ext>
            </a:extLst>
          </p:cNvPr>
          <p:cNvSpPr/>
          <p:nvPr/>
        </p:nvSpPr>
        <p:spPr bwMode="ltGray">
          <a:xfrm>
            <a:off x="6236378" y="3831319"/>
            <a:ext cx="5593126" cy="2041952"/>
          </a:xfrm>
          <a:prstGeom prst="rect">
            <a:avLst/>
          </a:prstGeom>
          <a:noFill/>
          <a:ln w="12700">
            <a:solidFill>
              <a:srgbClr val="FA00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s-ES" sz="1600" b="0" noProof="0">
              <a:solidFill>
                <a:srgbClr val="FA0028"/>
              </a:solidFill>
            </a:endParaRPr>
          </a:p>
        </p:txBody>
      </p: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D1D94A7F-2D6B-24BC-090A-81F3202F6E95}"/>
              </a:ext>
            </a:extLst>
          </p:cNvPr>
          <p:cNvGrpSpPr/>
          <p:nvPr/>
        </p:nvGrpSpPr>
        <p:grpSpPr>
          <a:xfrm>
            <a:off x="694187" y="2159253"/>
            <a:ext cx="4653577" cy="1460247"/>
            <a:chOff x="3644556" y="1642029"/>
            <a:chExt cx="5525754" cy="2957812"/>
          </a:xfrm>
        </p:grpSpPr>
        <p:sp>
          <p:nvSpPr>
            <p:cNvPr id="174" name="Freeform 37">
              <a:extLst>
                <a:ext uri="{FF2B5EF4-FFF2-40B4-BE49-F238E27FC236}">
                  <a16:creationId xmlns:a16="http://schemas.microsoft.com/office/drawing/2014/main" id="{3CAAC72E-BB22-ECC7-177E-79AFD0C787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8952" y="1642029"/>
              <a:ext cx="24899" cy="2957812"/>
            </a:xfrm>
            <a:custGeom>
              <a:avLst/>
              <a:gdLst>
                <a:gd name="T0" fmla="*/ 0 w 10"/>
                <a:gd name="T1" fmla="*/ 0 h 885"/>
                <a:gd name="T2" fmla="*/ 0 w 10"/>
                <a:gd name="T3" fmla="*/ 885 h 885"/>
                <a:gd name="T4" fmla="*/ 10 w 10"/>
                <a:gd name="T5" fmla="*/ 885 h 885"/>
                <a:gd name="T6" fmla="*/ 10 w 10"/>
                <a:gd name="T7" fmla="*/ 0 h 8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885">
                  <a:moveTo>
                    <a:pt x="0" y="0"/>
                  </a:moveTo>
                  <a:lnTo>
                    <a:pt x="0" y="885"/>
                  </a:lnTo>
                  <a:lnTo>
                    <a:pt x="10" y="885"/>
                  </a:lnTo>
                  <a:lnTo>
                    <a:pt x="1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endParaRPr>
            </a:p>
          </p:txBody>
        </p:sp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19A065D5-27E1-CFEE-199C-C0D8F1E5BE06}"/>
                </a:ext>
              </a:extLst>
            </p:cNvPr>
            <p:cNvGrpSpPr/>
            <p:nvPr/>
          </p:nvGrpSpPr>
          <p:grpSpPr>
            <a:xfrm>
              <a:off x="3967114" y="1752895"/>
              <a:ext cx="259686" cy="2335854"/>
              <a:chOff x="3967114" y="1752895"/>
              <a:chExt cx="125100" cy="838290"/>
            </a:xfrm>
          </p:grpSpPr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115B644C-1FDB-1E88-DF93-97C3EFFBB2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6614" y="2529878"/>
                <a:ext cx="55600" cy="61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" sz="800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+mn-lt"/>
                  </a:rPr>
                  <a:t>80</a:t>
                </a:r>
              </a:p>
            </p:txBody>
          </p:sp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0272EF04-FABE-BFD7-7E0D-AC7DFCFEAD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8814" y="2400381"/>
                <a:ext cx="83400" cy="61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" sz="800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+mn-lt"/>
                  </a:rPr>
                  <a:t>280</a:t>
                </a:r>
              </a:p>
            </p:txBody>
          </p:sp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0581B8A5-6F62-ECFC-6EBF-51EED6398D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8814" y="2270883"/>
                <a:ext cx="83400" cy="61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" sz="800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+mn-lt"/>
                  </a:rPr>
                  <a:t>480</a:t>
                </a:r>
              </a:p>
            </p:txBody>
          </p:sp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9F22A0BC-297F-4320-1444-46A1A6B783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8814" y="2141387"/>
                <a:ext cx="83400" cy="61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" sz="800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+mn-lt"/>
                  </a:rPr>
                  <a:t>680</a:t>
                </a:r>
              </a:p>
            </p:txBody>
          </p:sp>
          <p:sp>
            <p:nvSpPr>
              <p:cNvPr id="195" name="Rectangle 194">
                <a:extLst>
                  <a:ext uri="{FF2B5EF4-FFF2-40B4-BE49-F238E27FC236}">
                    <a16:creationId xmlns:a16="http://schemas.microsoft.com/office/drawing/2014/main" id="{BD34CE1F-F126-4B63-1D75-2600E0DB6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8814" y="2011889"/>
                <a:ext cx="83400" cy="61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" sz="800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+mn-lt"/>
                  </a:rPr>
                  <a:t>880</a:t>
                </a:r>
              </a:p>
            </p:txBody>
          </p:sp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C061F91E-2560-B869-B264-E0C3620B63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7114" y="1882393"/>
                <a:ext cx="125100" cy="61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" sz="800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+mn-lt"/>
                  </a:rPr>
                  <a:t>1,080</a:t>
                </a:r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F5502B27-8F9B-A425-DC05-9DB25CB966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7114" y="1752895"/>
                <a:ext cx="125100" cy="61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" sz="800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+mn-lt"/>
                  </a:rPr>
                  <a:t>1,280</a:t>
                </a:r>
              </a:p>
            </p:txBody>
          </p:sp>
        </p:grpSp>
        <p:sp>
          <p:nvSpPr>
            <p:cNvPr id="176" name="TextBox 149">
              <a:extLst>
                <a:ext uri="{FF2B5EF4-FFF2-40B4-BE49-F238E27FC236}">
                  <a16:creationId xmlns:a16="http://schemas.microsoft.com/office/drawing/2014/main" id="{92136B72-94FB-4E53-9422-7E1439E4365B}"/>
                </a:ext>
              </a:extLst>
            </p:cNvPr>
            <p:cNvSpPr txBox="1"/>
            <p:nvPr/>
          </p:nvSpPr>
          <p:spPr>
            <a:xfrm rot="16200000">
              <a:off x="3013056" y="2901600"/>
              <a:ext cx="1409185" cy="14618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Ventas / </a:t>
              </a:r>
              <a:r>
                <a:rPr kumimoji="0" lang="es-ES" sz="800" b="0" i="0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</a:rPr>
                <a:t>Equity</a:t>
              </a:r>
              <a:endParaRPr kumimoji="0" lang="es-E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177" name="Freeform 12">
              <a:extLst>
                <a:ext uri="{FF2B5EF4-FFF2-40B4-BE49-F238E27FC236}">
                  <a16:creationId xmlns:a16="http://schemas.microsoft.com/office/drawing/2014/main" id="{02ABBF59-FDAA-5798-4706-C22CF989D9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2911" y="2390787"/>
              <a:ext cx="4857396" cy="1366861"/>
            </a:xfrm>
            <a:custGeom>
              <a:avLst/>
              <a:gdLst>
                <a:gd name="T0" fmla="*/ 795 w 801"/>
                <a:gd name="T1" fmla="*/ 12 h 167"/>
                <a:gd name="T2" fmla="*/ 785 w 801"/>
                <a:gd name="T3" fmla="*/ 8 h 167"/>
                <a:gd name="T4" fmla="*/ 769 w 801"/>
                <a:gd name="T5" fmla="*/ 20 h 167"/>
                <a:gd name="T6" fmla="*/ 756 w 801"/>
                <a:gd name="T7" fmla="*/ 36 h 167"/>
                <a:gd name="T8" fmla="*/ 747 w 801"/>
                <a:gd name="T9" fmla="*/ 53 h 167"/>
                <a:gd name="T10" fmla="*/ 740 w 801"/>
                <a:gd name="T11" fmla="*/ 59 h 167"/>
                <a:gd name="T12" fmla="*/ 731 w 801"/>
                <a:gd name="T13" fmla="*/ 38 h 167"/>
                <a:gd name="T14" fmla="*/ 711 w 801"/>
                <a:gd name="T15" fmla="*/ 36 h 167"/>
                <a:gd name="T16" fmla="*/ 693 w 801"/>
                <a:gd name="T17" fmla="*/ 31 h 167"/>
                <a:gd name="T18" fmla="*/ 683 w 801"/>
                <a:gd name="T19" fmla="*/ 46 h 167"/>
                <a:gd name="T20" fmla="*/ 676 w 801"/>
                <a:gd name="T21" fmla="*/ 41 h 167"/>
                <a:gd name="T22" fmla="*/ 666 w 801"/>
                <a:gd name="T23" fmla="*/ 22 h 167"/>
                <a:gd name="T24" fmla="*/ 648 w 801"/>
                <a:gd name="T25" fmla="*/ 14 h 167"/>
                <a:gd name="T26" fmla="*/ 632 w 801"/>
                <a:gd name="T27" fmla="*/ 19 h 167"/>
                <a:gd name="T28" fmla="*/ 625 w 801"/>
                <a:gd name="T29" fmla="*/ 7 h 167"/>
                <a:gd name="T30" fmla="*/ 616 w 801"/>
                <a:gd name="T31" fmla="*/ 37 h 167"/>
                <a:gd name="T32" fmla="*/ 604 w 801"/>
                <a:gd name="T33" fmla="*/ 34 h 167"/>
                <a:gd name="T34" fmla="*/ 597 w 801"/>
                <a:gd name="T35" fmla="*/ 31 h 167"/>
                <a:gd name="T36" fmla="*/ 592 w 801"/>
                <a:gd name="T37" fmla="*/ 14 h 167"/>
                <a:gd name="T38" fmla="*/ 578 w 801"/>
                <a:gd name="T39" fmla="*/ 6 h 167"/>
                <a:gd name="T40" fmla="*/ 563 w 801"/>
                <a:gd name="T41" fmla="*/ 22 h 167"/>
                <a:gd name="T42" fmla="*/ 544 w 801"/>
                <a:gd name="T43" fmla="*/ 20 h 167"/>
                <a:gd name="T44" fmla="*/ 523 w 801"/>
                <a:gd name="T45" fmla="*/ 24 h 167"/>
                <a:gd name="T46" fmla="*/ 504 w 801"/>
                <a:gd name="T47" fmla="*/ 49 h 167"/>
                <a:gd name="T48" fmla="*/ 481 w 801"/>
                <a:gd name="T49" fmla="*/ 45 h 167"/>
                <a:gd name="T50" fmla="*/ 465 w 801"/>
                <a:gd name="T51" fmla="*/ 44 h 167"/>
                <a:gd name="T52" fmla="*/ 441 w 801"/>
                <a:gd name="T53" fmla="*/ 46 h 167"/>
                <a:gd name="T54" fmla="*/ 423 w 801"/>
                <a:gd name="T55" fmla="*/ 48 h 167"/>
                <a:gd name="T56" fmla="*/ 401 w 801"/>
                <a:gd name="T57" fmla="*/ 56 h 167"/>
                <a:gd name="T58" fmla="*/ 394 w 801"/>
                <a:gd name="T59" fmla="*/ 69 h 167"/>
                <a:gd name="T60" fmla="*/ 387 w 801"/>
                <a:gd name="T61" fmla="*/ 54 h 167"/>
                <a:gd name="T62" fmla="*/ 376 w 801"/>
                <a:gd name="T63" fmla="*/ 42 h 167"/>
                <a:gd name="T64" fmla="*/ 359 w 801"/>
                <a:gd name="T65" fmla="*/ 55 h 167"/>
                <a:gd name="T66" fmla="*/ 348 w 801"/>
                <a:gd name="T67" fmla="*/ 67 h 167"/>
                <a:gd name="T68" fmla="*/ 334 w 801"/>
                <a:gd name="T69" fmla="*/ 79 h 167"/>
                <a:gd name="T70" fmla="*/ 308 w 801"/>
                <a:gd name="T71" fmla="*/ 87 h 167"/>
                <a:gd name="T72" fmla="*/ 294 w 801"/>
                <a:gd name="T73" fmla="*/ 91 h 167"/>
                <a:gd name="T74" fmla="*/ 277 w 801"/>
                <a:gd name="T75" fmla="*/ 101 h 167"/>
                <a:gd name="T76" fmla="*/ 264 w 801"/>
                <a:gd name="T77" fmla="*/ 109 h 167"/>
                <a:gd name="T78" fmla="*/ 246 w 801"/>
                <a:gd name="T79" fmla="*/ 120 h 167"/>
                <a:gd name="T80" fmla="*/ 225 w 801"/>
                <a:gd name="T81" fmla="*/ 124 h 167"/>
                <a:gd name="T82" fmla="*/ 205 w 801"/>
                <a:gd name="T83" fmla="*/ 125 h 167"/>
                <a:gd name="T84" fmla="*/ 190 w 801"/>
                <a:gd name="T85" fmla="*/ 134 h 167"/>
                <a:gd name="T86" fmla="*/ 179 w 801"/>
                <a:gd name="T87" fmla="*/ 134 h 167"/>
                <a:gd name="T88" fmla="*/ 161 w 801"/>
                <a:gd name="T89" fmla="*/ 139 h 167"/>
                <a:gd name="T90" fmla="*/ 153 w 801"/>
                <a:gd name="T91" fmla="*/ 134 h 167"/>
                <a:gd name="T92" fmla="*/ 144 w 801"/>
                <a:gd name="T93" fmla="*/ 131 h 167"/>
                <a:gd name="T94" fmla="*/ 136 w 801"/>
                <a:gd name="T95" fmla="*/ 136 h 167"/>
                <a:gd name="T96" fmla="*/ 117 w 801"/>
                <a:gd name="T97" fmla="*/ 138 h 167"/>
                <a:gd name="T98" fmla="*/ 99 w 801"/>
                <a:gd name="T99" fmla="*/ 140 h 167"/>
                <a:gd name="T100" fmla="*/ 89 w 801"/>
                <a:gd name="T101" fmla="*/ 133 h 167"/>
                <a:gd name="T102" fmla="*/ 74 w 801"/>
                <a:gd name="T103" fmla="*/ 134 h 167"/>
                <a:gd name="T104" fmla="*/ 62 w 801"/>
                <a:gd name="T105" fmla="*/ 137 h 167"/>
                <a:gd name="T106" fmla="*/ 52 w 801"/>
                <a:gd name="T107" fmla="*/ 131 h 167"/>
                <a:gd name="T108" fmla="*/ 41 w 801"/>
                <a:gd name="T109" fmla="*/ 127 h 167"/>
                <a:gd name="T110" fmla="*/ 33 w 801"/>
                <a:gd name="T111" fmla="*/ 132 h 167"/>
                <a:gd name="T112" fmla="*/ 15 w 801"/>
                <a:gd name="T113" fmla="*/ 136 h 167"/>
                <a:gd name="T114" fmla="*/ 2 w 801"/>
                <a:gd name="T115" fmla="*/ 14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801" h="167">
                  <a:moveTo>
                    <a:pt x="801" y="26"/>
                  </a:moveTo>
                  <a:cubicBezTo>
                    <a:pt x="801" y="25"/>
                    <a:pt x="800" y="24"/>
                    <a:pt x="799" y="23"/>
                  </a:cubicBezTo>
                  <a:cubicBezTo>
                    <a:pt x="799" y="23"/>
                    <a:pt x="799" y="22"/>
                    <a:pt x="799" y="22"/>
                  </a:cubicBezTo>
                  <a:cubicBezTo>
                    <a:pt x="799" y="21"/>
                    <a:pt x="799" y="21"/>
                    <a:pt x="798" y="21"/>
                  </a:cubicBezTo>
                  <a:cubicBezTo>
                    <a:pt x="798" y="20"/>
                    <a:pt x="798" y="19"/>
                    <a:pt x="797" y="18"/>
                  </a:cubicBezTo>
                  <a:cubicBezTo>
                    <a:pt x="797" y="17"/>
                    <a:pt x="797" y="16"/>
                    <a:pt x="796" y="15"/>
                  </a:cubicBezTo>
                  <a:cubicBezTo>
                    <a:pt x="796" y="14"/>
                    <a:pt x="796" y="13"/>
                    <a:pt x="795" y="12"/>
                  </a:cubicBezTo>
                  <a:cubicBezTo>
                    <a:pt x="795" y="11"/>
                    <a:pt x="795" y="11"/>
                    <a:pt x="795" y="11"/>
                  </a:cubicBezTo>
                  <a:cubicBezTo>
                    <a:pt x="795" y="10"/>
                    <a:pt x="795" y="9"/>
                    <a:pt x="795" y="9"/>
                  </a:cubicBezTo>
                  <a:cubicBezTo>
                    <a:pt x="795" y="6"/>
                    <a:pt x="793" y="4"/>
                    <a:pt x="793" y="3"/>
                  </a:cubicBezTo>
                  <a:cubicBezTo>
                    <a:pt x="792" y="1"/>
                    <a:pt x="792" y="0"/>
                    <a:pt x="791" y="0"/>
                  </a:cubicBezTo>
                  <a:cubicBezTo>
                    <a:pt x="790" y="0"/>
                    <a:pt x="789" y="0"/>
                    <a:pt x="788" y="1"/>
                  </a:cubicBezTo>
                  <a:cubicBezTo>
                    <a:pt x="787" y="2"/>
                    <a:pt x="786" y="4"/>
                    <a:pt x="786" y="5"/>
                  </a:cubicBezTo>
                  <a:cubicBezTo>
                    <a:pt x="785" y="6"/>
                    <a:pt x="785" y="7"/>
                    <a:pt x="785" y="8"/>
                  </a:cubicBezTo>
                  <a:cubicBezTo>
                    <a:pt x="784" y="10"/>
                    <a:pt x="784" y="11"/>
                    <a:pt x="783" y="12"/>
                  </a:cubicBezTo>
                  <a:cubicBezTo>
                    <a:pt x="783" y="13"/>
                    <a:pt x="782" y="13"/>
                    <a:pt x="782" y="14"/>
                  </a:cubicBezTo>
                  <a:cubicBezTo>
                    <a:pt x="781" y="15"/>
                    <a:pt x="780" y="16"/>
                    <a:pt x="778" y="16"/>
                  </a:cubicBezTo>
                  <a:cubicBezTo>
                    <a:pt x="778" y="17"/>
                    <a:pt x="777" y="17"/>
                    <a:pt x="776" y="18"/>
                  </a:cubicBezTo>
                  <a:cubicBezTo>
                    <a:pt x="775" y="18"/>
                    <a:pt x="773" y="18"/>
                    <a:pt x="772" y="19"/>
                  </a:cubicBezTo>
                  <a:cubicBezTo>
                    <a:pt x="771" y="19"/>
                    <a:pt x="771" y="19"/>
                    <a:pt x="771" y="20"/>
                  </a:cubicBezTo>
                  <a:cubicBezTo>
                    <a:pt x="770" y="20"/>
                    <a:pt x="770" y="20"/>
                    <a:pt x="769" y="20"/>
                  </a:cubicBezTo>
                  <a:cubicBezTo>
                    <a:pt x="768" y="21"/>
                    <a:pt x="768" y="21"/>
                    <a:pt x="767" y="22"/>
                  </a:cubicBezTo>
                  <a:cubicBezTo>
                    <a:pt x="766" y="22"/>
                    <a:pt x="766" y="22"/>
                    <a:pt x="766" y="22"/>
                  </a:cubicBezTo>
                  <a:cubicBezTo>
                    <a:pt x="765" y="22"/>
                    <a:pt x="765" y="23"/>
                    <a:pt x="765" y="23"/>
                  </a:cubicBezTo>
                  <a:cubicBezTo>
                    <a:pt x="764" y="24"/>
                    <a:pt x="764" y="25"/>
                    <a:pt x="763" y="25"/>
                  </a:cubicBezTo>
                  <a:cubicBezTo>
                    <a:pt x="761" y="27"/>
                    <a:pt x="760" y="28"/>
                    <a:pt x="759" y="30"/>
                  </a:cubicBezTo>
                  <a:cubicBezTo>
                    <a:pt x="759" y="31"/>
                    <a:pt x="758" y="32"/>
                    <a:pt x="758" y="34"/>
                  </a:cubicBezTo>
                  <a:cubicBezTo>
                    <a:pt x="757" y="34"/>
                    <a:pt x="757" y="35"/>
                    <a:pt x="756" y="36"/>
                  </a:cubicBezTo>
                  <a:cubicBezTo>
                    <a:pt x="756" y="37"/>
                    <a:pt x="756" y="38"/>
                    <a:pt x="755" y="39"/>
                  </a:cubicBezTo>
                  <a:cubicBezTo>
                    <a:pt x="755" y="40"/>
                    <a:pt x="754" y="40"/>
                    <a:pt x="754" y="41"/>
                  </a:cubicBezTo>
                  <a:cubicBezTo>
                    <a:pt x="753" y="42"/>
                    <a:pt x="752" y="43"/>
                    <a:pt x="752" y="44"/>
                  </a:cubicBezTo>
                  <a:cubicBezTo>
                    <a:pt x="751" y="45"/>
                    <a:pt x="751" y="45"/>
                    <a:pt x="751" y="46"/>
                  </a:cubicBezTo>
                  <a:cubicBezTo>
                    <a:pt x="751" y="46"/>
                    <a:pt x="751" y="46"/>
                    <a:pt x="750" y="47"/>
                  </a:cubicBezTo>
                  <a:cubicBezTo>
                    <a:pt x="750" y="48"/>
                    <a:pt x="749" y="49"/>
                    <a:pt x="749" y="51"/>
                  </a:cubicBezTo>
                  <a:cubicBezTo>
                    <a:pt x="748" y="51"/>
                    <a:pt x="748" y="53"/>
                    <a:pt x="747" y="53"/>
                  </a:cubicBezTo>
                  <a:cubicBezTo>
                    <a:pt x="747" y="54"/>
                    <a:pt x="746" y="55"/>
                    <a:pt x="746" y="56"/>
                  </a:cubicBezTo>
                  <a:cubicBezTo>
                    <a:pt x="746" y="57"/>
                    <a:pt x="746" y="57"/>
                    <a:pt x="746" y="58"/>
                  </a:cubicBezTo>
                  <a:cubicBezTo>
                    <a:pt x="746" y="58"/>
                    <a:pt x="745" y="58"/>
                    <a:pt x="745" y="59"/>
                  </a:cubicBezTo>
                  <a:cubicBezTo>
                    <a:pt x="745" y="60"/>
                    <a:pt x="745" y="61"/>
                    <a:pt x="744" y="62"/>
                  </a:cubicBezTo>
                  <a:cubicBezTo>
                    <a:pt x="743" y="63"/>
                    <a:pt x="742" y="63"/>
                    <a:pt x="741" y="62"/>
                  </a:cubicBezTo>
                  <a:cubicBezTo>
                    <a:pt x="741" y="61"/>
                    <a:pt x="741" y="60"/>
                    <a:pt x="741" y="60"/>
                  </a:cubicBezTo>
                  <a:cubicBezTo>
                    <a:pt x="740" y="59"/>
                    <a:pt x="740" y="59"/>
                    <a:pt x="740" y="59"/>
                  </a:cubicBezTo>
                  <a:cubicBezTo>
                    <a:pt x="740" y="58"/>
                    <a:pt x="740" y="58"/>
                    <a:pt x="740" y="57"/>
                  </a:cubicBezTo>
                  <a:cubicBezTo>
                    <a:pt x="740" y="56"/>
                    <a:pt x="739" y="56"/>
                    <a:pt x="739" y="55"/>
                  </a:cubicBezTo>
                  <a:cubicBezTo>
                    <a:pt x="738" y="53"/>
                    <a:pt x="738" y="51"/>
                    <a:pt x="737" y="49"/>
                  </a:cubicBezTo>
                  <a:cubicBezTo>
                    <a:pt x="737" y="48"/>
                    <a:pt x="736" y="47"/>
                    <a:pt x="736" y="46"/>
                  </a:cubicBezTo>
                  <a:cubicBezTo>
                    <a:pt x="735" y="44"/>
                    <a:pt x="735" y="43"/>
                    <a:pt x="734" y="42"/>
                  </a:cubicBezTo>
                  <a:cubicBezTo>
                    <a:pt x="734" y="41"/>
                    <a:pt x="733" y="40"/>
                    <a:pt x="732" y="39"/>
                  </a:cubicBezTo>
                  <a:cubicBezTo>
                    <a:pt x="732" y="38"/>
                    <a:pt x="732" y="38"/>
                    <a:pt x="731" y="38"/>
                  </a:cubicBezTo>
                  <a:cubicBezTo>
                    <a:pt x="731" y="37"/>
                    <a:pt x="731" y="36"/>
                    <a:pt x="730" y="36"/>
                  </a:cubicBezTo>
                  <a:cubicBezTo>
                    <a:pt x="729" y="36"/>
                    <a:pt x="727" y="36"/>
                    <a:pt x="727" y="36"/>
                  </a:cubicBezTo>
                  <a:cubicBezTo>
                    <a:pt x="726" y="37"/>
                    <a:pt x="726" y="37"/>
                    <a:pt x="726" y="37"/>
                  </a:cubicBezTo>
                  <a:cubicBezTo>
                    <a:pt x="726" y="38"/>
                    <a:pt x="725" y="38"/>
                    <a:pt x="725" y="38"/>
                  </a:cubicBezTo>
                  <a:cubicBezTo>
                    <a:pt x="724" y="39"/>
                    <a:pt x="723" y="39"/>
                    <a:pt x="722" y="40"/>
                  </a:cubicBezTo>
                  <a:cubicBezTo>
                    <a:pt x="720" y="40"/>
                    <a:pt x="718" y="39"/>
                    <a:pt x="716" y="40"/>
                  </a:cubicBezTo>
                  <a:cubicBezTo>
                    <a:pt x="714" y="40"/>
                    <a:pt x="712" y="38"/>
                    <a:pt x="711" y="36"/>
                  </a:cubicBezTo>
                  <a:cubicBezTo>
                    <a:pt x="710" y="35"/>
                    <a:pt x="709" y="35"/>
                    <a:pt x="709" y="34"/>
                  </a:cubicBezTo>
                  <a:cubicBezTo>
                    <a:pt x="708" y="33"/>
                    <a:pt x="708" y="32"/>
                    <a:pt x="707" y="31"/>
                  </a:cubicBezTo>
                  <a:cubicBezTo>
                    <a:pt x="706" y="30"/>
                    <a:pt x="705" y="30"/>
                    <a:pt x="703" y="30"/>
                  </a:cubicBezTo>
                  <a:cubicBezTo>
                    <a:pt x="703" y="30"/>
                    <a:pt x="703" y="30"/>
                    <a:pt x="702" y="30"/>
                  </a:cubicBezTo>
                  <a:cubicBezTo>
                    <a:pt x="701" y="31"/>
                    <a:pt x="700" y="30"/>
                    <a:pt x="699" y="31"/>
                  </a:cubicBezTo>
                  <a:cubicBezTo>
                    <a:pt x="698" y="31"/>
                    <a:pt x="697" y="31"/>
                    <a:pt x="696" y="31"/>
                  </a:cubicBezTo>
                  <a:cubicBezTo>
                    <a:pt x="695" y="30"/>
                    <a:pt x="694" y="30"/>
                    <a:pt x="693" y="31"/>
                  </a:cubicBezTo>
                  <a:cubicBezTo>
                    <a:pt x="692" y="31"/>
                    <a:pt x="692" y="32"/>
                    <a:pt x="691" y="33"/>
                  </a:cubicBezTo>
                  <a:cubicBezTo>
                    <a:pt x="691" y="34"/>
                    <a:pt x="690" y="35"/>
                    <a:pt x="690" y="36"/>
                  </a:cubicBezTo>
                  <a:cubicBezTo>
                    <a:pt x="689" y="36"/>
                    <a:pt x="689" y="36"/>
                    <a:pt x="689" y="36"/>
                  </a:cubicBezTo>
                  <a:cubicBezTo>
                    <a:pt x="688" y="37"/>
                    <a:pt x="688" y="38"/>
                    <a:pt x="688" y="38"/>
                  </a:cubicBezTo>
                  <a:cubicBezTo>
                    <a:pt x="687" y="40"/>
                    <a:pt x="686" y="42"/>
                    <a:pt x="685" y="44"/>
                  </a:cubicBezTo>
                  <a:cubicBezTo>
                    <a:pt x="685" y="45"/>
                    <a:pt x="684" y="45"/>
                    <a:pt x="684" y="45"/>
                  </a:cubicBezTo>
                  <a:cubicBezTo>
                    <a:pt x="684" y="46"/>
                    <a:pt x="683" y="46"/>
                    <a:pt x="683" y="46"/>
                  </a:cubicBezTo>
                  <a:cubicBezTo>
                    <a:pt x="683" y="46"/>
                    <a:pt x="683" y="47"/>
                    <a:pt x="683" y="47"/>
                  </a:cubicBezTo>
                  <a:cubicBezTo>
                    <a:pt x="682" y="48"/>
                    <a:pt x="681" y="48"/>
                    <a:pt x="681" y="48"/>
                  </a:cubicBezTo>
                  <a:cubicBezTo>
                    <a:pt x="680" y="47"/>
                    <a:pt x="680" y="47"/>
                    <a:pt x="679" y="47"/>
                  </a:cubicBezTo>
                  <a:cubicBezTo>
                    <a:pt x="679" y="46"/>
                    <a:pt x="678" y="46"/>
                    <a:pt x="678" y="46"/>
                  </a:cubicBezTo>
                  <a:cubicBezTo>
                    <a:pt x="678" y="46"/>
                    <a:pt x="678" y="45"/>
                    <a:pt x="678" y="45"/>
                  </a:cubicBezTo>
                  <a:cubicBezTo>
                    <a:pt x="678" y="44"/>
                    <a:pt x="677" y="44"/>
                    <a:pt x="677" y="43"/>
                  </a:cubicBezTo>
                  <a:cubicBezTo>
                    <a:pt x="676" y="43"/>
                    <a:pt x="676" y="42"/>
                    <a:pt x="676" y="41"/>
                  </a:cubicBezTo>
                  <a:cubicBezTo>
                    <a:pt x="676" y="40"/>
                    <a:pt x="676" y="40"/>
                    <a:pt x="675" y="40"/>
                  </a:cubicBezTo>
                  <a:cubicBezTo>
                    <a:pt x="675" y="39"/>
                    <a:pt x="675" y="39"/>
                    <a:pt x="675" y="38"/>
                  </a:cubicBezTo>
                  <a:cubicBezTo>
                    <a:pt x="675" y="37"/>
                    <a:pt x="675" y="36"/>
                    <a:pt x="675" y="34"/>
                  </a:cubicBezTo>
                  <a:cubicBezTo>
                    <a:pt x="674" y="33"/>
                    <a:pt x="674" y="32"/>
                    <a:pt x="674" y="31"/>
                  </a:cubicBezTo>
                  <a:cubicBezTo>
                    <a:pt x="673" y="30"/>
                    <a:pt x="673" y="29"/>
                    <a:pt x="673" y="28"/>
                  </a:cubicBezTo>
                  <a:cubicBezTo>
                    <a:pt x="672" y="26"/>
                    <a:pt x="673" y="24"/>
                    <a:pt x="671" y="22"/>
                  </a:cubicBezTo>
                  <a:cubicBezTo>
                    <a:pt x="669" y="21"/>
                    <a:pt x="667" y="23"/>
                    <a:pt x="666" y="22"/>
                  </a:cubicBezTo>
                  <a:cubicBezTo>
                    <a:pt x="665" y="22"/>
                    <a:pt x="664" y="20"/>
                    <a:pt x="663" y="19"/>
                  </a:cubicBezTo>
                  <a:cubicBezTo>
                    <a:pt x="663" y="18"/>
                    <a:pt x="662" y="17"/>
                    <a:pt x="661" y="17"/>
                  </a:cubicBezTo>
                  <a:cubicBezTo>
                    <a:pt x="660" y="16"/>
                    <a:pt x="657" y="16"/>
                    <a:pt x="657" y="15"/>
                  </a:cubicBezTo>
                  <a:cubicBezTo>
                    <a:pt x="656" y="15"/>
                    <a:pt x="656" y="14"/>
                    <a:pt x="656" y="14"/>
                  </a:cubicBezTo>
                  <a:cubicBezTo>
                    <a:pt x="656" y="13"/>
                    <a:pt x="655" y="13"/>
                    <a:pt x="654" y="13"/>
                  </a:cubicBezTo>
                  <a:cubicBezTo>
                    <a:pt x="653" y="12"/>
                    <a:pt x="652" y="12"/>
                    <a:pt x="651" y="12"/>
                  </a:cubicBezTo>
                  <a:cubicBezTo>
                    <a:pt x="650" y="12"/>
                    <a:pt x="649" y="13"/>
                    <a:pt x="648" y="14"/>
                  </a:cubicBezTo>
                  <a:cubicBezTo>
                    <a:pt x="647" y="14"/>
                    <a:pt x="646" y="15"/>
                    <a:pt x="645" y="16"/>
                  </a:cubicBezTo>
                  <a:cubicBezTo>
                    <a:pt x="644" y="16"/>
                    <a:pt x="644" y="17"/>
                    <a:pt x="642" y="17"/>
                  </a:cubicBezTo>
                  <a:cubicBezTo>
                    <a:pt x="641" y="17"/>
                    <a:pt x="640" y="17"/>
                    <a:pt x="639" y="18"/>
                  </a:cubicBezTo>
                  <a:cubicBezTo>
                    <a:pt x="638" y="18"/>
                    <a:pt x="638" y="19"/>
                    <a:pt x="637" y="20"/>
                  </a:cubicBezTo>
                  <a:cubicBezTo>
                    <a:pt x="637" y="20"/>
                    <a:pt x="636" y="20"/>
                    <a:pt x="635" y="20"/>
                  </a:cubicBezTo>
                  <a:cubicBezTo>
                    <a:pt x="634" y="21"/>
                    <a:pt x="633" y="21"/>
                    <a:pt x="633" y="21"/>
                  </a:cubicBezTo>
                  <a:cubicBezTo>
                    <a:pt x="632" y="21"/>
                    <a:pt x="633" y="20"/>
                    <a:pt x="632" y="19"/>
                  </a:cubicBezTo>
                  <a:cubicBezTo>
                    <a:pt x="632" y="19"/>
                    <a:pt x="632" y="19"/>
                    <a:pt x="632" y="18"/>
                  </a:cubicBezTo>
                  <a:cubicBezTo>
                    <a:pt x="632" y="17"/>
                    <a:pt x="632" y="15"/>
                    <a:pt x="632" y="14"/>
                  </a:cubicBezTo>
                  <a:cubicBezTo>
                    <a:pt x="632" y="12"/>
                    <a:pt x="631" y="9"/>
                    <a:pt x="630" y="7"/>
                  </a:cubicBezTo>
                  <a:cubicBezTo>
                    <a:pt x="630" y="6"/>
                    <a:pt x="630" y="5"/>
                    <a:pt x="630" y="3"/>
                  </a:cubicBezTo>
                  <a:cubicBezTo>
                    <a:pt x="629" y="2"/>
                    <a:pt x="627" y="2"/>
                    <a:pt x="626" y="3"/>
                  </a:cubicBezTo>
                  <a:cubicBezTo>
                    <a:pt x="625" y="3"/>
                    <a:pt x="625" y="5"/>
                    <a:pt x="624" y="5"/>
                  </a:cubicBezTo>
                  <a:cubicBezTo>
                    <a:pt x="624" y="6"/>
                    <a:pt x="625" y="7"/>
                    <a:pt x="625" y="7"/>
                  </a:cubicBezTo>
                  <a:cubicBezTo>
                    <a:pt x="624" y="8"/>
                    <a:pt x="624" y="9"/>
                    <a:pt x="624" y="10"/>
                  </a:cubicBezTo>
                  <a:cubicBezTo>
                    <a:pt x="623" y="11"/>
                    <a:pt x="623" y="14"/>
                    <a:pt x="622" y="16"/>
                  </a:cubicBezTo>
                  <a:cubicBezTo>
                    <a:pt x="622" y="18"/>
                    <a:pt x="621" y="21"/>
                    <a:pt x="620" y="23"/>
                  </a:cubicBezTo>
                  <a:cubicBezTo>
                    <a:pt x="620" y="25"/>
                    <a:pt x="620" y="26"/>
                    <a:pt x="619" y="27"/>
                  </a:cubicBezTo>
                  <a:cubicBezTo>
                    <a:pt x="619" y="29"/>
                    <a:pt x="620" y="30"/>
                    <a:pt x="620" y="32"/>
                  </a:cubicBezTo>
                  <a:cubicBezTo>
                    <a:pt x="619" y="33"/>
                    <a:pt x="618" y="34"/>
                    <a:pt x="618" y="34"/>
                  </a:cubicBezTo>
                  <a:cubicBezTo>
                    <a:pt x="617" y="35"/>
                    <a:pt x="617" y="36"/>
                    <a:pt x="616" y="37"/>
                  </a:cubicBezTo>
                  <a:cubicBezTo>
                    <a:pt x="616" y="37"/>
                    <a:pt x="614" y="38"/>
                    <a:pt x="613" y="38"/>
                  </a:cubicBezTo>
                  <a:cubicBezTo>
                    <a:pt x="612" y="38"/>
                    <a:pt x="612" y="37"/>
                    <a:pt x="611" y="37"/>
                  </a:cubicBezTo>
                  <a:cubicBezTo>
                    <a:pt x="611" y="36"/>
                    <a:pt x="611" y="36"/>
                    <a:pt x="610" y="36"/>
                  </a:cubicBezTo>
                  <a:cubicBezTo>
                    <a:pt x="609" y="35"/>
                    <a:pt x="609" y="35"/>
                    <a:pt x="608" y="35"/>
                  </a:cubicBezTo>
                  <a:cubicBezTo>
                    <a:pt x="608" y="34"/>
                    <a:pt x="607" y="34"/>
                    <a:pt x="607" y="33"/>
                  </a:cubicBezTo>
                  <a:cubicBezTo>
                    <a:pt x="606" y="33"/>
                    <a:pt x="606" y="32"/>
                    <a:pt x="605" y="32"/>
                  </a:cubicBezTo>
                  <a:cubicBezTo>
                    <a:pt x="605" y="33"/>
                    <a:pt x="605" y="34"/>
                    <a:pt x="604" y="34"/>
                  </a:cubicBezTo>
                  <a:cubicBezTo>
                    <a:pt x="604" y="35"/>
                    <a:pt x="604" y="36"/>
                    <a:pt x="603" y="37"/>
                  </a:cubicBezTo>
                  <a:cubicBezTo>
                    <a:pt x="603" y="38"/>
                    <a:pt x="601" y="39"/>
                    <a:pt x="600" y="39"/>
                  </a:cubicBezTo>
                  <a:cubicBezTo>
                    <a:pt x="599" y="39"/>
                    <a:pt x="600" y="39"/>
                    <a:pt x="600" y="38"/>
                  </a:cubicBezTo>
                  <a:cubicBezTo>
                    <a:pt x="599" y="37"/>
                    <a:pt x="599" y="37"/>
                    <a:pt x="599" y="36"/>
                  </a:cubicBezTo>
                  <a:cubicBezTo>
                    <a:pt x="599" y="35"/>
                    <a:pt x="599" y="35"/>
                    <a:pt x="599" y="34"/>
                  </a:cubicBezTo>
                  <a:cubicBezTo>
                    <a:pt x="598" y="33"/>
                    <a:pt x="598" y="32"/>
                    <a:pt x="598" y="32"/>
                  </a:cubicBezTo>
                  <a:cubicBezTo>
                    <a:pt x="598" y="32"/>
                    <a:pt x="597" y="31"/>
                    <a:pt x="597" y="31"/>
                  </a:cubicBezTo>
                  <a:cubicBezTo>
                    <a:pt x="597" y="30"/>
                    <a:pt x="597" y="30"/>
                    <a:pt x="597" y="29"/>
                  </a:cubicBezTo>
                  <a:cubicBezTo>
                    <a:pt x="596" y="29"/>
                    <a:pt x="596" y="28"/>
                    <a:pt x="596" y="27"/>
                  </a:cubicBezTo>
                  <a:cubicBezTo>
                    <a:pt x="596" y="27"/>
                    <a:pt x="595" y="27"/>
                    <a:pt x="595" y="27"/>
                  </a:cubicBezTo>
                  <a:cubicBezTo>
                    <a:pt x="595" y="27"/>
                    <a:pt x="595" y="26"/>
                    <a:pt x="595" y="26"/>
                  </a:cubicBezTo>
                  <a:cubicBezTo>
                    <a:pt x="594" y="25"/>
                    <a:pt x="595" y="23"/>
                    <a:pt x="594" y="22"/>
                  </a:cubicBezTo>
                  <a:cubicBezTo>
                    <a:pt x="594" y="20"/>
                    <a:pt x="593" y="19"/>
                    <a:pt x="593" y="18"/>
                  </a:cubicBezTo>
                  <a:cubicBezTo>
                    <a:pt x="593" y="16"/>
                    <a:pt x="592" y="15"/>
                    <a:pt x="592" y="14"/>
                  </a:cubicBezTo>
                  <a:cubicBezTo>
                    <a:pt x="592" y="13"/>
                    <a:pt x="592" y="13"/>
                    <a:pt x="592" y="12"/>
                  </a:cubicBezTo>
                  <a:cubicBezTo>
                    <a:pt x="591" y="11"/>
                    <a:pt x="591" y="11"/>
                    <a:pt x="591" y="10"/>
                  </a:cubicBezTo>
                  <a:cubicBezTo>
                    <a:pt x="590" y="9"/>
                    <a:pt x="589" y="9"/>
                    <a:pt x="588" y="10"/>
                  </a:cubicBezTo>
                  <a:cubicBezTo>
                    <a:pt x="587" y="10"/>
                    <a:pt x="587" y="11"/>
                    <a:pt x="586" y="10"/>
                  </a:cubicBezTo>
                  <a:cubicBezTo>
                    <a:pt x="586" y="10"/>
                    <a:pt x="585" y="9"/>
                    <a:pt x="585" y="8"/>
                  </a:cubicBezTo>
                  <a:cubicBezTo>
                    <a:pt x="584" y="7"/>
                    <a:pt x="584" y="6"/>
                    <a:pt x="583" y="6"/>
                  </a:cubicBezTo>
                  <a:cubicBezTo>
                    <a:pt x="581" y="6"/>
                    <a:pt x="579" y="6"/>
                    <a:pt x="578" y="6"/>
                  </a:cubicBezTo>
                  <a:cubicBezTo>
                    <a:pt x="577" y="7"/>
                    <a:pt x="576" y="9"/>
                    <a:pt x="575" y="10"/>
                  </a:cubicBezTo>
                  <a:cubicBezTo>
                    <a:pt x="574" y="10"/>
                    <a:pt x="573" y="11"/>
                    <a:pt x="572" y="12"/>
                  </a:cubicBezTo>
                  <a:cubicBezTo>
                    <a:pt x="571" y="12"/>
                    <a:pt x="571" y="13"/>
                    <a:pt x="570" y="14"/>
                  </a:cubicBezTo>
                  <a:cubicBezTo>
                    <a:pt x="569" y="14"/>
                    <a:pt x="569" y="14"/>
                    <a:pt x="568" y="15"/>
                  </a:cubicBezTo>
                  <a:cubicBezTo>
                    <a:pt x="567" y="15"/>
                    <a:pt x="567" y="16"/>
                    <a:pt x="566" y="17"/>
                  </a:cubicBezTo>
                  <a:cubicBezTo>
                    <a:pt x="565" y="18"/>
                    <a:pt x="565" y="18"/>
                    <a:pt x="565" y="19"/>
                  </a:cubicBezTo>
                  <a:cubicBezTo>
                    <a:pt x="564" y="20"/>
                    <a:pt x="563" y="21"/>
                    <a:pt x="563" y="22"/>
                  </a:cubicBezTo>
                  <a:cubicBezTo>
                    <a:pt x="562" y="22"/>
                    <a:pt x="561" y="23"/>
                    <a:pt x="561" y="23"/>
                  </a:cubicBezTo>
                  <a:cubicBezTo>
                    <a:pt x="561" y="23"/>
                    <a:pt x="560" y="23"/>
                    <a:pt x="560" y="23"/>
                  </a:cubicBezTo>
                  <a:cubicBezTo>
                    <a:pt x="560" y="23"/>
                    <a:pt x="560" y="24"/>
                    <a:pt x="559" y="24"/>
                  </a:cubicBezTo>
                  <a:cubicBezTo>
                    <a:pt x="557" y="26"/>
                    <a:pt x="556" y="22"/>
                    <a:pt x="554" y="21"/>
                  </a:cubicBezTo>
                  <a:cubicBezTo>
                    <a:pt x="552" y="21"/>
                    <a:pt x="550" y="21"/>
                    <a:pt x="549" y="21"/>
                  </a:cubicBezTo>
                  <a:cubicBezTo>
                    <a:pt x="548" y="21"/>
                    <a:pt x="547" y="21"/>
                    <a:pt x="546" y="21"/>
                  </a:cubicBezTo>
                  <a:cubicBezTo>
                    <a:pt x="545" y="22"/>
                    <a:pt x="544" y="21"/>
                    <a:pt x="544" y="20"/>
                  </a:cubicBezTo>
                  <a:cubicBezTo>
                    <a:pt x="543" y="19"/>
                    <a:pt x="542" y="18"/>
                    <a:pt x="540" y="18"/>
                  </a:cubicBezTo>
                  <a:cubicBezTo>
                    <a:pt x="538" y="17"/>
                    <a:pt x="536" y="17"/>
                    <a:pt x="534" y="19"/>
                  </a:cubicBezTo>
                  <a:cubicBezTo>
                    <a:pt x="534" y="20"/>
                    <a:pt x="534" y="21"/>
                    <a:pt x="533" y="21"/>
                  </a:cubicBezTo>
                  <a:cubicBezTo>
                    <a:pt x="533" y="21"/>
                    <a:pt x="532" y="21"/>
                    <a:pt x="531" y="22"/>
                  </a:cubicBezTo>
                  <a:cubicBezTo>
                    <a:pt x="530" y="22"/>
                    <a:pt x="528" y="21"/>
                    <a:pt x="527" y="21"/>
                  </a:cubicBezTo>
                  <a:cubicBezTo>
                    <a:pt x="525" y="21"/>
                    <a:pt x="525" y="21"/>
                    <a:pt x="524" y="22"/>
                  </a:cubicBezTo>
                  <a:cubicBezTo>
                    <a:pt x="523" y="23"/>
                    <a:pt x="523" y="23"/>
                    <a:pt x="523" y="24"/>
                  </a:cubicBezTo>
                  <a:cubicBezTo>
                    <a:pt x="522" y="25"/>
                    <a:pt x="522" y="26"/>
                    <a:pt x="521" y="26"/>
                  </a:cubicBezTo>
                  <a:cubicBezTo>
                    <a:pt x="519" y="28"/>
                    <a:pt x="518" y="29"/>
                    <a:pt x="517" y="31"/>
                  </a:cubicBezTo>
                  <a:cubicBezTo>
                    <a:pt x="516" y="32"/>
                    <a:pt x="515" y="34"/>
                    <a:pt x="514" y="35"/>
                  </a:cubicBezTo>
                  <a:cubicBezTo>
                    <a:pt x="513" y="36"/>
                    <a:pt x="510" y="36"/>
                    <a:pt x="509" y="36"/>
                  </a:cubicBezTo>
                  <a:cubicBezTo>
                    <a:pt x="507" y="36"/>
                    <a:pt x="507" y="36"/>
                    <a:pt x="507" y="37"/>
                  </a:cubicBezTo>
                  <a:cubicBezTo>
                    <a:pt x="507" y="38"/>
                    <a:pt x="507" y="39"/>
                    <a:pt x="506" y="40"/>
                  </a:cubicBezTo>
                  <a:cubicBezTo>
                    <a:pt x="506" y="43"/>
                    <a:pt x="505" y="46"/>
                    <a:pt x="504" y="49"/>
                  </a:cubicBezTo>
                  <a:cubicBezTo>
                    <a:pt x="503" y="52"/>
                    <a:pt x="502" y="56"/>
                    <a:pt x="500" y="59"/>
                  </a:cubicBezTo>
                  <a:cubicBezTo>
                    <a:pt x="498" y="60"/>
                    <a:pt x="494" y="59"/>
                    <a:pt x="494" y="58"/>
                  </a:cubicBezTo>
                  <a:cubicBezTo>
                    <a:pt x="493" y="57"/>
                    <a:pt x="491" y="56"/>
                    <a:pt x="491" y="55"/>
                  </a:cubicBezTo>
                  <a:cubicBezTo>
                    <a:pt x="489" y="53"/>
                    <a:pt x="487" y="49"/>
                    <a:pt x="485" y="47"/>
                  </a:cubicBezTo>
                  <a:cubicBezTo>
                    <a:pt x="484" y="47"/>
                    <a:pt x="483" y="46"/>
                    <a:pt x="483" y="46"/>
                  </a:cubicBezTo>
                  <a:cubicBezTo>
                    <a:pt x="482" y="46"/>
                    <a:pt x="482" y="46"/>
                    <a:pt x="482" y="46"/>
                  </a:cubicBezTo>
                  <a:cubicBezTo>
                    <a:pt x="481" y="45"/>
                    <a:pt x="481" y="45"/>
                    <a:pt x="481" y="45"/>
                  </a:cubicBezTo>
                  <a:cubicBezTo>
                    <a:pt x="480" y="45"/>
                    <a:pt x="479" y="45"/>
                    <a:pt x="479" y="45"/>
                  </a:cubicBezTo>
                  <a:cubicBezTo>
                    <a:pt x="478" y="45"/>
                    <a:pt x="478" y="44"/>
                    <a:pt x="477" y="44"/>
                  </a:cubicBezTo>
                  <a:cubicBezTo>
                    <a:pt x="476" y="45"/>
                    <a:pt x="477" y="45"/>
                    <a:pt x="476" y="45"/>
                  </a:cubicBezTo>
                  <a:cubicBezTo>
                    <a:pt x="475" y="46"/>
                    <a:pt x="474" y="46"/>
                    <a:pt x="473" y="46"/>
                  </a:cubicBezTo>
                  <a:cubicBezTo>
                    <a:pt x="473" y="46"/>
                    <a:pt x="472" y="45"/>
                    <a:pt x="471" y="45"/>
                  </a:cubicBezTo>
                  <a:cubicBezTo>
                    <a:pt x="470" y="44"/>
                    <a:pt x="468" y="45"/>
                    <a:pt x="467" y="45"/>
                  </a:cubicBezTo>
                  <a:cubicBezTo>
                    <a:pt x="466" y="44"/>
                    <a:pt x="465" y="44"/>
                    <a:pt x="465" y="44"/>
                  </a:cubicBezTo>
                  <a:cubicBezTo>
                    <a:pt x="464" y="44"/>
                    <a:pt x="463" y="43"/>
                    <a:pt x="463" y="43"/>
                  </a:cubicBezTo>
                  <a:cubicBezTo>
                    <a:pt x="462" y="43"/>
                    <a:pt x="460" y="43"/>
                    <a:pt x="459" y="43"/>
                  </a:cubicBezTo>
                  <a:cubicBezTo>
                    <a:pt x="458" y="43"/>
                    <a:pt x="455" y="44"/>
                    <a:pt x="455" y="45"/>
                  </a:cubicBezTo>
                  <a:cubicBezTo>
                    <a:pt x="454" y="46"/>
                    <a:pt x="453" y="45"/>
                    <a:pt x="452" y="45"/>
                  </a:cubicBezTo>
                  <a:cubicBezTo>
                    <a:pt x="451" y="44"/>
                    <a:pt x="449" y="45"/>
                    <a:pt x="448" y="45"/>
                  </a:cubicBezTo>
                  <a:cubicBezTo>
                    <a:pt x="447" y="44"/>
                    <a:pt x="446" y="44"/>
                    <a:pt x="445" y="45"/>
                  </a:cubicBezTo>
                  <a:cubicBezTo>
                    <a:pt x="444" y="46"/>
                    <a:pt x="443" y="46"/>
                    <a:pt x="441" y="46"/>
                  </a:cubicBezTo>
                  <a:cubicBezTo>
                    <a:pt x="440" y="46"/>
                    <a:pt x="440" y="46"/>
                    <a:pt x="439" y="46"/>
                  </a:cubicBezTo>
                  <a:cubicBezTo>
                    <a:pt x="437" y="47"/>
                    <a:pt x="436" y="47"/>
                    <a:pt x="435" y="47"/>
                  </a:cubicBezTo>
                  <a:cubicBezTo>
                    <a:pt x="434" y="47"/>
                    <a:pt x="433" y="46"/>
                    <a:pt x="432" y="47"/>
                  </a:cubicBezTo>
                  <a:cubicBezTo>
                    <a:pt x="432" y="47"/>
                    <a:pt x="431" y="47"/>
                    <a:pt x="431" y="47"/>
                  </a:cubicBezTo>
                  <a:cubicBezTo>
                    <a:pt x="430" y="46"/>
                    <a:pt x="430" y="46"/>
                    <a:pt x="429" y="46"/>
                  </a:cubicBezTo>
                  <a:cubicBezTo>
                    <a:pt x="429" y="46"/>
                    <a:pt x="428" y="47"/>
                    <a:pt x="428" y="47"/>
                  </a:cubicBezTo>
                  <a:cubicBezTo>
                    <a:pt x="427" y="47"/>
                    <a:pt x="425" y="47"/>
                    <a:pt x="423" y="48"/>
                  </a:cubicBezTo>
                  <a:cubicBezTo>
                    <a:pt x="422" y="48"/>
                    <a:pt x="420" y="49"/>
                    <a:pt x="419" y="50"/>
                  </a:cubicBezTo>
                  <a:cubicBezTo>
                    <a:pt x="419" y="51"/>
                    <a:pt x="418" y="51"/>
                    <a:pt x="417" y="52"/>
                  </a:cubicBezTo>
                  <a:cubicBezTo>
                    <a:pt x="417" y="52"/>
                    <a:pt x="417" y="53"/>
                    <a:pt x="417" y="54"/>
                  </a:cubicBezTo>
                  <a:cubicBezTo>
                    <a:pt x="416" y="55"/>
                    <a:pt x="413" y="54"/>
                    <a:pt x="411" y="53"/>
                  </a:cubicBezTo>
                  <a:cubicBezTo>
                    <a:pt x="410" y="52"/>
                    <a:pt x="408" y="50"/>
                    <a:pt x="405" y="50"/>
                  </a:cubicBezTo>
                  <a:cubicBezTo>
                    <a:pt x="404" y="50"/>
                    <a:pt x="403" y="52"/>
                    <a:pt x="402" y="53"/>
                  </a:cubicBezTo>
                  <a:cubicBezTo>
                    <a:pt x="402" y="54"/>
                    <a:pt x="401" y="55"/>
                    <a:pt x="401" y="56"/>
                  </a:cubicBezTo>
                  <a:cubicBezTo>
                    <a:pt x="401" y="57"/>
                    <a:pt x="401" y="58"/>
                    <a:pt x="400" y="58"/>
                  </a:cubicBezTo>
                  <a:cubicBezTo>
                    <a:pt x="400" y="59"/>
                    <a:pt x="400" y="60"/>
                    <a:pt x="399" y="61"/>
                  </a:cubicBezTo>
                  <a:cubicBezTo>
                    <a:pt x="399" y="62"/>
                    <a:pt x="399" y="62"/>
                    <a:pt x="398" y="63"/>
                  </a:cubicBezTo>
                  <a:cubicBezTo>
                    <a:pt x="398" y="64"/>
                    <a:pt x="397" y="64"/>
                    <a:pt x="397" y="64"/>
                  </a:cubicBezTo>
                  <a:cubicBezTo>
                    <a:pt x="397" y="65"/>
                    <a:pt x="396" y="66"/>
                    <a:pt x="396" y="67"/>
                  </a:cubicBezTo>
                  <a:cubicBezTo>
                    <a:pt x="396" y="67"/>
                    <a:pt x="396" y="68"/>
                    <a:pt x="396" y="68"/>
                  </a:cubicBezTo>
                  <a:cubicBezTo>
                    <a:pt x="395" y="69"/>
                    <a:pt x="395" y="68"/>
                    <a:pt x="394" y="69"/>
                  </a:cubicBezTo>
                  <a:cubicBezTo>
                    <a:pt x="394" y="69"/>
                    <a:pt x="394" y="71"/>
                    <a:pt x="393" y="70"/>
                  </a:cubicBezTo>
                  <a:cubicBezTo>
                    <a:pt x="391" y="70"/>
                    <a:pt x="391" y="67"/>
                    <a:pt x="390" y="66"/>
                  </a:cubicBezTo>
                  <a:cubicBezTo>
                    <a:pt x="390" y="65"/>
                    <a:pt x="390" y="64"/>
                    <a:pt x="389" y="64"/>
                  </a:cubicBezTo>
                  <a:cubicBezTo>
                    <a:pt x="389" y="63"/>
                    <a:pt x="389" y="62"/>
                    <a:pt x="389" y="62"/>
                  </a:cubicBezTo>
                  <a:cubicBezTo>
                    <a:pt x="389" y="61"/>
                    <a:pt x="389" y="61"/>
                    <a:pt x="389" y="60"/>
                  </a:cubicBezTo>
                  <a:cubicBezTo>
                    <a:pt x="388" y="59"/>
                    <a:pt x="388" y="59"/>
                    <a:pt x="388" y="58"/>
                  </a:cubicBezTo>
                  <a:cubicBezTo>
                    <a:pt x="387" y="56"/>
                    <a:pt x="387" y="55"/>
                    <a:pt x="387" y="54"/>
                  </a:cubicBezTo>
                  <a:cubicBezTo>
                    <a:pt x="386" y="52"/>
                    <a:pt x="386" y="49"/>
                    <a:pt x="385" y="47"/>
                  </a:cubicBezTo>
                  <a:cubicBezTo>
                    <a:pt x="385" y="45"/>
                    <a:pt x="383" y="43"/>
                    <a:pt x="383" y="40"/>
                  </a:cubicBezTo>
                  <a:cubicBezTo>
                    <a:pt x="384" y="38"/>
                    <a:pt x="382" y="36"/>
                    <a:pt x="382" y="34"/>
                  </a:cubicBezTo>
                  <a:cubicBezTo>
                    <a:pt x="381" y="35"/>
                    <a:pt x="381" y="36"/>
                    <a:pt x="381" y="37"/>
                  </a:cubicBezTo>
                  <a:cubicBezTo>
                    <a:pt x="381" y="37"/>
                    <a:pt x="381" y="37"/>
                    <a:pt x="380" y="37"/>
                  </a:cubicBezTo>
                  <a:cubicBezTo>
                    <a:pt x="380" y="39"/>
                    <a:pt x="381" y="40"/>
                    <a:pt x="380" y="41"/>
                  </a:cubicBezTo>
                  <a:cubicBezTo>
                    <a:pt x="380" y="43"/>
                    <a:pt x="377" y="45"/>
                    <a:pt x="376" y="42"/>
                  </a:cubicBezTo>
                  <a:cubicBezTo>
                    <a:pt x="375" y="41"/>
                    <a:pt x="375" y="40"/>
                    <a:pt x="374" y="40"/>
                  </a:cubicBezTo>
                  <a:cubicBezTo>
                    <a:pt x="372" y="39"/>
                    <a:pt x="371" y="41"/>
                    <a:pt x="371" y="42"/>
                  </a:cubicBezTo>
                  <a:cubicBezTo>
                    <a:pt x="370" y="43"/>
                    <a:pt x="370" y="44"/>
                    <a:pt x="369" y="44"/>
                  </a:cubicBezTo>
                  <a:cubicBezTo>
                    <a:pt x="369" y="46"/>
                    <a:pt x="368" y="47"/>
                    <a:pt x="367" y="48"/>
                  </a:cubicBezTo>
                  <a:cubicBezTo>
                    <a:pt x="366" y="49"/>
                    <a:pt x="365" y="50"/>
                    <a:pt x="364" y="50"/>
                  </a:cubicBezTo>
                  <a:cubicBezTo>
                    <a:pt x="363" y="51"/>
                    <a:pt x="362" y="51"/>
                    <a:pt x="361" y="52"/>
                  </a:cubicBezTo>
                  <a:cubicBezTo>
                    <a:pt x="360" y="52"/>
                    <a:pt x="360" y="54"/>
                    <a:pt x="359" y="55"/>
                  </a:cubicBezTo>
                  <a:cubicBezTo>
                    <a:pt x="358" y="55"/>
                    <a:pt x="357" y="56"/>
                    <a:pt x="355" y="56"/>
                  </a:cubicBezTo>
                  <a:cubicBezTo>
                    <a:pt x="354" y="57"/>
                    <a:pt x="354" y="60"/>
                    <a:pt x="353" y="61"/>
                  </a:cubicBezTo>
                  <a:cubicBezTo>
                    <a:pt x="353" y="61"/>
                    <a:pt x="352" y="62"/>
                    <a:pt x="352" y="62"/>
                  </a:cubicBezTo>
                  <a:cubicBezTo>
                    <a:pt x="352" y="63"/>
                    <a:pt x="352" y="63"/>
                    <a:pt x="352" y="63"/>
                  </a:cubicBezTo>
                  <a:cubicBezTo>
                    <a:pt x="352" y="63"/>
                    <a:pt x="352" y="64"/>
                    <a:pt x="351" y="64"/>
                  </a:cubicBezTo>
                  <a:cubicBezTo>
                    <a:pt x="351" y="64"/>
                    <a:pt x="350" y="66"/>
                    <a:pt x="349" y="66"/>
                  </a:cubicBezTo>
                  <a:cubicBezTo>
                    <a:pt x="349" y="66"/>
                    <a:pt x="348" y="66"/>
                    <a:pt x="348" y="67"/>
                  </a:cubicBezTo>
                  <a:cubicBezTo>
                    <a:pt x="348" y="67"/>
                    <a:pt x="347" y="67"/>
                    <a:pt x="347" y="67"/>
                  </a:cubicBezTo>
                  <a:cubicBezTo>
                    <a:pt x="347" y="68"/>
                    <a:pt x="347" y="68"/>
                    <a:pt x="347" y="68"/>
                  </a:cubicBezTo>
                  <a:cubicBezTo>
                    <a:pt x="346" y="69"/>
                    <a:pt x="346" y="70"/>
                    <a:pt x="345" y="70"/>
                  </a:cubicBezTo>
                  <a:cubicBezTo>
                    <a:pt x="344" y="71"/>
                    <a:pt x="342" y="73"/>
                    <a:pt x="340" y="74"/>
                  </a:cubicBezTo>
                  <a:cubicBezTo>
                    <a:pt x="339" y="75"/>
                    <a:pt x="337" y="75"/>
                    <a:pt x="336" y="77"/>
                  </a:cubicBezTo>
                  <a:cubicBezTo>
                    <a:pt x="335" y="77"/>
                    <a:pt x="335" y="78"/>
                    <a:pt x="334" y="78"/>
                  </a:cubicBezTo>
                  <a:cubicBezTo>
                    <a:pt x="334" y="78"/>
                    <a:pt x="334" y="79"/>
                    <a:pt x="334" y="79"/>
                  </a:cubicBezTo>
                  <a:cubicBezTo>
                    <a:pt x="334" y="79"/>
                    <a:pt x="333" y="80"/>
                    <a:pt x="333" y="80"/>
                  </a:cubicBezTo>
                  <a:cubicBezTo>
                    <a:pt x="332" y="81"/>
                    <a:pt x="332" y="81"/>
                    <a:pt x="331" y="81"/>
                  </a:cubicBezTo>
                  <a:cubicBezTo>
                    <a:pt x="331" y="83"/>
                    <a:pt x="325" y="84"/>
                    <a:pt x="324" y="85"/>
                  </a:cubicBezTo>
                  <a:cubicBezTo>
                    <a:pt x="323" y="85"/>
                    <a:pt x="322" y="86"/>
                    <a:pt x="322" y="86"/>
                  </a:cubicBezTo>
                  <a:cubicBezTo>
                    <a:pt x="321" y="86"/>
                    <a:pt x="321" y="86"/>
                    <a:pt x="320" y="86"/>
                  </a:cubicBezTo>
                  <a:cubicBezTo>
                    <a:pt x="319" y="86"/>
                    <a:pt x="317" y="86"/>
                    <a:pt x="316" y="86"/>
                  </a:cubicBezTo>
                  <a:cubicBezTo>
                    <a:pt x="313" y="86"/>
                    <a:pt x="311" y="87"/>
                    <a:pt x="308" y="87"/>
                  </a:cubicBezTo>
                  <a:cubicBezTo>
                    <a:pt x="308" y="86"/>
                    <a:pt x="307" y="87"/>
                    <a:pt x="306" y="87"/>
                  </a:cubicBezTo>
                  <a:cubicBezTo>
                    <a:pt x="305" y="86"/>
                    <a:pt x="305" y="86"/>
                    <a:pt x="305" y="86"/>
                  </a:cubicBezTo>
                  <a:cubicBezTo>
                    <a:pt x="303" y="86"/>
                    <a:pt x="301" y="86"/>
                    <a:pt x="299" y="86"/>
                  </a:cubicBezTo>
                  <a:cubicBezTo>
                    <a:pt x="299" y="86"/>
                    <a:pt x="298" y="87"/>
                    <a:pt x="297" y="87"/>
                  </a:cubicBezTo>
                  <a:cubicBezTo>
                    <a:pt x="297" y="88"/>
                    <a:pt x="297" y="89"/>
                    <a:pt x="296" y="89"/>
                  </a:cubicBezTo>
                  <a:cubicBezTo>
                    <a:pt x="296" y="89"/>
                    <a:pt x="296" y="90"/>
                    <a:pt x="295" y="90"/>
                  </a:cubicBezTo>
                  <a:cubicBezTo>
                    <a:pt x="294" y="90"/>
                    <a:pt x="294" y="90"/>
                    <a:pt x="294" y="91"/>
                  </a:cubicBezTo>
                  <a:cubicBezTo>
                    <a:pt x="292" y="92"/>
                    <a:pt x="291" y="92"/>
                    <a:pt x="290" y="93"/>
                  </a:cubicBezTo>
                  <a:cubicBezTo>
                    <a:pt x="289" y="95"/>
                    <a:pt x="289" y="96"/>
                    <a:pt x="288" y="97"/>
                  </a:cubicBezTo>
                  <a:cubicBezTo>
                    <a:pt x="288" y="97"/>
                    <a:pt x="287" y="98"/>
                    <a:pt x="287" y="99"/>
                  </a:cubicBezTo>
                  <a:cubicBezTo>
                    <a:pt x="287" y="99"/>
                    <a:pt x="286" y="100"/>
                    <a:pt x="286" y="100"/>
                  </a:cubicBezTo>
                  <a:cubicBezTo>
                    <a:pt x="285" y="100"/>
                    <a:pt x="285" y="99"/>
                    <a:pt x="284" y="99"/>
                  </a:cubicBezTo>
                  <a:cubicBezTo>
                    <a:pt x="284" y="98"/>
                    <a:pt x="282" y="98"/>
                    <a:pt x="281" y="98"/>
                  </a:cubicBezTo>
                  <a:cubicBezTo>
                    <a:pt x="279" y="98"/>
                    <a:pt x="279" y="100"/>
                    <a:pt x="277" y="101"/>
                  </a:cubicBezTo>
                  <a:cubicBezTo>
                    <a:pt x="277" y="102"/>
                    <a:pt x="276" y="102"/>
                    <a:pt x="276" y="103"/>
                  </a:cubicBezTo>
                  <a:cubicBezTo>
                    <a:pt x="276" y="103"/>
                    <a:pt x="275" y="104"/>
                    <a:pt x="274" y="104"/>
                  </a:cubicBezTo>
                  <a:cubicBezTo>
                    <a:pt x="273" y="104"/>
                    <a:pt x="272" y="104"/>
                    <a:pt x="272" y="104"/>
                  </a:cubicBezTo>
                  <a:cubicBezTo>
                    <a:pt x="271" y="105"/>
                    <a:pt x="270" y="106"/>
                    <a:pt x="269" y="106"/>
                  </a:cubicBezTo>
                  <a:cubicBezTo>
                    <a:pt x="268" y="107"/>
                    <a:pt x="268" y="107"/>
                    <a:pt x="267" y="108"/>
                  </a:cubicBezTo>
                  <a:cubicBezTo>
                    <a:pt x="267" y="108"/>
                    <a:pt x="266" y="108"/>
                    <a:pt x="265" y="108"/>
                  </a:cubicBezTo>
                  <a:cubicBezTo>
                    <a:pt x="265" y="109"/>
                    <a:pt x="265" y="109"/>
                    <a:pt x="264" y="109"/>
                  </a:cubicBezTo>
                  <a:cubicBezTo>
                    <a:pt x="264" y="109"/>
                    <a:pt x="263" y="110"/>
                    <a:pt x="262" y="110"/>
                  </a:cubicBezTo>
                  <a:cubicBezTo>
                    <a:pt x="261" y="111"/>
                    <a:pt x="260" y="112"/>
                    <a:pt x="259" y="113"/>
                  </a:cubicBezTo>
                  <a:cubicBezTo>
                    <a:pt x="258" y="114"/>
                    <a:pt x="257" y="114"/>
                    <a:pt x="256" y="115"/>
                  </a:cubicBezTo>
                  <a:cubicBezTo>
                    <a:pt x="254" y="116"/>
                    <a:pt x="253" y="119"/>
                    <a:pt x="252" y="121"/>
                  </a:cubicBezTo>
                  <a:cubicBezTo>
                    <a:pt x="251" y="121"/>
                    <a:pt x="251" y="122"/>
                    <a:pt x="250" y="122"/>
                  </a:cubicBezTo>
                  <a:cubicBezTo>
                    <a:pt x="249" y="122"/>
                    <a:pt x="249" y="122"/>
                    <a:pt x="248" y="121"/>
                  </a:cubicBezTo>
                  <a:cubicBezTo>
                    <a:pt x="247" y="121"/>
                    <a:pt x="247" y="121"/>
                    <a:pt x="246" y="120"/>
                  </a:cubicBezTo>
                  <a:cubicBezTo>
                    <a:pt x="245" y="120"/>
                    <a:pt x="245" y="120"/>
                    <a:pt x="244" y="119"/>
                  </a:cubicBezTo>
                  <a:cubicBezTo>
                    <a:pt x="243" y="119"/>
                    <a:pt x="241" y="117"/>
                    <a:pt x="240" y="117"/>
                  </a:cubicBezTo>
                  <a:cubicBezTo>
                    <a:pt x="238" y="118"/>
                    <a:pt x="237" y="118"/>
                    <a:pt x="236" y="119"/>
                  </a:cubicBezTo>
                  <a:cubicBezTo>
                    <a:pt x="234" y="119"/>
                    <a:pt x="233" y="120"/>
                    <a:pt x="232" y="120"/>
                  </a:cubicBezTo>
                  <a:cubicBezTo>
                    <a:pt x="232" y="121"/>
                    <a:pt x="231" y="121"/>
                    <a:pt x="231" y="122"/>
                  </a:cubicBezTo>
                  <a:cubicBezTo>
                    <a:pt x="230" y="122"/>
                    <a:pt x="230" y="122"/>
                    <a:pt x="229" y="122"/>
                  </a:cubicBezTo>
                  <a:cubicBezTo>
                    <a:pt x="227" y="123"/>
                    <a:pt x="226" y="124"/>
                    <a:pt x="225" y="124"/>
                  </a:cubicBezTo>
                  <a:cubicBezTo>
                    <a:pt x="223" y="124"/>
                    <a:pt x="222" y="124"/>
                    <a:pt x="220" y="124"/>
                  </a:cubicBezTo>
                  <a:cubicBezTo>
                    <a:pt x="218" y="124"/>
                    <a:pt x="216" y="124"/>
                    <a:pt x="213" y="124"/>
                  </a:cubicBezTo>
                  <a:cubicBezTo>
                    <a:pt x="212" y="124"/>
                    <a:pt x="212" y="125"/>
                    <a:pt x="211" y="125"/>
                  </a:cubicBezTo>
                  <a:cubicBezTo>
                    <a:pt x="210" y="126"/>
                    <a:pt x="209" y="126"/>
                    <a:pt x="209" y="127"/>
                  </a:cubicBezTo>
                  <a:cubicBezTo>
                    <a:pt x="208" y="126"/>
                    <a:pt x="208" y="126"/>
                    <a:pt x="207" y="125"/>
                  </a:cubicBezTo>
                  <a:cubicBezTo>
                    <a:pt x="207" y="125"/>
                    <a:pt x="206" y="126"/>
                    <a:pt x="206" y="126"/>
                  </a:cubicBezTo>
                  <a:cubicBezTo>
                    <a:pt x="205" y="126"/>
                    <a:pt x="205" y="125"/>
                    <a:pt x="205" y="125"/>
                  </a:cubicBezTo>
                  <a:cubicBezTo>
                    <a:pt x="204" y="125"/>
                    <a:pt x="203" y="125"/>
                    <a:pt x="202" y="126"/>
                  </a:cubicBezTo>
                  <a:cubicBezTo>
                    <a:pt x="201" y="127"/>
                    <a:pt x="200" y="128"/>
                    <a:pt x="198" y="129"/>
                  </a:cubicBezTo>
                  <a:cubicBezTo>
                    <a:pt x="197" y="129"/>
                    <a:pt x="196" y="131"/>
                    <a:pt x="195" y="131"/>
                  </a:cubicBezTo>
                  <a:cubicBezTo>
                    <a:pt x="194" y="131"/>
                    <a:pt x="194" y="131"/>
                    <a:pt x="193" y="131"/>
                  </a:cubicBezTo>
                  <a:cubicBezTo>
                    <a:pt x="193" y="132"/>
                    <a:pt x="192" y="132"/>
                    <a:pt x="192" y="132"/>
                  </a:cubicBezTo>
                  <a:cubicBezTo>
                    <a:pt x="192" y="132"/>
                    <a:pt x="191" y="132"/>
                    <a:pt x="191" y="133"/>
                  </a:cubicBezTo>
                  <a:cubicBezTo>
                    <a:pt x="191" y="133"/>
                    <a:pt x="190" y="134"/>
                    <a:pt x="190" y="134"/>
                  </a:cubicBezTo>
                  <a:cubicBezTo>
                    <a:pt x="190" y="135"/>
                    <a:pt x="189" y="136"/>
                    <a:pt x="189" y="136"/>
                  </a:cubicBezTo>
                  <a:cubicBezTo>
                    <a:pt x="189" y="136"/>
                    <a:pt x="188" y="136"/>
                    <a:pt x="188" y="137"/>
                  </a:cubicBezTo>
                  <a:cubicBezTo>
                    <a:pt x="187" y="138"/>
                    <a:pt x="186" y="139"/>
                    <a:pt x="184" y="139"/>
                  </a:cubicBezTo>
                  <a:cubicBezTo>
                    <a:pt x="183" y="139"/>
                    <a:pt x="183" y="138"/>
                    <a:pt x="182" y="137"/>
                  </a:cubicBezTo>
                  <a:cubicBezTo>
                    <a:pt x="182" y="136"/>
                    <a:pt x="181" y="136"/>
                    <a:pt x="181" y="136"/>
                  </a:cubicBezTo>
                  <a:cubicBezTo>
                    <a:pt x="181" y="135"/>
                    <a:pt x="181" y="135"/>
                    <a:pt x="180" y="135"/>
                  </a:cubicBezTo>
                  <a:cubicBezTo>
                    <a:pt x="180" y="134"/>
                    <a:pt x="179" y="134"/>
                    <a:pt x="179" y="134"/>
                  </a:cubicBezTo>
                  <a:cubicBezTo>
                    <a:pt x="179" y="134"/>
                    <a:pt x="179" y="133"/>
                    <a:pt x="178" y="133"/>
                  </a:cubicBezTo>
                  <a:cubicBezTo>
                    <a:pt x="178" y="133"/>
                    <a:pt x="178" y="133"/>
                    <a:pt x="178" y="133"/>
                  </a:cubicBezTo>
                  <a:cubicBezTo>
                    <a:pt x="176" y="133"/>
                    <a:pt x="175" y="132"/>
                    <a:pt x="174" y="133"/>
                  </a:cubicBezTo>
                  <a:cubicBezTo>
                    <a:pt x="172" y="133"/>
                    <a:pt x="172" y="134"/>
                    <a:pt x="171" y="135"/>
                  </a:cubicBezTo>
                  <a:cubicBezTo>
                    <a:pt x="170" y="135"/>
                    <a:pt x="170" y="136"/>
                    <a:pt x="170" y="136"/>
                  </a:cubicBezTo>
                  <a:cubicBezTo>
                    <a:pt x="169" y="136"/>
                    <a:pt x="169" y="136"/>
                    <a:pt x="168" y="137"/>
                  </a:cubicBezTo>
                  <a:cubicBezTo>
                    <a:pt x="166" y="138"/>
                    <a:pt x="163" y="138"/>
                    <a:pt x="161" y="139"/>
                  </a:cubicBezTo>
                  <a:cubicBezTo>
                    <a:pt x="161" y="139"/>
                    <a:pt x="160" y="139"/>
                    <a:pt x="160" y="139"/>
                  </a:cubicBezTo>
                  <a:cubicBezTo>
                    <a:pt x="159" y="139"/>
                    <a:pt x="159" y="138"/>
                    <a:pt x="158" y="138"/>
                  </a:cubicBezTo>
                  <a:cubicBezTo>
                    <a:pt x="158" y="138"/>
                    <a:pt x="158" y="137"/>
                    <a:pt x="158" y="137"/>
                  </a:cubicBezTo>
                  <a:cubicBezTo>
                    <a:pt x="157" y="137"/>
                    <a:pt x="156" y="137"/>
                    <a:pt x="156" y="136"/>
                  </a:cubicBezTo>
                  <a:cubicBezTo>
                    <a:pt x="156" y="136"/>
                    <a:pt x="156" y="136"/>
                    <a:pt x="156" y="136"/>
                  </a:cubicBezTo>
                  <a:cubicBezTo>
                    <a:pt x="155" y="136"/>
                    <a:pt x="155" y="136"/>
                    <a:pt x="155" y="135"/>
                  </a:cubicBezTo>
                  <a:cubicBezTo>
                    <a:pt x="154" y="135"/>
                    <a:pt x="154" y="134"/>
                    <a:pt x="153" y="134"/>
                  </a:cubicBezTo>
                  <a:cubicBezTo>
                    <a:pt x="153" y="133"/>
                    <a:pt x="152" y="133"/>
                    <a:pt x="152" y="132"/>
                  </a:cubicBezTo>
                  <a:cubicBezTo>
                    <a:pt x="152" y="132"/>
                    <a:pt x="151" y="132"/>
                    <a:pt x="151" y="132"/>
                  </a:cubicBezTo>
                  <a:cubicBezTo>
                    <a:pt x="151" y="132"/>
                    <a:pt x="151" y="131"/>
                    <a:pt x="151" y="131"/>
                  </a:cubicBezTo>
                  <a:cubicBezTo>
                    <a:pt x="151" y="131"/>
                    <a:pt x="150" y="130"/>
                    <a:pt x="150" y="130"/>
                  </a:cubicBezTo>
                  <a:cubicBezTo>
                    <a:pt x="150" y="130"/>
                    <a:pt x="150" y="129"/>
                    <a:pt x="149" y="128"/>
                  </a:cubicBezTo>
                  <a:cubicBezTo>
                    <a:pt x="149" y="127"/>
                    <a:pt x="147" y="127"/>
                    <a:pt x="146" y="128"/>
                  </a:cubicBezTo>
                  <a:cubicBezTo>
                    <a:pt x="146" y="129"/>
                    <a:pt x="145" y="131"/>
                    <a:pt x="144" y="131"/>
                  </a:cubicBezTo>
                  <a:cubicBezTo>
                    <a:pt x="144" y="132"/>
                    <a:pt x="143" y="133"/>
                    <a:pt x="142" y="134"/>
                  </a:cubicBezTo>
                  <a:cubicBezTo>
                    <a:pt x="142" y="134"/>
                    <a:pt x="142" y="134"/>
                    <a:pt x="142" y="134"/>
                  </a:cubicBezTo>
                  <a:cubicBezTo>
                    <a:pt x="142" y="134"/>
                    <a:pt x="142" y="134"/>
                    <a:pt x="141" y="135"/>
                  </a:cubicBezTo>
                  <a:cubicBezTo>
                    <a:pt x="141" y="135"/>
                    <a:pt x="140" y="135"/>
                    <a:pt x="139" y="135"/>
                  </a:cubicBezTo>
                  <a:cubicBezTo>
                    <a:pt x="139" y="135"/>
                    <a:pt x="139" y="135"/>
                    <a:pt x="138" y="135"/>
                  </a:cubicBezTo>
                  <a:cubicBezTo>
                    <a:pt x="138" y="135"/>
                    <a:pt x="138" y="136"/>
                    <a:pt x="138" y="136"/>
                  </a:cubicBezTo>
                  <a:cubicBezTo>
                    <a:pt x="137" y="136"/>
                    <a:pt x="137" y="136"/>
                    <a:pt x="136" y="136"/>
                  </a:cubicBezTo>
                  <a:cubicBezTo>
                    <a:pt x="136" y="136"/>
                    <a:pt x="136" y="136"/>
                    <a:pt x="135" y="137"/>
                  </a:cubicBezTo>
                  <a:cubicBezTo>
                    <a:pt x="135" y="137"/>
                    <a:pt x="134" y="137"/>
                    <a:pt x="134" y="137"/>
                  </a:cubicBezTo>
                  <a:cubicBezTo>
                    <a:pt x="133" y="137"/>
                    <a:pt x="133" y="137"/>
                    <a:pt x="132" y="137"/>
                  </a:cubicBezTo>
                  <a:cubicBezTo>
                    <a:pt x="130" y="137"/>
                    <a:pt x="129" y="137"/>
                    <a:pt x="127" y="137"/>
                  </a:cubicBezTo>
                  <a:cubicBezTo>
                    <a:pt x="125" y="137"/>
                    <a:pt x="124" y="137"/>
                    <a:pt x="122" y="138"/>
                  </a:cubicBezTo>
                  <a:cubicBezTo>
                    <a:pt x="121" y="138"/>
                    <a:pt x="120" y="138"/>
                    <a:pt x="119" y="138"/>
                  </a:cubicBezTo>
                  <a:cubicBezTo>
                    <a:pt x="118" y="138"/>
                    <a:pt x="118" y="138"/>
                    <a:pt x="117" y="138"/>
                  </a:cubicBezTo>
                  <a:cubicBezTo>
                    <a:pt x="116" y="138"/>
                    <a:pt x="115" y="138"/>
                    <a:pt x="115" y="138"/>
                  </a:cubicBezTo>
                  <a:cubicBezTo>
                    <a:pt x="114" y="137"/>
                    <a:pt x="114" y="137"/>
                    <a:pt x="113" y="137"/>
                  </a:cubicBezTo>
                  <a:cubicBezTo>
                    <a:pt x="111" y="137"/>
                    <a:pt x="110" y="137"/>
                    <a:pt x="109" y="137"/>
                  </a:cubicBezTo>
                  <a:cubicBezTo>
                    <a:pt x="108" y="137"/>
                    <a:pt x="108" y="137"/>
                    <a:pt x="107" y="138"/>
                  </a:cubicBezTo>
                  <a:cubicBezTo>
                    <a:pt x="107" y="138"/>
                    <a:pt x="107" y="138"/>
                    <a:pt x="107" y="139"/>
                  </a:cubicBezTo>
                  <a:cubicBezTo>
                    <a:pt x="106" y="139"/>
                    <a:pt x="105" y="139"/>
                    <a:pt x="105" y="140"/>
                  </a:cubicBezTo>
                  <a:cubicBezTo>
                    <a:pt x="103" y="140"/>
                    <a:pt x="101" y="141"/>
                    <a:pt x="99" y="140"/>
                  </a:cubicBezTo>
                  <a:cubicBezTo>
                    <a:pt x="99" y="140"/>
                    <a:pt x="99" y="139"/>
                    <a:pt x="99" y="139"/>
                  </a:cubicBezTo>
                  <a:cubicBezTo>
                    <a:pt x="98" y="139"/>
                    <a:pt x="98" y="139"/>
                    <a:pt x="98" y="139"/>
                  </a:cubicBezTo>
                  <a:cubicBezTo>
                    <a:pt x="98" y="139"/>
                    <a:pt x="97" y="138"/>
                    <a:pt x="97" y="138"/>
                  </a:cubicBezTo>
                  <a:cubicBezTo>
                    <a:pt x="97" y="137"/>
                    <a:pt x="96" y="137"/>
                    <a:pt x="95" y="136"/>
                  </a:cubicBezTo>
                  <a:cubicBezTo>
                    <a:pt x="94" y="136"/>
                    <a:pt x="93" y="136"/>
                    <a:pt x="93" y="135"/>
                  </a:cubicBezTo>
                  <a:cubicBezTo>
                    <a:pt x="92" y="135"/>
                    <a:pt x="92" y="134"/>
                    <a:pt x="91" y="134"/>
                  </a:cubicBezTo>
                  <a:cubicBezTo>
                    <a:pt x="90" y="134"/>
                    <a:pt x="90" y="133"/>
                    <a:pt x="89" y="133"/>
                  </a:cubicBezTo>
                  <a:cubicBezTo>
                    <a:pt x="89" y="133"/>
                    <a:pt x="88" y="133"/>
                    <a:pt x="88" y="133"/>
                  </a:cubicBezTo>
                  <a:cubicBezTo>
                    <a:pt x="88" y="133"/>
                    <a:pt x="87" y="132"/>
                    <a:pt x="87" y="132"/>
                  </a:cubicBezTo>
                  <a:cubicBezTo>
                    <a:pt x="86" y="132"/>
                    <a:pt x="85" y="132"/>
                    <a:pt x="85" y="132"/>
                  </a:cubicBezTo>
                  <a:cubicBezTo>
                    <a:pt x="84" y="131"/>
                    <a:pt x="83" y="131"/>
                    <a:pt x="82" y="131"/>
                  </a:cubicBezTo>
                  <a:cubicBezTo>
                    <a:pt x="81" y="131"/>
                    <a:pt x="79" y="132"/>
                    <a:pt x="78" y="132"/>
                  </a:cubicBezTo>
                  <a:cubicBezTo>
                    <a:pt x="77" y="133"/>
                    <a:pt x="77" y="133"/>
                    <a:pt x="76" y="133"/>
                  </a:cubicBezTo>
                  <a:cubicBezTo>
                    <a:pt x="75" y="134"/>
                    <a:pt x="75" y="134"/>
                    <a:pt x="74" y="134"/>
                  </a:cubicBezTo>
                  <a:cubicBezTo>
                    <a:pt x="74" y="134"/>
                    <a:pt x="74" y="135"/>
                    <a:pt x="73" y="135"/>
                  </a:cubicBezTo>
                  <a:cubicBezTo>
                    <a:pt x="73" y="135"/>
                    <a:pt x="72" y="135"/>
                    <a:pt x="72" y="135"/>
                  </a:cubicBezTo>
                  <a:cubicBezTo>
                    <a:pt x="71" y="136"/>
                    <a:pt x="71" y="136"/>
                    <a:pt x="70" y="136"/>
                  </a:cubicBezTo>
                  <a:cubicBezTo>
                    <a:pt x="69" y="136"/>
                    <a:pt x="68" y="135"/>
                    <a:pt x="67" y="135"/>
                  </a:cubicBezTo>
                  <a:cubicBezTo>
                    <a:pt x="66" y="135"/>
                    <a:pt x="65" y="135"/>
                    <a:pt x="65" y="135"/>
                  </a:cubicBezTo>
                  <a:cubicBezTo>
                    <a:pt x="64" y="135"/>
                    <a:pt x="63" y="135"/>
                    <a:pt x="63" y="135"/>
                  </a:cubicBezTo>
                  <a:cubicBezTo>
                    <a:pt x="63" y="136"/>
                    <a:pt x="63" y="136"/>
                    <a:pt x="62" y="137"/>
                  </a:cubicBezTo>
                  <a:cubicBezTo>
                    <a:pt x="62" y="137"/>
                    <a:pt x="61" y="138"/>
                    <a:pt x="60" y="138"/>
                  </a:cubicBezTo>
                  <a:cubicBezTo>
                    <a:pt x="60" y="137"/>
                    <a:pt x="60" y="137"/>
                    <a:pt x="60" y="136"/>
                  </a:cubicBezTo>
                  <a:cubicBezTo>
                    <a:pt x="59" y="135"/>
                    <a:pt x="59" y="135"/>
                    <a:pt x="58" y="135"/>
                  </a:cubicBezTo>
                  <a:cubicBezTo>
                    <a:pt x="58" y="135"/>
                    <a:pt x="57" y="135"/>
                    <a:pt x="56" y="134"/>
                  </a:cubicBezTo>
                  <a:cubicBezTo>
                    <a:pt x="56" y="134"/>
                    <a:pt x="56" y="134"/>
                    <a:pt x="56" y="134"/>
                  </a:cubicBezTo>
                  <a:cubicBezTo>
                    <a:pt x="56" y="133"/>
                    <a:pt x="55" y="133"/>
                    <a:pt x="55" y="133"/>
                  </a:cubicBezTo>
                  <a:cubicBezTo>
                    <a:pt x="54" y="132"/>
                    <a:pt x="54" y="131"/>
                    <a:pt x="52" y="131"/>
                  </a:cubicBezTo>
                  <a:cubicBezTo>
                    <a:pt x="52" y="131"/>
                    <a:pt x="52" y="130"/>
                    <a:pt x="51" y="130"/>
                  </a:cubicBezTo>
                  <a:cubicBezTo>
                    <a:pt x="51" y="130"/>
                    <a:pt x="50" y="130"/>
                    <a:pt x="49" y="129"/>
                  </a:cubicBezTo>
                  <a:cubicBezTo>
                    <a:pt x="49" y="129"/>
                    <a:pt x="49" y="129"/>
                    <a:pt x="49" y="128"/>
                  </a:cubicBezTo>
                  <a:cubicBezTo>
                    <a:pt x="48" y="128"/>
                    <a:pt x="48" y="128"/>
                    <a:pt x="48" y="127"/>
                  </a:cubicBezTo>
                  <a:cubicBezTo>
                    <a:pt x="47" y="127"/>
                    <a:pt x="47" y="126"/>
                    <a:pt x="46" y="126"/>
                  </a:cubicBezTo>
                  <a:cubicBezTo>
                    <a:pt x="46" y="126"/>
                    <a:pt x="45" y="125"/>
                    <a:pt x="45" y="125"/>
                  </a:cubicBezTo>
                  <a:cubicBezTo>
                    <a:pt x="44" y="125"/>
                    <a:pt x="42" y="126"/>
                    <a:pt x="41" y="127"/>
                  </a:cubicBezTo>
                  <a:cubicBezTo>
                    <a:pt x="41" y="127"/>
                    <a:pt x="41" y="127"/>
                    <a:pt x="41" y="127"/>
                  </a:cubicBezTo>
                  <a:cubicBezTo>
                    <a:pt x="41" y="127"/>
                    <a:pt x="41" y="127"/>
                    <a:pt x="40" y="128"/>
                  </a:cubicBezTo>
                  <a:cubicBezTo>
                    <a:pt x="40" y="128"/>
                    <a:pt x="39" y="128"/>
                    <a:pt x="39" y="128"/>
                  </a:cubicBezTo>
                  <a:cubicBezTo>
                    <a:pt x="38" y="128"/>
                    <a:pt x="37" y="128"/>
                    <a:pt x="37" y="129"/>
                  </a:cubicBezTo>
                  <a:cubicBezTo>
                    <a:pt x="36" y="129"/>
                    <a:pt x="36" y="129"/>
                    <a:pt x="36" y="129"/>
                  </a:cubicBezTo>
                  <a:cubicBezTo>
                    <a:pt x="36" y="129"/>
                    <a:pt x="36" y="129"/>
                    <a:pt x="35" y="129"/>
                  </a:cubicBezTo>
                  <a:cubicBezTo>
                    <a:pt x="34" y="130"/>
                    <a:pt x="34" y="131"/>
                    <a:pt x="33" y="132"/>
                  </a:cubicBezTo>
                  <a:cubicBezTo>
                    <a:pt x="32" y="132"/>
                    <a:pt x="31" y="133"/>
                    <a:pt x="30" y="134"/>
                  </a:cubicBezTo>
                  <a:cubicBezTo>
                    <a:pt x="29" y="135"/>
                    <a:pt x="29" y="136"/>
                    <a:pt x="28" y="136"/>
                  </a:cubicBezTo>
                  <a:cubicBezTo>
                    <a:pt x="26" y="137"/>
                    <a:pt x="25" y="137"/>
                    <a:pt x="23" y="137"/>
                  </a:cubicBezTo>
                  <a:cubicBezTo>
                    <a:pt x="23" y="137"/>
                    <a:pt x="23" y="137"/>
                    <a:pt x="22" y="137"/>
                  </a:cubicBezTo>
                  <a:cubicBezTo>
                    <a:pt x="22" y="137"/>
                    <a:pt x="21" y="138"/>
                    <a:pt x="20" y="138"/>
                  </a:cubicBezTo>
                  <a:cubicBezTo>
                    <a:pt x="20" y="139"/>
                    <a:pt x="19" y="139"/>
                    <a:pt x="18" y="139"/>
                  </a:cubicBezTo>
                  <a:cubicBezTo>
                    <a:pt x="16" y="139"/>
                    <a:pt x="15" y="137"/>
                    <a:pt x="15" y="136"/>
                  </a:cubicBezTo>
                  <a:cubicBezTo>
                    <a:pt x="15" y="136"/>
                    <a:pt x="14" y="135"/>
                    <a:pt x="14" y="135"/>
                  </a:cubicBezTo>
                  <a:cubicBezTo>
                    <a:pt x="13" y="135"/>
                    <a:pt x="13" y="135"/>
                    <a:pt x="12" y="136"/>
                  </a:cubicBezTo>
                  <a:cubicBezTo>
                    <a:pt x="12" y="136"/>
                    <a:pt x="12" y="136"/>
                    <a:pt x="11" y="137"/>
                  </a:cubicBezTo>
                  <a:cubicBezTo>
                    <a:pt x="11" y="137"/>
                    <a:pt x="11" y="137"/>
                    <a:pt x="11" y="137"/>
                  </a:cubicBezTo>
                  <a:cubicBezTo>
                    <a:pt x="11" y="138"/>
                    <a:pt x="10" y="138"/>
                    <a:pt x="9" y="139"/>
                  </a:cubicBezTo>
                  <a:cubicBezTo>
                    <a:pt x="8" y="139"/>
                    <a:pt x="6" y="140"/>
                    <a:pt x="4" y="140"/>
                  </a:cubicBezTo>
                  <a:cubicBezTo>
                    <a:pt x="3" y="140"/>
                    <a:pt x="3" y="140"/>
                    <a:pt x="2" y="140"/>
                  </a:cubicBezTo>
                  <a:cubicBezTo>
                    <a:pt x="1" y="140"/>
                    <a:pt x="1" y="140"/>
                    <a:pt x="1" y="140"/>
                  </a:cubicBezTo>
                  <a:cubicBezTo>
                    <a:pt x="0" y="140"/>
                    <a:pt x="1" y="139"/>
                    <a:pt x="1" y="139"/>
                  </a:cubicBezTo>
                  <a:cubicBezTo>
                    <a:pt x="1" y="167"/>
                    <a:pt x="1" y="167"/>
                    <a:pt x="1" y="167"/>
                  </a:cubicBezTo>
                  <a:cubicBezTo>
                    <a:pt x="801" y="167"/>
                    <a:pt x="801" y="167"/>
                    <a:pt x="801" y="167"/>
                  </a:cubicBezTo>
                  <a:lnTo>
                    <a:pt x="801" y="26"/>
                  </a:lnTo>
                  <a:close/>
                </a:path>
              </a:pathLst>
            </a:custGeom>
            <a:solidFill>
              <a:srgbClr val="00B6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178" name="Freeform 13">
              <a:extLst>
                <a:ext uri="{FF2B5EF4-FFF2-40B4-BE49-F238E27FC236}">
                  <a16:creationId xmlns:a16="http://schemas.microsoft.com/office/drawing/2014/main" id="{FE5F77A5-71E2-D2C2-1BAE-BD954B43D3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2911" y="2629654"/>
              <a:ext cx="4857396" cy="1243006"/>
            </a:xfrm>
            <a:custGeom>
              <a:avLst/>
              <a:gdLst>
                <a:gd name="T0" fmla="*/ 796 w 801"/>
                <a:gd name="T1" fmla="*/ 12 h 152"/>
                <a:gd name="T2" fmla="*/ 783 w 801"/>
                <a:gd name="T3" fmla="*/ 9 h 152"/>
                <a:gd name="T4" fmla="*/ 766 w 801"/>
                <a:gd name="T5" fmla="*/ 19 h 152"/>
                <a:gd name="T6" fmla="*/ 755 w 801"/>
                <a:gd name="T7" fmla="*/ 34 h 152"/>
                <a:gd name="T8" fmla="*/ 748 w 801"/>
                <a:gd name="T9" fmla="*/ 48 h 152"/>
                <a:gd name="T10" fmla="*/ 732 w 801"/>
                <a:gd name="T11" fmla="*/ 35 h 152"/>
                <a:gd name="T12" fmla="*/ 716 w 801"/>
                <a:gd name="T13" fmla="*/ 35 h 152"/>
                <a:gd name="T14" fmla="*/ 692 w 801"/>
                <a:gd name="T15" fmla="*/ 30 h 152"/>
                <a:gd name="T16" fmla="*/ 675 w 801"/>
                <a:gd name="T17" fmla="*/ 32 h 152"/>
                <a:gd name="T18" fmla="*/ 666 w 801"/>
                <a:gd name="T19" fmla="*/ 17 h 152"/>
                <a:gd name="T20" fmla="*/ 649 w 801"/>
                <a:gd name="T21" fmla="*/ 11 h 152"/>
                <a:gd name="T22" fmla="*/ 634 w 801"/>
                <a:gd name="T23" fmla="*/ 16 h 152"/>
                <a:gd name="T24" fmla="*/ 628 w 801"/>
                <a:gd name="T25" fmla="*/ 4 h 152"/>
                <a:gd name="T26" fmla="*/ 620 w 801"/>
                <a:gd name="T27" fmla="*/ 21 h 152"/>
                <a:gd name="T28" fmla="*/ 612 w 801"/>
                <a:gd name="T29" fmla="*/ 32 h 152"/>
                <a:gd name="T30" fmla="*/ 597 w 801"/>
                <a:gd name="T31" fmla="*/ 30 h 152"/>
                <a:gd name="T32" fmla="*/ 591 w 801"/>
                <a:gd name="T33" fmla="*/ 11 h 152"/>
                <a:gd name="T34" fmla="*/ 574 w 801"/>
                <a:gd name="T35" fmla="*/ 12 h 152"/>
                <a:gd name="T36" fmla="*/ 555 w 801"/>
                <a:gd name="T37" fmla="*/ 23 h 152"/>
                <a:gd name="T38" fmla="*/ 546 w 801"/>
                <a:gd name="T39" fmla="*/ 21 h 152"/>
                <a:gd name="T40" fmla="*/ 522 w 801"/>
                <a:gd name="T41" fmla="*/ 26 h 152"/>
                <a:gd name="T42" fmla="*/ 515 w 801"/>
                <a:gd name="T43" fmla="*/ 34 h 152"/>
                <a:gd name="T44" fmla="*/ 502 w 801"/>
                <a:gd name="T45" fmla="*/ 46 h 152"/>
                <a:gd name="T46" fmla="*/ 491 w 801"/>
                <a:gd name="T47" fmla="*/ 54 h 152"/>
                <a:gd name="T48" fmla="*/ 478 w 801"/>
                <a:gd name="T49" fmla="*/ 45 h 152"/>
                <a:gd name="T50" fmla="*/ 448 w 801"/>
                <a:gd name="T51" fmla="*/ 47 h 152"/>
                <a:gd name="T52" fmla="*/ 436 w 801"/>
                <a:gd name="T53" fmla="*/ 48 h 152"/>
                <a:gd name="T54" fmla="*/ 416 w 801"/>
                <a:gd name="T55" fmla="*/ 49 h 152"/>
                <a:gd name="T56" fmla="*/ 400 w 801"/>
                <a:gd name="T57" fmla="*/ 54 h 152"/>
                <a:gd name="T58" fmla="*/ 390 w 801"/>
                <a:gd name="T59" fmla="*/ 57 h 152"/>
                <a:gd name="T60" fmla="*/ 373 w 801"/>
                <a:gd name="T61" fmla="*/ 37 h 152"/>
                <a:gd name="T62" fmla="*/ 355 w 801"/>
                <a:gd name="T63" fmla="*/ 50 h 152"/>
                <a:gd name="T64" fmla="*/ 334 w 801"/>
                <a:gd name="T65" fmla="*/ 65 h 152"/>
                <a:gd name="T66" fmla="*/ 300 w 801"/>
                <a:gd name="T67" fmla="*/ 69 h 152"/>
                <a:gd name="T68" fmla="*/ 287 w 801"/>
                <a:gd name="T69" fmla="*/ 81 h 152"/>
                <a:gd name="T70" fmla="*/ 272 w 801"/>
                <a:gd name="T71" fmla="*/ 88 h 152"/>
                <a:gd name="T72" fmla="*/ 262 w 801"/>
                <a:gd name="T73" fmla="*/ 96 h 152"/>
                <a:gd name="T74" fmla="*/ 250 w 801"/>
                <a:gd name="T75" fmla="*/ 105 h 152"/>
                <a:gd name="T76" fmla="*/ 242 w 801"/>
                <a:gd name="T77" fmla="*/ 100 h 152"/>
                <a:gd name="T78" fmla="*/ 232 w 801"/>
                <a:gd name="T79" fmla="*/ 101 h 152"/>
                <a:gd name="T80" fmla="*/ 204 w 801"/>
                <a:gd name="T81" fmla="*/ 102 h 152"/>
                <a:gd name="T82" fmla="*/ 189 w 801"/>
                <a:gd name="T83" fmla="*/ 110 h 152"/>
                <a:gd name="T84" fmla="*/ 173 w 801"/>
                <a:gd name="T85" fmla="*/ 106 h 152"/>
                <a:gd name="T86" fmla="*/ 154 w 801"/>
                <a:gd name="T87" fmla="*/ 109 h 152"/>
                <a:gd name="T88" fmla="*/ 143 w 801"/>
                <a:gd name="T89" fmla="*/ 107 h 152"/>
                <a:gd name="T90" fmla="*/ 123 w 801"/>
                <a:gd name="T91" fmla="*/ 112 h 152"/>
                <a:gd name="T92" fmla="*/ 99 w 801"/>
                <a:gd name="T93" fmla="*/ 114 h 152"/>
                <a:gd name="T94" fmla="*/ 82 w 801"/>
                <a:gd name="T95" fmla="*/ 106 h 152"/>
                <a:gd name="T96" fmla="*/ 62 w 801"/>
                <a:gd name="T97" fmla="*/ 110 h 152"/>
                <a:gd name="T98" fmla="*/ 52 w 801"/>
                <a:gd name="T99" fmla="*/ 103 h 152"/>
                <a:gd name="T100" fmla="*/ 37 w 801"/>
                <a:gd name="T101" fmla="*/ 102 h 152"/>
                <a:gd name="T102" fmla="*/ 29 w 801"/>
                <a:gd name="T103" fmla="*/ 108 h 152"/>
                <a:gd name="T104" fmla="*/ 15 w 801"/>
                <a:gd name="T105" fmla="*/ 106 h 152"/>
                <a:gd name="T106" fmla="*/ 1 w 801"/>
                <a:gd name="T107" fmla="*/ 111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801" h="152">
                  <a:moveTo>
                    <a:pt x="801" y="22"/>
                  </a:moveTo>
                  <a:cubicBezTo>
                    <a:pt x="801" y="21"/>
                    <a:pt x="799" y="19"/>
                    <a:pt x="798" y="18"/>
                  </a:cubicBezTo>
                  <a:cubicBezTo>
                    <a:pt x="797" y="17"/>
                    <a:pt x="797" y="16"/>
                    <a:pt x="797" y="15"/>
                  </a:cubicBezTo>
                  <a:cubicBezTo>
                    <a:pt x="796" y="14"/>
                    <a:pt x="797" y="13"/>
                    <a:pt x="796" y="13"/>
                  </a:cubicBezTo>
                  <a:cubicBezTo>
                    <a:pt x="796" y="13"/>
                    <a:pt x="796" y="12"/>
                    <a:pt x="796" y="12"/>
                  </a:cubicBezTo>
                  <a:cubicBezTo>
                    <a:pt x="795" y="10"/>
                    <a:pt x="795" y="8"/>
                    <a:pt x="794" y="5"/>
                  </a:cubicBezTo>
                  <a:cubicBezTo>
                    <a:pt x="793" y="5"/>
                    <a:pt x="793" y="3"/>
                    <a:pt x="792" y="2"/>
                  </a:cubicBezTo>
                  <a:cubicBezTo>
                    <a:pt x="792" y="2"/>
                    <a:pt x="790" y="1"/>
                    <a:pt x="790" y="0"/>
                  </a:cubicBezTo>
                  <a:cubicBezTo>
                    <a:pt x="787" y="0"/>
                    <a:pt x="787" y="4"/>
                    <a:pt x="787" y="5"/>
                  </a:cubicBezTo>
                  <a:cubicBezTo>
                    <a:pt x="786" y="7"/>
                    <a:pt x="785" y="8"/>
                    <a:pt x="783" y="9"/>
                  </a:cubicBezTo>
                  <a:cubicBezTo>
                    <a:pt x="782" y="10"/>
                    <a:pt x="782" y="11"/>
                    <a:pt x="781" y="12"/>
                  </a:cubicBezTo>
                  <a:cubicBezTo>
                    <a:pt x="779" y="13"/>
                    <a:pt x="777" y="13"/>
                    <a:pt x="775" y="14"/>
                  </a:cubicBezTo>
                  <a:cubicBezTo>
                    <a:pt x="774" y="15"/>
                    <a:pt x="773" y="16"/>
                    <a:pt x="771" y="16"/>
                  </a:cubicBezTo>
                  <a:cubicBezTo>
                    <a:pt x="770" y="17"/>
                    <a:pt x="769" y="18"/>
                    <a:pt x="768" y="18"/>
                  </a:cubicBezTo>
                  <a:cubicBezTo>
                    <a:pt x="767" y="19"/>
                    <a:pt x="767" y="19"/>
                    <a:pt x="766" y="19"/>
                  </a:cubicBezTo>
                  <a:cubicBezTo>
                    <a:pt x="766" y="20"/>
                    <a:pt x="766" y="20"/>
                    <a:pt x="765" y="20"/>
                  </a:cubicBezTo>
                  <a:cubicBezTo>
                    <a:pt x="765" y="20"/>
                    <a:pt x="765" y="20"/>
                    <a:pt x="764" y="20"/>
                  </a:cubicBezTo>
                  <a:cubicBezTo>
                    <a:pt x="763" y="22"/>
                    <a:pt x="763" y="23"/>
                    <a:pt x="762" y="24"/>
                  </a:cubicBezTo>
                  <a:cubicBezTo>
                    <a:pt x="761" y="26"/>
                    <a:pt x="760" y="28"/>
                    <a:pt x="759" y="30"/>
                  </a:cubicBezTo>
                  <a:cubicBezTo>
                    <a:pt x="757" y="31"/>
                    <a:pt x="756" y="32"/>
                    <a:pt x="755" y="34"/>
                  </a:cubicBezTo>
                  <a:cubicBezTo>
                    <a:pt x="754" y="35"/>
                    <a:pt x="753" y="35"/>
                    <a:pt x="753" y="36"/>
                  </a:cubicBezTo>
                  <a:cubicBezTo>
                    <a:pt x="752" y="37"/>
                    <a:pt x="752" y="38"/>
                    <a:pt x="752" y="40"/>
                  </a:cubicBezTo>
                  <a:cubicBezTo>
                    <a:pt x="751" y="41"/>
                    <a:pt x="751" y="41"/>
                    <a:pt x="750" y="42"/>
                  </a:cubicBezTo>
                  <a:cubicBezTo>
                    <a:pt x="750" y="44"/>
                    <a:pt x="750" y="45"/>
                    <a:pt x="749" y="46"/>
                  </a:cubicBezTo>
                  <a:cubicBezTo>
                    <a:pt x="749" y="47"/>
                    <a:pt x="749" y="47"/>
                    <a:pt x="748" y="48"/>
                  </a:cubicBezTo>
                  <a:cubicBezTo>
                    <a:pt x="748" y="49"/>
                    <a:pt x="748" y="50"/>
                    <a:pt x="747" y="51"/>
                  </a:cubicBezTo>
                  <a:cubicBezTo>
                    <a:pt x="747" y="51"/>
                    <a:pt x="745" y="52"/>
                    <a:pt x="745" y="52"/>
                  </a:cubicBezTo>
                  <a:cubicBezTo>
                    <a:pt x="743" y="53"/>
                    <a:pt x="743" y="52"/>
                    <a:pt x="742" y="51"/>
                  </a:cubicBezTo>
                  <a:cubicBezTo>
                    <a:pt x="741" y="49"/>
                    <a:pt x="740" y="47"/>
                    <a:pt x="739" y="45"/>
                  </a:cubicBezTo>
                  <a:cubicBezTo>
                    <a:pt x="736" y="42"/>
                    <a:pt x="735" y="38"/>
                    <a:pt x="732" y="35"/>
                  </a:cubicBezTo>
                  <a:cubicBezTo>
                    <a:pt x="731" y="34"/>
                    <a:pt x="730" y="32"/>
                    <a:pt x="728" y="32"/>
                  </a:cubicBezTo>
                  <a:cubicBezTo>
                    <a:pt x="727" y="32"/>
                    <a:pt x="726" y="33"/>
                    <a:pt x="725" y="33"/>
                  </a:cubicBezTo>
                  <a:cubicBezTo>
                    <a:pt x="724" y="34"/>
                    <a:pt x="724" y="34"/>
                    <a:pt x="722" y="34"/>
                  </a:cubicBezTo>
                  <a:cubicBezTo>
                    <a:pt x="721" y="34"/>
                    <a:pt x="719" y="34"/>
                    <a:pt x="718" y="34"/>
                  </a:cubicBezTo>
                  <a:cubicBezTo>
                    <a:pt x="717" y="34"/>
                    <a:pt x="717" y="35"/>
                    <a:pt x="716" y="35"/>
                  </a:cubicBezTo>
                  <a:cubicBezTo>
                    <a:pt x="713" y="36"/>
                    <a:pt x="711" y="34"/>
                    <a:pt x="710" y="32"/>
                  </a:cubicBezTo>
                  <a:cubicBezTo>
                    <a:pt x="709" y="31"/>
                    <a:pt x="707" y="30"/>
                    <a:pt x="706" y="29"/>
                  </a:cubicBezTo>
                  <a:cubicBezTo>
                    <a:pt x="705" y="28"/>
                    <a:pt x="705" y="28"/>
                    <a:pt x="704" y="28"/>
                  </a:cubicBezTo>
                  <a:cubicBezTo>
                    <a:pt x="702" y="28"/>
                    <a:pt x="701" y="28"/>
                    <a:pt x="699" y="28"/>
                  </a:cubicBezTo>
                  <a:cubicBezTo>
                    <a:pt x="697" y="28"/>
                    <a:pt x="695" y="29"/>
                    <a:pt x="692" y="30"/>
                  </a:cubicBezTo>
                  <a:cubicBezTo>
                    <a:pt x="690" y="31"/>
                    <a:pt x="689" y="32"/>
                    <a:pt x="688" y="34"/>
                  </a:cubicBezTo>
                  <a:cubicBezTo>
                    <a:pt x="687" y="36"/>
                    <a:pt x="685" y="37"/>
                    <a:pt x="684" y="38"/>
                  </a:cubicBezTo>
                  <a:cubicBezTo>
                    <a:pt x="681" y="40"/>
                    <a:pt x="680" y="38"/>
                    <a:pt x="678" y="36"/>
                  </a:cubicBezTo>
                  <a:cubicBezTo>
                    <a:pt x="678" y="36"/>
                    <a:pt x="677" y="35"/>
                    <a:pt x="677" y="34"/>
                  </a:cubicBezTo>
                  <a:cubicBezTo>
                    <a:pt x="676" y="33"/>
                    <a:pt x="676" y="33"/>
                    <a:pt x="675" y="32"/>
                  </a:cubicBezTo>
                  <a:cubicBezTo>
                    <a:pt x="675" y="31"/>
                    <a:pt x="674" y="31"/>
                    <a:pt x="673" y="30"/>
                  </a:cubicBezTo>
                  <a:cubicBezTo>
                    <a:pt x="673" y="30"/>
                    <a:pt x="673" y="28"/>
                    <a:pt x="672" y="28"/>
                  </a:cubicBezTo>
                  <a:cubicBezTo>
                    <a:pt x="672" y="26"/>
                    <a:pt x="671" y="24"/>
                    <a:pt x="670" y="21"/>
                  </a:cubicBezTo>
                  <a:cubicBezTo>
                    <a:pt x="670" y="20"/>
                    <a:pt x="669" y="20"/>
                    <a:pt x="669" y="19"/>
                  </a:cubicBezTo>
                  <a:cubicBezTo>
                    <a:pt x="668" y="19"/>
                    <a:pt x="667" y="17"/>
                    <a:pt x="666" y="17"/>
                  </a:cubicBezTo>
                  <a:cubicBezTo>
                    <a:pt x="665" y="17"/>
                    <a:pt x="664" y="17"/>
                    <a:pt x="663" y="16"/>
                  </a:cubicBezTo>
                  <a:cubicBezTo>
                    <a:pt x="662" y="16"/>
                    <a:pt x="660" y="15"/>
                    <a:pt x="658" y="14"/>
                  </a:cubicBezTo>
                  <a:cubicBezTo>
                    <a:pt x="657" y="14"/>
                    <a:pt x="655" y="14"/>
                    <a:pt x="654" y="13"/>
                  </a:cubicBezTo>
                  <a:cubicBezTo>
                    <a:pt x="653" y="12"/>
                    <a:pt x="652" y="12"/>
                    <a:pt x="651" y="12"/>
                  </a:cubicBezTo>
                  <a:cubicBezTo>
                    <a:pt x="650" y="11"/>
                    <a:pt x="649" y="11"/>
                    <a:pt x="649" y="11"/>
                  </a:cubicBezTo>
                  <a:cubicBezTo>
                    <a:pt x="648" y="11"/>
                    <a:pt x="648" y="10"/>
                    <a:pt x="648" y="10"/>
                  </a:cubicBezTo>
                  <a:cubicBezTo>
                    <a:pt x="645" y="10"/>
                    <a:pt x="643" y="13"/>
                    <a:pt x="641" y="14"/>
                  </a:cubicBezTo>
                  <a:cubicBezTo>
                    <a:pt x="640" y="14"/>
                    <a:pt x="639" y="15"/>
                    <a:pt x="638" y="15"/>
                  </a:cubicBezTo>
                  <a:cubicBezTo>
                    <a:pt x="637" y="15"/>
                    <a:pt x="636" y="16"/>
                    <a:pt x="636" y="16"/>
                  </a:cubicBezTo>
                  <a:cubicBezTo>
                    <a:pt x="636" y="16"/>
                    <a:pt x="634" y="16"/>
                    <a:pt x="634" y="16"/>
                  </a:cubicBezTo>
                  <a:cubicBezTo>
                    <a:pt x="633" y="16"/>
                    <a:pt x="633" y="16"/>
                    <a:pt x="633" y="14"/>
                  </a:cubicBezTo>
                  <a:cubicBezTo>
                    <a:pt x="632" y="13"/>
                    <a:pt x="632" y="11"/>
                    <a:pt x="632" y="10"/>
                  </a:cubicBezTo>
                  <a:cubicBezTo>
                    <a:pt x="631" y="9"/>
                    <a:pt x="630" y="8"/>
                    <a:pt x="630" y="8"/>
                  </a:cubicBezTo>
                  <a:cubicBezTo>
                    <a:pt x="630" y="7"/>
                    <a:pt x="630" y="7"/>
                    <a:pt x="629" y="6"/>
                  </a:cubicBezTo>
                  <a:cubicBezTo>
                    <a:pt x="629" y="5"/>
                    <a:pt x="628" y="6"/>
                    <a:pt x="628" y="4"/>
                  </a:cubicBezTo>
                  <a:cubicBezTo>
                    <a:pt x="625" y="3"/>
                    <a:pt x="623" y="6"/>
                    <a:pt x="622" y="9"/>
                  </a:cubicBezTo>
                  <a:cubicBezTo>
                    <a:pt x="622" y="11"/>
                    <a:pt x="621" y="12"/>
                    <a:pt x="621" y="15"/>
                  </a:cubicBezTo>
                  <a:cubicBezTo>
                    <a:pt x="621" y="16"/>
                    <a:pt x="621" y="17"/>
                    <a:pt x="621" y="18"/>
                  </a:cubicBezTo>
                  <a:cubicBezTo>
                    <a:pt x="621" y="17"/>
                    <a:pt x="620" y="20"/>
                    <a:pt x="620" y="20"/>
                  </a:cubicBezTo>
                  <a:cubicBezTo>
                    <a:pt x="620" y="21"/>
                    <a:pt x="620" y="20"/>
                    <a:pt x="620" y="21"/>
                  </a:cubicBezTo>
                  <a:cubicBezTo>
                    <a:pt x="619" y="21"/>
                    <a:pt x="619" y="21"/>
                    <a:pt x="618" y="22"/>
                  </a:cubicBezTo>
                  <a:cubicBezTo>
                    <a:pt x="618" y="22"/>
                    <a:pt x="618" y="23"/>
                    <a:pt x="618" y="23"/>
                  </a:cubicBezTo>
                  <a:cubicBezTo>
                    <a:pt x="618" y="24"/>
                    <a:pt x="618" y="26"/>
                    <a:pt x="617" y="27"/>
                  </a:cubicBezTo>
                  <a:cubicBezTo>
                    <a:pt x="617" y="28"/>
                    <a:pt x="616" y="30"/>
                    <a:pt x="615" y="31"/>
                  </a:cubicBezTo>
                  <a:cubicBezTo>
                    <a:pt x="615" y="32"/>
                    <a:pt x="613" y="33"/>
                    <a:pt x="612" y="32"/>
                  </a:cubicBezTo>
                  <a:cubicBezTo>
                    <a:pt x="611" y="32"/>
                    <a:pt x="611" y="32"/>
                    <a:pt x="611" y="31"/>
                  </a:cubicBezTo>
                  <a:cubicBezTo>
                    <a:pt x="611" y="31"/>
                    <a:pt x="610" y="31"/>
                    <a:pt x="610" y="31"/>
                  </a:cubicBezTo>
                  <a:cubicBezTo>
                    <a:pt x="609" y="30"/>
                    <a:pt x="608" y="28"/>
                    <a:pt x="607" y="28"/>
                  </a:cubicBezTo>
                  <a:cubicBezTo>
                    <a:pt x="604" y="28"/>
                    <a:pt x="605" y="33"/>
                    <a:pt x="602" y="34"/>
                  </a:cubicBezTo>
                  <a:cubicBezTo>
                    <a:pt x="599" y="34"/>
                    <a:pt x="598" y="32"/>
                    <a:pt x="597" y="30"/>
                  </a:cubicBezTo>
                  <a:cubicBezTo>
                    <a:pt x="597" y="29"/>
                    <a:pt x="597" y="29"/>
                    <a:pt x="596" y="28"/>
                  </a:cubicBezTo>
                  <a:cubicBezTo>
                    <a:pt x="595" y="26"/>
                    <a:pt x="595" y="25"/>
                    <a:pt x="595" y="24"/>
                  </a:cubicBezTo>
                  <a:cubicBezTo>
                    <a:pt x="595" y="22"/>
                    <a:pt x="594" y="21"/>
                    <a:pt x="593" y="20"/>
                  </a:cubicBezTo>
                  <a:cubicBezTo>
                    <a:pt x="593" y="19"/>
                    <a:pt x="593" y="18"/>
                    <a:pt x="593" y="17"/>
                  </a:cubicBezTo>
                  <a:cubicBezTo>
                    <a:pt x="592" y="15"/>
                    <a:pt x="591" y="13"/>
                    <a:pt x="591" y="11"/>
                  </a:cubicBezTo>
                  <a:cubicBezTo>
                    <a:pt x="590" y="10"/>
                    <a:pt x="589" y="9"/>
                    <a:pt x="588" y="10"/>
                  </a:cubicBezTo>
                  <a:cubicBezTo>
                    <a:pt x="587" y="11"/>
                    <a:pt x="588" y="12"/>
                    <a:pt x="586" y="11"/>
                  </a:cubicBezTo>
                  <a:cubicBezTo>
                    <a:pt x="584" y="9"/>
                    <a:pt x="583" y="7"/>
                    <a:pt x="580" y="8"/>
                  </a:cubicBezTo>
                  <a:cubicBezTo>
                    <a:pt x="579" y="8"/>
                    <a:pt x="578" y="9"/>
                    <a:pt x="577" y="10"/>
                  </a:cubicBezTo>
                  <a:cubicBezTo>
                    <a:pt x="576" y="11"/>
                    <a:pt x="575" y="11"/>
                    <a:pt x="574" y="12"/>
                  </a:cubicBezTo>
                  <a:cubicBezTo>
                    <a:pt x="572" y="14"/>
                    <a:pt x="571" y="15"/>
                    <a:pt x="569" y="16"/>
                  </a:cubicBezTo>
                  <a:cubicBezTo>
                    <a:pt x="568" y="17"/>
                    <a:pt x="567" y="17"/>
                    <a:pt x="566" y="18"/>
                  </a:cubicBezTo>
                  <a:cubicBezTo>
                    <a:pt x="566" y="19"/>
                    <a:pt x="565" y="21"/>
                    <a:pt x="564" y="22"/>
                  </a:cubicBezTo>
                  <a:cubicBezTo>
                    <a:pt x="563" y="24"/>
                    <a:pt x="561" y="26"/>
                    <a:pt x="557" y="25"/>
                  </a:cubicBezTo>
                  <a:cubicBezTo>
                    <a:pt x="557" y="24"/>
                    <a:pt x="556" y="24"/>
                    <a:pt x="555" y="23"/>
                  </a:cubicBezTo>
                  <a:cubicBezTo>
                    <a:pt x="554" y="23"/>
                    <a:pt x="552" y="22"/>
                    <a:pt x="551" y="22"/>
                  </a:cubicBezTo>
                  <a:cubicBezTo>
                    <a:pt x="550" y="22"/>
                    <a:pt x="551" y="21"/>
                    <a:pt x="550" y="22"/>
                  </a:cubicBezTo>
                  <a:cubicBezTo>
                    <a:pt x="549" y="22"/>
                    <a:pt x="549" y="23"/>
                    <a:pt x="548" y="23"/>
                  </a:cubicBezTo>
                  <a:cubicBezTo>
                    <a:pt x="547" y="23"/>
                    <a:pt x="547" y="23"/>
                    <a:pt x="547" y="22"/>
                  </a:cubicBezTo>
                  <a:cubicBezTo>
                    <a:pt x="547" y="22"/>
                    <a:pt x="547" y="22"/>
                    <a:pt x="546" y="21"/>
                  </a:cubicBezTo>
                  <a:cubicBezTo>
                    <a:pt x="546" y="21"/>
                    <a:pt x="545" y="21"/>
                    <a:pt x="544" y="20"/>
                  </a:cubicBezTo>
                  <a:cubicBezTo>
                    <a:pt x="541" y="19"/>
                    <a:pt x="538" y="19"/>
                    <a:pt x="535" y="19"/>
                  </a:cubicBezTo>
                  <a:cubicBezTo>
                    <a:pt x="532" y="19"/>
                    <a:pt x="530" y="22"/>
                    <a:pt x="530" y="24"/>
                  </a:cubicBezTo>
                  <a:cubicBezTo>
                    <a:pt x="529" y="25"/>
                    <a:pt x="528" y="24"/>
                    <a:pt x="527" y="24"/>
                  </a:cubicBezTo>
                  <a:cubicBezTo>
                    <a:pt x="525" y="25"/>
                    <a:pt x="524" y="25"/>
                    <a:pt x="522" y="26"/>
                  </a:cubicBezTo>
                  <a:cubicBezTo>
                    <a:pt x="521" y="26"/>
                    <a:pt x="521" y="26"/>
                    <a:pt x="520" y="27"/>
                  </a:cubicBezTo>
                  <a:cubicBezTo>
                    <a:pt x="520" y="28"/>
                    <a:pt x="518" y="29"/>
                    <a:pt x="518" y="30"/>
                  </a:cubicBezTo>
                  <a:cubicBezTo>
                    <a:pt x="518" y="30"/>
                    <a:pt x="518" y="31"/>
                    <a:pt x="517" y="31"/>
                  </a:cubicBezTo>
                  <a:cubicBezTo>
                    <a:pt x="517" y="32"/>
                    <a:pt x="516" y="32"/>
                    <a:pt x="516" y="32"/>
                  </a:cubicBezTo>
                  <a:cubicBezTo>
                    <a:pt x="515" y="33"/>
                    <a:pt x="516" y="33"/>
                    <a:pt x="515" y="34"/>
                  </a:cubicBezTo>
                  <a:cubicBezTo>
                    <a:pt x="514" y="34"/>
                    <a:pt x="513" y="34"/>
                    <a:pt x="512" y="34"/>
                  </a:cubicBezTo>
                  <a:cubicBezTo>
                    <a:pt x="511" y="35"/>
                    <a:pt x="510" y="35"/>
                    <a:pt x="509" y="36"/>
                  </a:cubicBezTo>
                  <a:cubicBezTo>
                    <a:pt x="508" y="36"/>
                    <a:pt x="508" y="37"/>
                    <a:pt x="507" y="37"/>
                  </a:cubicBezTo>
                  <a:cubicBezTo>
                    <a:pt x="506" y="38"/>
                    <a:pt x="506" y="40"/>
                    <a:pt x="505" y="41"/>
                  </a:cubicBezTo>
                  <a:cubicBezTo>
                    <a:pt x="504" y="43"/>
                    <a:pt x="503" y="44"/>
                    <a:pt x="502" y="46"/>
                  </a:cubicBezTo>
                  <a:cubicBezTo>
                    <a:pt x="502" y="47"/>
                    <a:pt x="502" y="49"/>
                    <a:pt x="501" y="50"/>
                  </a:cubicBezTo>
                  <a:cubicBezTo>
                    <a:pt x="501" y="51"/>
                    <a:pt x="500" y="51"/>
                    <a:pt x="500" y="52"/>
                  </a:cubicBezTo>
                  <a:cubicBezTo>
                    <a:pt x="499" y="53"/>
                    <a:pt x="500" y="54"/>
                    <a:pt x="499" y="55"/>
                  </a:cubicBezTo>
                  <a:cubicBezTo>
                    <a:pt x="498" y="56"/>
                    <a:pt x="497" y="56"/>
                    <a:pt x="496" y="56"/>
                  </a:cubicBezTo>
                  <a:cubicBezTo>
                    <a:pt x="494" y="55"/>
                    <a:pt x="492" y="54"/>
                    <a:pt x="491" y="54"/>
                  </a:cubicBezTo>
                  <a:cubicBezTo>
                    <a:pt x="490" y="53"/>
                    <a:pt x="489" y="52"/>
                    <a:pt x="488" y="52"/>
                  </a:cubicBezTo>
                  <a:cubicBezTo>
                    <a:pt x="488" y="51"/>
                    <a:pt x="488" y="51"/>
                    <a:pt x="487" y="50"/>
                  </a:cubicBezTo>
                  <a:cubicBezTo>
                    <a:pt x="487" y="50"/>
                    <a:pt x="486" y="50"/>
                    <a:pt x="485" y="49"/>
                  </a:cubicBezTo>
                  <a:cubicBezTo>
                    <a:pt x="484" y="48"/>
                    <a:pt x="483" y="46"/>
                    <a:pt x="481" y="45"/>
                  </a:cubicBezTo>
                  <a:cubicBezTo>
                    <a:pt x="480" y="45"/>
                    <a:pt x="479" y="45"/>
                    <a:pt x="478" y="45"/>
                  </a:cubicBezTo>
                  <a:cubicBezTo>
                    <a:pt x="477" y="46"/>
                    <a:pt x="476" y="46"/>
                    <a:pt x="476" y="47"/>
                  </a:cubicBezTo>
                  <a:cubicBezTo>
                    <a:pt x="473" y="48"/>
                    <a:pt x="471" y="45"/>
                    <a:pt x="469" y="45"/>
                  </a:cubicBezTo>
                  <a:cubicBezTo>
                    <a:pt x="466" y="45"/>
                    <a:pt x="463" y="45"/>
                    <a:pt x="460" y="45"/>
                  </a:cubicBezTo>
                  <a:cubicBezTo>
                    <a:pt x="457" y="45"/>
                    <a:pt x="455" y="45"/>
                    <a:pt x="453" y="45"/>
                  </a:cubicBezTo>
                  <a:cubicBezTo>
                    <a:pt x="451" y="46"/>
                    <a:pt x="450" y="47"/>
                    <a:pt x="448" y="47"/>
                  </a:cubicBezTo>
                  <a:cubicBezTo>
                    <a:pt x="447" y="47"/>
                    <a:pt x="445" y="47"/>
                    <a:pt x="444" y="47"/>
                  </a:cubicBezTo>
                  <a:cubicBezTo>
                    <a:pt x="443" y="47"/>
                    <a:pt x="443" y="46"/>
                    <a:pt x="441" y="46"/>
                  </a:cubicBezTo>
                  <a:cubicBezTo>
                    <a:pt x="441" y="46"/>
                    <a:pt x="439" y="45"/>
                    <a:pt x="439" y="46"/>
                  </a:cubicBezTo>
                  <a:cubicBezTo>
                    <a:pt x="439" y="46"/>
                    <a:pt x="439" y="47"/>
                    <a:pt x="438" y="48"/>
                  </a:cubicBezTo>
                  <a:cubicBezTo>
                    <a:pt x="438" y="48"/>
                    <a:pt x="436" y="48"/>
                    <a:pt x="436" y="48"/>
                  </a:cubicBezTo>
                  <a:cubicBezTo>
                    <a:pt x="435" y="48"/>
                    <a:pt x="434" y="49"/>
                    <a:pt x="434" y="49"/>
                  </a:cubicBezTo>
                  <a:cubicBezTo>
                    <a:pt x="432" y="49"/>
                    <a:pt x="432" y="49"/>
                    <a:pt x="430" y="48"/>
                  </a:cubicBezTo>
                  <a:cubicBezTo>
                    <a:pt x="429" y="48"/>
                    <a:pt x="427" y="48"/>
                    <a:pt x="425" y="48"/>
                  </a:cubicBezTo>
                  <a:cubicBezTo>
                    <a:pt x="424" y="48"/>
                    <a:pt x="422" y="48"/>
                    <a:pt x="421" y="48"/>
                  </a:cubicBezTo>
                  <a:cubicBezTo>
                    <a:pt x="419" y="48"/>
                    <a:pt x="417" y="49"/>
                    <a:pt x="416" y="49"/>
                  </a:cubicBezTo>
                  <a:cubicBezTo>
                    <a:pt x="415" y="50"/>
                    <a:pt x="414" y="51"/>
                    <a:pt x="414" y="52"/>
                  </a:cubicBezTo>
                  <a:cubicBezTo>
                    <a:pt x="412" y="52"/>
                    <a:pt x="412" y="50"/>
                    <a:pt x="412" y="49"/>
                  </a:cubicBezTo>
                  <a:cubicBezTo>
                    <a:pt x="411" y="47"/>
                    <a:pt x="410" y="47"/>
                    <a:pt x="408" y="46"/>
                  </a:cubicBezTo>
                  <a:cubicBezTo>
                    <a:pt x="405" y="46"/>
                    <a:pt x="404" y="50"/>
                    <a:pt x="402" y="52"/>
                  </a:cubicBezTo>
                  <a:cubicBezTo>
                    <a:pt x="401" y="53"/>
                    <a:pt x="401" y="54"/>
                    <a:pt x="400" y="54"/>
                  </a:cubicBezTo>
                  <a:cubicBezTo>
                    <a:pt x="399" y="55"/>
                    <a:pt x="398" y="56"/>
                    <a:pt x="398" y="57"/>
                  </a:cubicBezTo>
                  <a:cubicBezTo>
                    <a:pt x="397" y="58"/>
                    <a:pt x="396" y="59"/>
                    <a:pt x="395" y="60"/>
                  </a:cubicBezTo>
                  <a:cubicBezTo>
                    <a:pt x="394" y="61"/>
                    <a:pt x="394" y="60"/>
                    <a:pt x="393" y="61"/>
                  </a:cubicBezTo>
                  <a:cubicBezTo>
                    <a:pt x="393" y="62"/>
                    <a:pt x="393" y="63"/>
                    <a:pt x="392" y="64"/>
                  </a:cubicBezTo>
                  <a:cubicBezTo>
                    <a:pt x="390" y="63"/>
                    <a:pt x="390" y="59"/>
                    <a:pt x="390" y="57"/>
                  </a:cubicBezTo>
                  <a:cubicBezTo>
                    <a:pt x="389" y="56"/>
                    <a:pt x="389" y="54"/>
                    <a:pt x="388" y="53"/>
                  </a:cubicBezTo>
                  <a:cubicBezTo>
                    <a:pt x="387" y="49"/>
                    <a:pt x="386" y="45"/>
                    <a:pt x="385" y="42"/>
                  </a:cubicBezTo>
                  <a:cubicBezTo>
                    <a:pt x="384" y="40"/>
                    <a:pt x="385" y="31"/>
                    <a:pt x="382" y="33"/>
                  </a:cubicBezTo>
                  <a:cubicBezTo>
                    <a:pt x="379" y="34"/>
                    <a:pt x="380" y="41"/>
                    <a:pt x="377" y="38"/>
                  </a:cubicBezTo>
                  <a:cubicBezTo>
                    <a:pt x="376" y="37"/>
                    <a:pt x="375" y="37"/>
                    <a:pt x="373" y="37"/>
                  </a:cubicBezTo>
                  <a:cubicBezTo>
                    <a:pt x="373" y="37"/>
                    <a:pt x="371" y="37"/>
                    <a:pt x="370" y="37"/>
                  </a:cubicBezTo>
                  <a:cubicBezTo>
                    <a:pt x="370" y="37"/>
                    <a:pt x="369" y="39"/>
                    <a:pt x="369" y="39"/>
                  </a:cubicBezTo>
                  <a:cubicBezTo>
                    <a:pt x="367" y="42"/>
                    <a:pt x="366" y="44"/>
                    <a:pt x="363" y="46"/>
                  </a:cubicBezTo>
                  <a:cubicBezTo>
                    <a:pt x="361" y="47"/>
                    <a:pt x="358" y="48"/>
                    <a:pt x="356" y="49"/>
                  </a:cubicBezTo>
                  <a:cubicBezTo>
                    <a:pt x="356" y="49"/>
                    <a:pt x="356" y="50"/>
                    <a:pt x="355" y="50"/>
                  </a:cubicBezTo>
                  <a:cubicBezTo>
                    <a:pt x="354" y="51"/>
                    <a:pt x="353" y="51"/>
                    <a:pt x="353" y="52"/>
                  </a:cubicBezTo>
                  <a:cubicBezTo>
                    <a:pt x="350" y="54"/>
                    <a:pt x="347" y="55"/>
                    <a:pt x="345" y="57"/>
                  </a:cubicBezTo>
                  <a:cubicBezTo>
                    <a:pt x="344" y="58"/>
                    <a:pt x="343" y="59"/>
                    <a:pt x="342" y="60"/>
                  </a:cubicBezTo>
                  <a:cubicBezTo>
                    <a:pt x="340" y="61"/>
                    <a:pt x="338" y="62"/>
                    <a:pt x="336" y="63"/>
                  </a:cubicBezTo>
                  <a:cubicBezTo>
                    <a:pt x="335" y="63"/>
                    <a:pt x="335" y="64"/>
                    <a:pt x="334" y="65"/>
                  </a:cubicBezTo>
                  <a:cubicBezTo>
                    <a:pt x="333" y="65"/>
                    <a:pt x="331" y="66"/>
                    <a:pt x="329" y="66"/>
                  </a:cubicBezTo>
                  <a:cubicBezTo>
                    <a:pt x="327" y="67"/>
                    <a:pt x="325" y="68"/>
                    <a:pt x="322" y="69"/>
                  </a:cubicBezTo>
                  <a:cubicBezTo>
                    <a:pt x="322" y="69"/>
                    <a:pt x="321" y="70"/>
                    <a:pt x="320" y="70"/>
                  </a:cubicBezTo>
                  <a:cubicBezTo>
                    <a:pt x="314" y="70"/>
                    <a:pt x="309" y="69"/>
                    <a:pt x="303" y="69"/>
                  </a:cubicBezTo>
                  <a:cubicBezTo>
                    <a:pt x="302" y="69"/>
                    <a:pt x="301" y="68"/>
                    <a:pt x="300" y="69"/>
                  </a:cubicBezTo>
                  <a:cubicBezTo>
                    <a:pt x="299" y="70"/>
                    <a:pt x="299" y="71"/>
                    <a:pt x="298" y="72"/>
                  </a:cubicBezTo>
                  <a:cubicBezTo>
                    <a:pt x="298" y="73"/>
                    <a:pt x="297" y="74"/>
                    <a:pt x="296" y="74"/>
                  </a:cubicBezTo>
                  <a:cubicBezTo>
                    <a:pt x="295" y="75"/>
                    <a:pt x="295" y="76"/>
                    <a:pt x="294" y="76"/>
                  </a:cubicBezTo>
                  <a:cubicBezTo>
                    <a:pt x="292" y="78"/>
                    <a:pt x="290" y="79"/>
                    <a:pt x="288" y="81"/>
                  </a:cubicBezTo>
                  <a:cubicBezTo>
                    <a:pt x="288" y="81"/>
                    <a:pt x="287" y="81"/>
                    <a:pt x="287" y="81"/>
                  </a:cubicBezTo>
                  <a:cubicBezTo>
                    <a:pt x="286" y="82"/>
                    <a:pt x="286" y="82"/>
                    <a:pt x="285" y="82"/>
                  </a:cubicBezTo>
                  <a:cubicBezTo>
                    <a:pt x="284" y="82"/>
                    <a:pt x="283" y="82"/>
                    <a:pt x="282" y="82"/>
                  </a:cubicBezTo>
                  <a:cubicBezTo>
                    <a:pt x="280" y="83"/>
                    <a:pt x="279" y="85"/>
                    <a:pt x="277" y="86"/>
                  </a:cubicBezTo>
                  <a:cubicBezTo>
                    <a:pt x="277" y="87"/>
                    <a:pt x="275" y="87"/>
                    <a:pt x="274" y="88"/>
                  </a:cubicBezTo>
                  <a:cubicBezTo>
                    <a:pt x="274" y="88"/>
                    <a:pt x="273" y="87"/>
                    <a:pt x="272" y="88"/>
                  </a:cubicBezTo>
                  <a:cubicBezTo>
                    <a:pt x="272" y="88"/>
                    <a:pt x="271" y="88"/>
                    <a:pt x="271" y="89"/>
                  </a:cubicBezTo>
                  <a:cubicBezTo>
                    <a:pt x="270" y="89"/>
                    <a:pt x="269" y="88"/>
                    <a:pt x="268" y="89"/>
                  </a:cubicBezTo>
                  <a:cubicBezTo>
                    <a:pt x="268" y="89"/>
                    <a:pt x="267" y="90"/>
                    <a:pt x="266" y="90"/>
                  </a:cubicBezTo>
                  <a:cubicBezTo>
                    <a:pt x="266" y="91"/>
                    <a:pt x="265" y="91"/>
                    <a:pt x="264" y="93"/>
                  </a:cubicBezTo>
                  <a:cubicBezTo>
                    <a:pt x="264" y="94"/>
                    <a:pt x="263" y="95"/>
                    <a:pt x="262" y="96"/>
                  </a:cubicBezTo>
                  <a:cubicBezTo>
                    <a:pt x="261" y="97"/>
                    <a:pt x="260" y="98"/>
                    <a:pt x="259" y="98"/>
                  </a:cubicBezTo>
                  <a:cubicBezTo>
                    <a:pt x="259" y="99"/>
                    <a:pt x="257" y="100"/>
                    <a:pt x="256" y="101"/>
                  </a:cubicBezTo>
                  <a:cubicBezTo>
                    <a:pt x="255" y="102"/>
                    <a:pt x="254" y="103"/>
                    <a:pt x="253" y="103"/>
                  </a:cubicBezTo>
                  <a:cubicBezTo>
                    <a:pt x="253" y="103"/>
                    <a:pt x="253" y="104"/>
                    <a:pt x="252" y="104"/>
                  </a:cubicBezTo>
                  <a:cubicBezTo>
                    <a:pt x="252" y="104"/>
                    <a:pt x="251" y="105"/>
                    <a:pt x="250" y="105"/>
                  </a:cubicBezTo>
                  <a:cubicBezTo>
                    <a:pt x="249" y="105"/>
                    <a:pt x="248" y="105"/>
                    <a:pt x="248" y="105"/>
                  </a:cubicBezTo>
                  <a:cubicBezTo>
                    <a:pt x="247" y="104"/>
                    <a:pt x="247" y="103"/>
                    <a:pt x="246" y="102"/>
                  </a:cubicBezTo>
                  <a:cubicBezTo>
                    <a:pt x="246" y="101"/>
                    <a:pt x="245" y="101"/>
                    <a:pt x="244" y="101"/>
                  </a:cubicBezTo>
                  <a:cubicBezTo>
                    <a:pt x="244" y="100"/>
                    <a:pt x="243" y="101"/>
                    <a:pt x="242" y="100"/>
                  </a:cubicBezTo>
                  <a:cubicBezTo>
                    <a:pt x="242" y="100"/>
                    <a:pt x="242" y="100"/>
                    <a:pt x="242" y="100"/>
                  </a:cubicBezTo>
                  <a:cubicBezTo>
                    <a:pt x="241" y="100"/>
                    <a:pt x="239" y="100"/>
                    <a:pt x="238" y="100"/>
                  </a:cubicBezTo>
                  <a:cubicBezTo>
                    <a:pt x="238" y="100"/>
                    <a:pt x="237" y="100"/>
                    <a:pt x="236" y="100"/>
                  </a:cubicBezTo>
                  <a:cubicBezTo>
                    <a:pt x="236" y="101"/>
                    <a:pt x="235" y="100"/>
                    <a:pt x="235" y="100"/>
                  </a:cubicBezTo>
                  <a:cubicBezTo>
                    <a:pt x="235" y="101"/>
                    <a:pt x="235" y="101"/>
                    <a:pt x="234" y="101"/>
                  </a:cubicBezTo>
                  <a:cubicBezTo>
                    <a:pt x="234" y="101"/>
                    <a:pt x="233" y="101"/>
                    <a:pt x="232" y="101"/>
                  </a:cubicBezTo>
                  <a:cubicBezTo>
                    <a:pt x="231" y="102"/>
                    <a:pt x="231" y="102"/>
                    <a:pt x="229" y="102"/>
                  </a:cubicBezTo>
                  <a:cubicBezTo>
                    <a:pt x="227" y="102"/>
                    <a:pt x="224" y="102"/>
                    <a:pt x="221" y="102"/>
                  </a:cubicBezTo>
                  <a:cubicBezTo>
                    <a:pt x="219" y="102"/>
                    <a:pt x="217" y="100"/>
                    <a:pt x="214" y="100"/>
                  </a:cubicBezTo>
                  <a:cubicBezTo>
                    <a:pt x="211" y="100"/>
                    <a:pt x="209" y="101"/>
                    <a:pt x="206" y="102"/>
                  </a:cubicBezTo>
                  <a:cubicBezTo>
                    <a:pt x="205" y="102"/>
                    <a:pt x="205" y="102"/>
                    <a:pt x="204" y="102"/>
                  </a:cubicBezTo>
                  <a:cubicBezTo>
                    <a:pt x="203" y="103"/>
                    <a:pt x="202" y="102"/>
                    <a:pt x="202" y="103"/>
                  </a:cubicBezTo>
                  <a:cubicBezTo>
                    <a:pt x="200" y="103"/>
                    <a:pt x="199" y="104"/>
                    <a:pt x="197" y="104"/>
                  </a:cubicBezTo>
                  <a:cubicBezTo>
                    <a:pt x="195" y="105"/>
                    <a:pt x="194" y="106"/>
                    <a:pt x="192" y="107"/>
                  </a:cubicBezTo>
                  <a:cubicBezTo>
                    <a:pt x="191" y="108"/>
                    <a:pt x="191" y="108"/>
                    <a:pt x="190" y="108"/>
                  </a:cubicBezTo>
                  <a:cubicBezTo>
                    <a:pt x="189" y="109"/>
                    <a:pt x="189" y="109"/>
                    <a:pt x="189" y="110"/>
                  </a:cubicBezTo>
                  <a:cubicBezTo>
                    <a:pt x="187" y="111"/>
                    <a:pt x="186" y="111"/>
                    <a:pt x="184" y="110"/>
                  </a:cubicBezTo>
                  <a:cubicBezTo>
                    <a:pt x="183" y="110"/>
                    <a:pt x="183" y="109"/>
                    <a:pt x="182" y="108"/>
                  </a:cubicBezTo>
                  <a:cubicBezTo>
                    <a:pt x="181" y="107"/>
                    <a:pt x="180" y="107"/>
                    <a:pt x="179" y="107"/>
                  </a:cubicBezTo>
                  <a:cubicBezTo>
                    <a:pt x="178" y="106"/>
                    <a:pt x="177" y="106"/>
                    <a:pt x="176" y="106"/>
                  </a:cubicBezTo>
                  <a:cubicBezTo>
                    <a:pt x="175" y="105"/>
                    <a:pt x="174" y="106"/>
                    <a:pt x="173" y="106"/>
                  </a:cubicBezTo>
                  <a:cubicBezTo>
                    <a:pt x="171" y="106"/>
                    <a:pt x="168" y="107"/>
                    <a:pt x="166" y="108"/>
                  </a:cubicBezTo>
                  <a:cubicBezTo>
                    <a:pt x="166" y="108"/>
                    <a:pt x="165" y="109"/>
                    <a:pt x="164" y="110"/>
                  </a:cubicBezTo>
                  <a:cubicBezTo>
                    <a:pt x="163" y="110"/>
                    <a:pt x="162" y="110"/>
                    <a:pt x="160" y="111"/>
                  </a:cubicBezTo>
                  <a:cubicBezTo>
                    <a:pt x="159" y="111"/>
                    <a:pt x="156" y="112"/>
                    <a:pt x="155" y="111"/>
                  </a:cubicBezTo>
                  <a:cubicBezTo>
                    <a:pt x="155" y="111"/>
                    <a:pt x="155" y="110"/>
                    <a:pt x="154" y="109"/>
                  </a:cubicBezTo>
                  <a:cubicBezTo>
                    <a:pt x="154" y="109"/>
                    <a:pt x="154" y="109"/>
                    <a:pt x="154" y="109"/>
                  </a:cubicBezTo>
                  <a:cubicBezTo>
                    <a:pt x="153" y="108"/>
                    <a:pt x="152" y="108"/>
                    <a:pt x="152" y="107"/>
                  </a:cubicBezTo>
                  <a:cubicBezTo>
                    <a:pt x="150" y="106"/>
                    <a:pt x="149" y="104"/>
                    <a:pt x="147" y="104"/>
                  </a:cubicBezTo>
                  <a:cubicBezTo>
                    <a:pt x="146" y="104"/>
                    <a:pt x="146" y="105"/>
                    <a:pt x="145" y="106"/>
                  </a:cubicBezTo>
                  <a:cubicBezTo>
                    <a:pt x="145" y="106"/>
                    <a:pt x="144" y="107"/>
                    <a:pt x="143" y="107"/>
                  </a:cubicBezTo>
                  <a:cubicBezTo>
                    <a:pt x="142" y="107"/>
                    <a:pt x="141" y="108"/>
                    <a:pt x="140" y="108"/>
                  </a:cubicBezTo>
                  <a:cubicBezTo>
                    <a:pt x="139" y="109"/>
                    <a:pt x="139" y="109"/>
                    <a:pt x="138" y="109"/>
                  </a:cubicBezTo>
                  <a:cubicBezTo>
                    <a:pt x="136" y="109"/>
                    <a:pt x="132" y="109"/>
                    <a:pt x="132" y="111"/>
                  </a:cubicBezTo>
                  <a:cubicBezTo>
                    <a:pt x="131" y="111"/>
                    <a:pt x="129" y="111"/>
                    <a:pt x="127" y="111"/>
                  </a:cubicBezTo>
                  <a:cubicBezTo>
                    <a:pt x="126" y="111"/>
                    <a:pt x="124" y="111"/>
                    <a:pt x="123" y="112"/>
                  </a:cubicBezTo>
                  <a:cubicBezTo>
                    <a:pt x="120" y="112"/>
                    <a:pt x="117" y="111"/>
                    <a:pt x="114" y="112"/>
                  </a:cubicBezTo>
                  <a:cubicBezTo>
                    <a:pt x="112" y="112"/>
                    <a:pt x="111" y="111"/>
                    <a:pt x="109" y="112"/>
                  </a:cubicBezTo>
                  <a:cubicBezTo>
                    <a:pt x="108" y="113"/>
                    <a:pt x="107" y="113"/>
                    <a:pt x="106" y="114"/>
                  </a:cubicBezTo>
                  <a:cubicBezTo>
                    <a:pt x="105" y="114"/>
                    <a:pt x="104" y="115"/>
                    <a:pt x="103" y="115"/>
                  </a:cubicBezTo>
                  <a:cubicBezTo>
                    <a:pt x="102" y="115"/>
                    <a:pt x="100" y="115"/>
                    <a:pt x="99" y="114"/>
                  </a:cubicBezTo>
                  <a:cubicBezTo>
                    <a:pt x="97" y="114"/>
                    <a:pt x="98" y="113"/>
                    <a:pt x="97" y="112"/>
                  </a:cubicBezTo>
                  <a:cubicBezTo>
                    <a:pt x="96" y="111"/>
                    <a:pt x="95" y="110"/>
                    <a:pt x="94" y="110"/>
                  </a:cubicBezTo>
                  <a:cubicBezTo>
                    <a:pt x="92" y="109"/>
                    <a:pt x="90" y="108"/>
                    <a:pt x="88" y="107"/>
                  </a:cubicBezTo>
                  <a:cubicBezTo>
                    <a:pt x="87" y="107"/>
                    <a:pt x="85" y="107"/>
                    <a:pt x="84" y="107"/>
                  </a:cubicBezTo>
                  <a:cubicBezTo>
                    <a:pt x="83" y="106"/>
                    <a:pt x="83" y="106"/>
                    <a:pt x="82" y="106"/>
                  </a:cubicBezTo>
                  <a:cubicBezTo>
                    <a:pt x="81" y="106"/>
                    <a:pt x="80" y="106"/>
                    <a:pt x="79" y="106"/>
                  </a:cubicBezTo>
                  <a:cubicBezTo>
                    <a:pt x="78" y="107"/>
                    <a:pt x="77" y="107"/>
                    <a:pt x="76" y="108"/>
                  </a:cubicBezTo>
                  <a:cubicBezTo>
                    <a:pt x="76" y="108"/>
                    <a:pt x="75" y="109"/>
                    <a:pt x="74" y="109"/>
                  </a:cubicBezTo>
                  <a:cubicBezTo>
                    <a:pt x="73" y="109"/>
                    <a:pt x="73" y="110"/>
                    <a:pt x="72" y="110"/>
                  </a:cubicBezTo>
                  <a:cubicBezTo>
                    <a:pt x="69" y="111"/>
                    <a:pt x="65" y="109"/>
                    <a:pt x="62" y="110"/>
                  </a:cubicBezTo>
                  <a:cubicBezTo>
                    <a:pt x="61" y="111"/>
                    <a:pt x="61" y="111"/>
                    <a:pt x="60" y="111"/>
                  </a:cubicBezTo>
                  <a:cubicBezTo>
                    <a:pt x="59" y="111"/>
                    <a:pt x="59" y="111"/>
                    <a:pt x="58" y="110"/>
                  </a:cubicBezTo>
                  <a:cubicBezTo>
                    <a:pt x="58" y="109"/>
                    <a:pt x="58" y="109"/>
                    <a:pt x="58" y="108"/>
                  </a:cubicBezTo>
                  <a:cubicBezTo>
                    <a:pt x="57" y="108"/>
                    <a:pt x="56" y="108"/>
                    <a:pt x="56" y="107"/>
                  </a:cubicBezTo>
                  <a:cubicBezTo>
                    <a:pt x="54" y="107"/>
                    <a:pt x="53" y="105"/>
                    <a:pt x="52" y="103"/>
                  </a:cubicBezTo>
                  <a:cubicBezTo>
                    <a:pt x="51" y="102"/>
                    <a:pt x="51" y="101"/>
                    <a:pt x="50" y="100"/>
                  </a:cubicBezTo>
                  <a:cubicBezTo>
                    <a:pt x="49" y="100"/>
                    <a:pt x="47" y="99"/>
                    <a:pt x="46" y="100"/>
                  </a:cubicBezTo>
                  <a:cubicBezTo>
                    <a:pt x="45" y="100"/>
                    <a:pt x="44" y="99"/>
                    <a:pt x="43" y="100"/>
                  </a:cubicBezTo>
                  <a:cubicBezTo>
                    <a:pt x="42" y="101"/>
                    <a:pt x="40" y="101"/>
                    <a:pt x="39" y="101"/>
                  </a:cubicBezTo>
                  <a:cubicBezTo>
                    <a:pt x="38" y="101"/>
                    <a:pt x="37" y="101"/>
                    <a:pt x="37" y="102"/>
                  </a:cubicBezTo>
                  <a:cubicBezTo>
                    <a:pt x="36" y="103"/>
                    <a:pt x="36" y="103"/>
                    <a:pt x="36" y="104"/>
                  </a:cubicBezTo>
                  <a:cubicBezTo>
                    <a:pt x="35" y="104"/>
                    <a:pt x="34" y="104"/>
                    <a:pt x="34" y="105"/>
                  </a:cubicBezTo>
                  <a:cubicBezTo>
                    <a:pt x="34" y="105"/>
                    <a:pt x="34" y="106"/>
                    <a:pt x="33" y="106"/>
                  </a:cubicBezTo>
                  <a:cubicBezTo>
                    <a:pt x="33" y="106"/>
                    <a:pt x="32" y="107"/>
                    <a:pt x="32" y="107"/>
                  </a:cubicBezTo>
                  <a:cubicBezTo>
                    <a:pt x="31" y="107"/>
                    <a:pt x="30" y="108"/>
                    <a:pt x="29" y="108"/>
                  </a:cubicBezTo>
                  <a:cubicBezTo>
                    <a:pt x="28" y="109"/>
                    <a:pt x="25" y="110"/>
                    <a:pt x="23" y="110"/>
                  </a:cubicBezTo>
                  <a:cubicBezTo>
                    <a:pt x="22" y="110"/>
                    <a:pt x="20" y="110"/>
                    <a:pt x="19" y="110"/>
                  </a:cubicBezTo>
                  <a:cubicBezTo>
                    <a:pt x="19" y="110"/>
                    <a:pt x="18" y="109"/>
                    <a:pt x="18" y="109"/>
                  </a:cubicBezTo>
                  <a:cubicBezTo>
                    <a:pt x="17" y="109"/>
                    <a:pt x="17" y="109"/>
                    <a:pt x="16" y="108"/>
                  </a:cubicBezTo>
                  <a:cubicBezTo>
                    <a:pt x="16" y="108"/>
                    <a:pt x="15" y="106"/>
                    <a:pt x="15" y="106"/>
                  </a:cubicBezTo>
                  <a:cubicBezTo>
                    <a:pt x="13" y="106"/>
                    <a:pt x="13" y="108"/>
                    <a:pt x="11" y="108"/>
                  </a:cubicBezTo>
                  <a:cubicBezTo>
                    <a:pt x="11" y="109"/>
                    <a:pt x="11" y="109"/>
                    <a:pt x="10" y="110"/>
                  </a:cubicBezTo>
                  <a:cubicBezTo>
                    <a:pt x="10" y="110"/>
                    <a:pt x="10" y="111"/>
                    <a:pt x="10" y="111"/>
                  </a:cubicBezTo>
                  <a:cubicBezTo>
                    <a:pt x="9" y="112"/>
                    <a:pt x="9" y="113"/>
                    <a:pt x="8" y="113"/>
                  </a:cubicBezTo>
                  <a:cubicBezTo>
                    <a:pt x="6" y="113"/>
                    <a:pt x="0" y="113"/>
                    <a:pt x="1" y="111"/>
                  </a:cubicBezTo>
                  <a:cubicBezTo>
                    <a:pt x="1" y="152"/>
                    <a:pt x="1" y="152"/>
                    <a:pt x="1" y="152"/>
                  </a:cubicBezTo>
                  <a:cubicBezTo>
                    <a:pt x="801" y="152"/>
                    <a:pt x="801" y="152"/>
                    <a:pt x="801" y="152"/>
                  </a:cubicBezTo>
                  <a:lnTo>
                    <a:pt x="801" y="22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179" name="Freeform 14">
              <a:extLst>
                <a:ext uri="{FF2B5EF4-FFF2-40B4-BE49-F238E27FC236}">
                  <a16:creationId xmlns:a16="http://schemas.microsoft.com/office/drawing/2014/main" id="{D3984530-E5A7-9910-C190-1A3AED46CE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9506" y="3063156"/>
              <a:ext cx="4850804" cy="1004135"/>
            </a:xfrm>
            <a:custGeom>
              <a:avLst/>
              <a:gdLst>
                <a:gd name="T0" fmla="*/ 792 w 800"/>
                <a:gd name="T1" fmla="*/ 4 h 123"/>
                <a:gd name="T2" fmla="*/ 782 w 800"/>
                <a:gd name="T3" fmla="*/ 8 h 123"/>
                <a:gd name="T4" fmla="*/ 773 w 800"/>
                <a:gd name="T5" fmla="*/ 10 h 123"/>
                <a:gd name="T6" fmla="*/ 763 w 800"/>
                <a:gd name="T7" fmla="*/ 14 h 123"/>
                <a:gd name="T8" fmla="*/ 751 w 800"/>
                <a:gd name="T9" fmla="*/ 18 h 123"/>
                <a:gd name="T10" fmla="*/ 742 w 800"/>
                <a:gd name="T11" fmla="*/ 19 h 123"/>
                <a:gd name="T12" fmla="*/ 734 w 800"/>
                <a:gd name="T13" fmla="*/ 14 h 123"/>
                <a:gd name="T14" fmla="*/ 725 w 800"/>
                <a:gd name="T15" fmla="*/ 9 h 123"/>
                <a:gd name="T16" fmla="*/ 712 w 800"/>
                <a:gd name="T17" fmla="*/ 6 h 123"/>
                <a:gd name="T18" fmla="*/ 705 w 800"/>
                <a:gd name="T19" fmla="*/ 4 h 123"/>
                <a:gd name="T20" fmla="*/ 691 w 800"/>
                <a:gd name="T21" fmla="*/ 0 h 123"/>
                <a:gd name="T22" fmla="*/ 679 w 800"/>
                <a:gd name="T23" fmla="*/ 7 h 123"/>
                <a:gd name="T24" fmla="*/ 655 w 800"/>
                <a:gd name="T25" fmla="*/ 9 h 123"/>
                <a:gd name="T26" fmla="*/ 631 w 800"/>
                <a:gd name="T27" fmla="*/ 12 h 123"/>
                <a:gd name="T28" fmla="*/ 610 w 800"/>
                <a:gd name="T29" fmla="*/ 11 h 123"/>
                <a:gd name="T30" fmla="*/ 591 w 800"/>
                <a:gd name="T31" fmla="*/ 11 h 123"/>
                <a:gd name="T32" fmla="*/ 577 w 800"/>
                <a:gd name="T33" fmla="*/ 9 h 123"/>
                <a:gd name="T34" fmla="*/ 565 w 800"/>
                <a:gd name="T35" fmla="*/ 16 h 123"/>
                <a:gd name="T36" fmla="*/ 551 w 800"/>
                <a:gd name="T37" fmla="*/ 20 h 123"/>
                <a:gd name="T38" fmla="*/ 532 w 800"/>
                <a:gd name="T39" fmla="*/ 21 h 123"/>
                <a:gd name="T40" fmla="*/ 518 w 800"/>
                <a:gd name="T41" fmla="*/ 23 h 123"/>
                <a:gd name="T42" fmla="*/ 504 w 800"/>
                <a:gd name="T43" fmla="*/ 29 h 123"/>
                <a:gd name="T44" fmla="*/ 496 w 800"/>
                <a:gd name="T45" fmla="*/ 35 h 123"/>
                <a:gd name="T46" fmla="*/ 478 w 800"/>
                <a:gd name="T47" fmla="*/ 31 h 123"/>
                <a:gd name="T48" fmla="*/ 459 w 800"/>
                <a:gd name="T49" fmla="*/ 27 h 123"/>
                <a:gd name="T50" fmla="*/ 428 w 800"/>
                <a:gd name="T51" fmla="*/ 27 h 123"/>
                <a:gd name="T52" fmla="*/ 415 w 800"/>
                <a:gd name="T53" fmla="*/ 27 h 123"/>
                <a:gd name="T54" fmla="*/ 406 w 800"/>
                <a:gd name="T55" fmla="*/ 21 h 123"/>
                <a:gd name="T56" fmla="*/ 393 w 800"/>
                <a:gd name="T57" fmla="*/ 20 h 123"/>
                <a:gd name="T58" fmla="*/ 383 w 800"/>
                <a:gd name="T59" fmla="*/ 14 h 123"/>
                <a:gd name="T60" fmla="*/ 378 w 800"/>
                <a:gd name="T61" fmla="*/ 9 h 123"/>
                <a:gd name="T62" fmla="*/ 368 w 800"/>
                <a:gd name="T63" fmla="*/ 7 h 123"/>
                <a:gd name="T64" fmla="*/ 356 w 800"/>
                <a:gd name="T65" fmla="*/ 13 h 123"/>
                <a:gd name="T66" fmla="*/ 343 w 800"/>
                <a:gd name="T67" fmla="*/ 20 h 123"/>
                <a:gd name="T68" fmla="*/ 331 w 800"/>
                <a:gd name="T69" fmla="*/ 26 h 123"/>
                <a:gd name="T70" fmla="*/ 321 w 800"/>
                <a:gd name="T71" fmla="*/ 29 h 123"/>
                <a:gd name="T72" fmla="*/ 302 w 800"/>
                <a:gd name="T73" fmla="*/ 32 h 123"/>
                <a:gd name="T74" fmla="*/ 285 w 800"/>
                <a:gd name="T75" fmla="*/ 38 h 123"/>
                <a:gd name="T76" fmla="*/ 269 w 800"/>
                <a:gd name="T77" fmla="*/ 47 h 123"/>
                <a:gd name="T78" fmla="*/ 246 w 800"/>
                <a:gd name="T79" fmla="*/ 58 h 123"/>
                <a:gd name="T80" fmla="*/ 224 w 800"/>
                <a:gd name="T81" fmla="*/ 56 h 123"/>
                <a:gd name="T82" fmla="*/ 208 w 800"/>
                <a:gd name="T83" fmla="*/ 57 h 123"/>
                <a:gd name="T84" fmla="*/ 188 w 800"/>
                <a:gd name="T85" fmla="*/ 59 h 123"/>
                <a:gd name="T86" fmla="*/ 163 w 800"/>
                <a:gd name="T87" fmla="*/ 58 h 123"/>
                <a:gd name="T88" fmla="*/ 137 w 800"/>
                <a:gd name="T89" fmla="*/ 60 h 123"/>
                <a:gd name="T90" fmla="*/ 119 w 800"/>
                <a:gd name="T91" fmla="*/ 59 h 123"/>
                <a:gd name="T92" fmla="*/ 106 w 800"/>
                <a:gd name="T93" fmla="*/ 62 h 123"/>
                <a:gd name="T94" fmla="*/ 76 w 800"/>
                <a:gd name="T95" fmla="*/ 64 h 123"/>
                <a:gd name="T96" fmla="*/ 56 w 800"/>
                <a:gd name="T97" fmla="*/ 67 h 123"/>
                <a:gd name="T98" fmla="*/ 45 w 800"/>
                <a:gd name="T99" fmla="*/ 61 h 123"/>
                <a:gd name="T100" fmla="*/ 34 w 800"/>
                <a:gd name="T101" fmla="*/ 61 h 123"/>
                <a:gd name="T102" fmla="*/ 26 w 800"/>
                <a:gd name="T103" fmla="*/ 67 h 123"/>
                <a:gd name="T104" fmla="*/ 13 w 800"/>
                <a:gd name="T105" fmla="*/ 72 h 123"/>
                <a:gd name="T106" fmla="*/ 800 w 800"/>
                <a:gd name="T107" fmla="*/ 8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800" h="123">
                  <a:moveTo>
                    <a:pt x="800" y="8"/>
                  </a:moveTo>
                  <a:cubicBezTo>
                    <a:pt x="798" y="8"/>
                    <a:pt x="796" y="6"/>
                    <a:pt x="794" y="5"/>
                  </a:cubicBezTo>
                  <a:cubicBezTo>
                    <a:pt x="794" y="5"/>
                    <a:pt x="794" y="5"/>
                    <a:pt x="794" y="5"/>
                  </a:cubicBezTo>
                  <a:cubicBezTo>
                    <a:pt x="794" y="5"/>
                    <a:pt x="793" y="4"/>
                    <a:pt x="793" y="4"/>
                  </a:cubicBezTo>
                  <a:cubicBezTo>
                    <a:pt x="792" y="4"/>
                    <a:pt x="792" y="4"/>
                    <a:pt x="792" y="4"/>
                  </a:cubicBezTo>
                  <a:cubicBezTo>
                    <a:pt x="791" y="3"/>
                    <a:pt x="790" y="3"/>
                    <a:pt x="789" y="3"/>
                  </a:cubicBezTo>
                  <a:cubicBezTo>
                    <a:pt x="789" y="3"/>
                    <a:pt x="787" y="3"/>
                    <a:pt x="786" y="4"/>
                  </a:cubicBezTo>
                  <a:cubicBezTo>
                    <a:pt x="786" y="4"/>
                    <a:pt x="786" y="5"/>
                    <a:pt x="786" y="5"/>
                  </a:cubicBezTo>
                  <a:cubicBezTo>
                    <a:pt x="785" y="5"/>
                    <a:pt x="785" y="6"/>
                    <a:pt x="785" y="6"/>
                  </a:cubicBezTo>
                  <a:cubicBezTo>
                    <a:pt x="784" y="7"/>
                    <a:pt x="783" y="7"/>
                    <a:pt x="782" y="8"/>
                  </a:cubicBezTo>
                  <a:cubicBezTo>
                    <a:pt x="781" y="8"/>
                    <a:pt x="780" y="8"/>
                    <a:pt x="778" y="8"/>
                  </a:cubicBezTo>
                  <a:cubicBezTo>
                    <a:pt x="777" y="8"/>
                    <a:pt x="776" y="8"/>
                    <a:pt x="775" y="8"/>
                  </a:cubicBezTo>
                  <a:cubicBezTo>
                    <a:pt x="775" y="9"/>
                    <a:pt x="774" y="9"/>
                    <a:pt x="774" y="9"/>
                  </a:cubicBezTo>
                  <a:cubicBezTo>
                    <a:pt x="774" y="9"/>
                    <a:pt x="774" y="9"/>
                    <a:pt x="773" y="9"/>
                  </a:cubicBezTo>
                  <a:cubicBezTo>
                    <a:pt x="773" y="9"/>
                    <a:pt x="773" y="10"/>
                    <a:pt x="773" y="10"/>
                  </a:cubicBezTo>
                  <a:cubicBezTo>
                    <a:pt x="772" y="10"/>
                    <a:pt x="772" y="10"/>
                    <a:pt x="771" y="10"/>
                  </a:cubicBezTo>
                  <a:cubicBezTo>
                    <a:pt x="770" y="11"/>
                    <a:pt x="770" y="11"/>
                    <a:pt x="769" y="12"/>
                  </a:cubicBezTo>
                  <a:cubicBezTo>
                    <a:pt x="769" y="12"/>
                    <a:pt x="768" y="13"/>
                    <a:pt x="768" y="13"/>
                  </a:cubicBezTo>
                  <a:cubicBezTo>
                    <a:pt x="767" y="14"/>
                    <a:pt x="765" y="13"/>
                    <a:pt x="764" y="14"/>
                  </a:cubicBezTo>
                  <a:cubicBezTo>
                    <a:pt x="764" y="14"/>
                    <a:pt x="764" y="14"/>
                    <a:pt x="763" y="14"/>
                  </a:cubicBezTo>
                  <a:cubicBezTo>
                    <a:pt x="763" y="14"/>
                    <a:pt x="762" y="14"/>
                    <a:pt x="761" y="14"/>
                  </a:cubicBezTo>
                  <a:cubicBezTo>
                    <a:pt x="760" y="14"/>
                    <a:pt x="759" y="14"/>
                    <a:pt x="758" y="14"/>
                  </a:cubicBezTo>
                  <a:cubicBezTo>
                    <a:pt x="757" y="15"/>
                    <a:pt x="756" y="15"/>
                    <a:pt x="756" y="16"/>
                  </a:cubicBezTo>
                  <a:cubicBezTo>
                    <a:pt x="755" y="16"/>
                    <a:pt x="754" y="17"/>
                    <a:pt x="753" y="17"/>
                  </a:cubicBezTo>
                  <a:cubicBezTo>
                    <a:pt x="752" y="17"/>
                    <a:pt x="752" y="17"/>
                    <a:pt x="751" y="18"/>
                  </a:cubicBezTo>
                  <a:cubicBezTo>
                    <a:pt x="750" y="19"/>
                    <a:pt x="750" y="19"/>
                    <a:pt x="749" y="20"/>
                  </a:cubicBezTo>
                  <a:cubicBezTo>
                    <a:pt x="748" y="21"/>
                    <a:pt x="747" y="21"/>
                    <a:pt x="746" y="21"/>
                  </a:cubicBezTo>
                  <a:cubicBezTo>
                    <a:pt x="746" y="21"/>
                    <a:pt x="745" y="21"/>
                    <a:pt x="745" y="21"/>
                  </a:cubicBezTo>
                  <a:cubicBezTo>
                    <a:pt x="744" y="21"/>
                    <a:pt x="744" y="20"/>
                    <a:pt x="743" y="20"/>
                  </a:cubicBezTo>
                  <a:cubicBezTo>
                    <a:pt x="743" y="19"/>
                    <a:pt x="742" y="20"/>
                    <a:pt x="742" y="19"/>
                  </a:cubicBezTo>
                  <a:cubicBezTo>
                    <a:pt x="742" y="19"/>
                    <a:pt x="742" y="19"/>
                    <a:pt x="742" y="19"/>
                  </a:cubicBezTo>
                  <a:cubicBezTo>
                    <a:pt x="741" y="18"/>
                    <a:pt x="741" y="18"/>
                    <a:pt x="740" y="18"/>
                  </a:cubicBezTo>
                  <a:cubicBezTo>
                    <a:pt x="739" y="17"/>
                    <a:pt x="739" y="16"/>
                    <a:pt x="738" y="16"/>
                  </a:cubicBezTo>
                  <a:cubicBezTo>
                    <a:pt x="737" y="15"/>
                    <a:pt x="736" y="14"/>
                    <a:pt x="736" y="14"/>
                  </a:cubicBezTo>
                  <a:cubicBezTo>
                    <a:pt x="735" y="14"/>
                    <a:pt x="735" y="14"/>
                    <a:pt x="734" y="14"/>
                  </a:cubicBezTo>
                  <a:cubicBezTo>
                    <a:pt x="734" y="13"/>
                    <a:pt x="734" y="13"/>
                    <a:pt x="734" y="13"/>
                  </a:cubicBezTo>
                  <a:cubicBezTo>
                    <a:pt x="733" y="13"/>
                    <a:pt x="733" y="13"/>
                    <a:pt x="733" y="13"/>
                  </a:cubicBezTo>
                  <a:cubicBezTo>
                    <a:pt x="732" y="13"/>
                    <a:pt x="731" y="12"/>
                    <a:pt x="730" y="11"/>
                  </a:cubicBezTo>
                  <a:cubicBezTo>
                    <a:pt x="730" y="11"/>
                    <a:pt x="729" y="10"/>
                    <a:pt x="728" y="10"/>
                  </a:cubicBezTo>
                  <a:cubicBezTo>
                    <a:pt x="727" y="9"/>
                    <a:pt x="725" y="9"/>
                    <a:pt x="725" y="9"/>
                  </a:cubicBezTo>
                  <a:cubicBezTo>
                    <a:pt x="724" y="8"/>
                    <a:pt x="724" y="8"/>
                    <a:pt x="723" y="8"/>
                  </a:cubicBezTo>
                  <a:cubicBezTo>
                    <a:pt x="722" y="8"/>
                    <a:pt x="722" y="8"/>
                    <a:pt x="721" y="8"/>
                  </a:cubicBezTo>
                  <a:cubicBezTo>
                    <a:pt x="720" y="7"/>
                    <a:pt x="718" y="7"/>
                    <a:pt x="717" y="7"/>
                  </a:cubicBezTo>
                  <a:cubicBezTo>
                    <a:pt x="716" y="8"/>
                    <a:pt x="715" y="7"/>
                    <a:pt x="714" y="7"/>
                  </a:cubicBezTo>
                  <a:cubicBezTo>
                    <a:pt x="714" y="6"/>
                    <a:pt x="712" y="6"/>
                    <a:pt x="712" y="6"/>
                  </a:cubicBezTo>
                  <a:cubicBezTo>
                    <a:pt x="711" y="5"/>
                    <a:pt x="711" y="5"/>
                    <a:pt x="710" y="5"/>
                  </a:cubicBezTo>
                  <a:cubicBezTo>
                    <a:pt x="710" y="5"/>
                    <a:pt x="709" y="5"/>
                    <a:pt x="709" y="4"/>
                  </a:cubicBezTo>
                  <a:cubicBezTo>
                    <a:pt x="708" y="4"/>
                    <a:pt x="708" y="5"/>
                    <a:pt x="707" y="5"/>
                  </a:cubicBezTo>
                  <a:cubicBezTo>
                    <a:pt x="707" y="4"/>
                    <a:pt x="706" y="4"/>
                    <a:pt x="706" y="4"/>
                  </a:cubicBezTo>
                  <a:cubicBezTo>
                    <a:pt x="706" y="4"/>
                    <a:pt x="705" y="4"/>
                    <a:pt x="705" y="4"/>
                  </a:cubicBezTo>
                  <a:cubicBezTo>
                    <a:pt x="705" y="3"/>
                    <a:pt x="704" y="3"/>
                    <a:pt x="704" y="3"/>
                  </a:cubicBezTo>
                  <a:cubicBezTo>
                    <a:pt x="702" y="2"/>
                    <a:pt x="700" y="2"/>
                    <a:pt x="698" y="1"/>
                  </a:cubicBezTo>
                  <a:cubicBezTo>
                    <a:pt x="697" y="1"/>
                    <a:pt x="697" y="1"/>
                    <a:pt x="696" y="1"/>
                  </a:cubicBezTo>
                  <a:cubicBezTo>
                    <a:pt x="695" y="0"/>
                    <a:pt x="695" y="0"/>
                    <a:pt x="695" y="0"/>
                  </a:cubicBezTo>
                  <a:cubicBezTo>
                    <a:pt x="694" y="0"/>
                    <a:pt x="692" y="0"/>
                    <a:pt x="691" y="0"/>
                  </a:cubicBezTo>
                  <a:cubicBezTo>
                    <a:pt x="691" y="1"/>
                    <a:pt x="690" y="1"/>
                    <a:pt x="689" y="2"/>
                  </a:cubicBezTo>
                  <a:cubicBezTo>
                    <a:pt x="688" y="2"/>
                    <a:pt x="688" y="3"/>
                    <a:pt x="687" y="4"/>
                  </a:cubicBezTo>
                  <a:cubicBezTo>
                    <a:pt x="686" y="4"/>
                    <a:pt x="686" y="4"/>
                    <a:pt x="685" y="5"/>
                  </a:cubicBezTo>
                  <a:cubicBezTo>
                    <a:pt x="684" y="5"/>
                    <a:pt x="683" y="6"/>
                    <a:pt x="681" y="6"/>
                  </a:cubicBezTo>
                  <a:cubicBezTo>
                    <a:pt x="681" y="7"/>
                    <a:pt x="680" y="7"/>
                    <a:pt x="679" y="7"/>
                  </a:cubicBezTo>
                  <a:cubicBezTo>
                    <a:pt x="678" y="8"/>
                    <a:pt x="678" y="9"/>
                    <a:pt x="677" y="9"/>
                  </a:cubicBezTo>
                  <a:cubicBezTo>
                    <a:pt x="676" y="9"/>
                    <a:pt x="675" y="10"/>
                    <a:pt x="674" y="10"/>
                  </a:cubicBezTo>
                  <a:cubicBezTo>
                    <a:pt x="673" y="10"/>
                    <a:pt x="671" y="10"/>
                    <a:pt x="670" y="9"/>
                  </a:cubicBezTo>
                  <a:cubicBezTo>
                    <a:pt x="668" y="9"/>
                    <a:pt x="665" y="9"/>
                    <a:pt x="663" y="9"/>
                  </a:cubicBezTo>
                  <a:cubicBezTo>
                    <a:pt x="661" y="9"/>
                    <a:pt x="657" y="9"/>
                    <a:pt x="655" y="9"/>
                  </a:cubicBezTo>
                  <a:cubicBezTo>
                    <a:pt x="653" y="9"/>
                    <a:pt x="651" y="11"/>
                    <a:pt x="649" y="11"/>
                  </a:cubicBezTo>
                  <a:cubicBezTo>
                    <a:pt x="648" y="12"/>
                    <a:pt x="647" y="12"/>
                    <a:pt x="646" y="12"/>
                  </a:cubicBezTo>
                  <a:cubicBezTo>
                    <a:pt x="645" y="13"/>
                    <a:pt x="643" y="13"/>
                    <a:pt x="642" y="13"/>
                  </a:cubicBezTo>
                  <a:cubicBezTo>
                    <a:pt x="639" y="13"/>
                    <a:pt x="635" y="14"/>
                    <a:pt x="632" y="12"/>
                  </a:cubicBezTo>
                  <a:cubicBezTo>
                    <a:pt x="632" y="12"/>
                    <a:pt x="632" y="12"/>
                    <a:pt x="631" y="12"/>
                  </a:cubicBezTo>
                  <a:cubicBezTo>
                    <a:pt x="631" y="11"/>
                    <a:pt x="630" y="12"/>
                    <a:pt x="629" y="12"/>
                  </a:cubicBezTo>
                  <a:cubicBezTo>
                    <a:pt x="628" y="11"/>
                    <a:pt x="627" y="11"/>
                    <a:pt x="626" y="11"/>
                  </a:cubicBezTo>
                  <a:cubicBezTo>
                    <a:pt x="624" y="11"/>
                    <a:pt x="623" y="11"/>
                    <a:pt x="622" y="11"/>
                  </a:cubicBezTo>
                  <a:cubicBezTo>
                    <a:pt x="621" y="11"/>
                    <a:pt x="620" y="11"/>
                    <a:pt x="619" y="12"/>
                  </a:cubicBezTo>
                  <a:cubicBezTo>
                    <a:pt x="616" y="13"/>
                    <a:pt x="613" y="13"/>
                    <a:pt x="610" y="11"/>
                  </a:cubicBezTo>
                  <a:cubicBezTo>
                    <a:pt x="609" y="11"/>
                    <a:pt x="608" y="10"/>
                    <a:pt x="607" y="10"/>
                  </a:cubicBezTo>
                  <a:cubicBezTo>
                    <a:pt x="606" y="9"/>
                    <a:pt x="605" y="9"/>
                    <a:pt x="604" y="9"/>
                  </a:cubicBezTo>
                  <a:cubicBezTo>
                    <a:pt x="603" y="9"/>
                    <a:pt x="603" y="9"/>
                    <a:pt x="603" y="8"/>
                  </a:cubicBezTo>
                  <a:cubicBezTo>
                    <a:pt x="601" y="8"/>
                    <a:pt x="599" y="9"/>
                    <a:pt x="598" y="10"/>
                  </a:cubicBezTo>
                  <a:cubicBezTo>
                    <a:pt x="596" y="11"/>
                    <a:pt x="593" y="11"/>
                    <a:pt x="591" y="11"/>
                  </a:cubicBezTo>
                  <a:cubicBezTo>
                    <a:pt x="590" y="11"/>
                    <a:pt x="589" y="11"/>
                    <a:pt x="588" y="11"/>
                  </a:cubicBezTo>
                  <a:cubicBezTo>
                    <a:pt x="587" y="10"/>
                    <a:pt x="586" y="11"/>
                    <a:pt x="585" y="10"/>
                  </a:cubicBezTo>
                  <a:cubicBezTo>
                    <a:pt x="585" y="10"/>
                    <a:pt x="584" y="9"/>
                    <a:pt x="583" y="9"/>
                  </a:cubicBezTo>
                  <a:cubicBezTo>
                    <a:pt x="582" y="9"/>
                    <a:pt x="581" y="9"/>
                    <a:pt x="580" y="9"/>
                  </a:cubicBezTo>
                  <a:cubicBezTo>
                    <a:pt x="579" y="9"/>
                    <a:pt x="578" y="9"/>
                    <a:pt x="577" y="9"/>
                  </a:cubicBezTo>
                  <a:cubicBezTo>
                    <a:pt x="577" y="9"/>
                    <a:pt x="577" y="9"/>
                    <a:pt x="577" y="9"/>
                  </a:cubicBezTo>
                  <a:cubicBezTo>
                    <a:pt x="576" y="10"/>
                    <a:pt x="575" y="10"/>
                    <a:pt x="575" y="10"/>
                  </a:cubicBezTo>
                  <a:cubicBezTo>
                    <a:pt x="573" y="11"/>
                    <a:pt x="572" y="12"/>
                    <a:pt x="571" y="12"/>
                  </a:cubicBezTo>
                  <a:cubicBezTo>
                    <a:pt x="569" y="13"/>
                    <a:pt x="568" y="13"/>
                    <a:pt x="567" y="14"/>
                  </a:cubicBezTo>
                  <a:cubicBezTo>
                    <a:pt x="566" y="15"/>
                    <a:pt x="565" y="15"/>
                    <a:pt x="565" y="16"/>
                  </a:cubicBezTo>
                  <a:cubicBezTo>
                    <a:pt x="564" y="16"/>
                    <a:pt x="563" y="17"/>
                    <a:pt x="562" y="18"/>
                  </a:cubicBezTo>
                  <a:cubicBezTo>
                    <a:pt x="561" y="19"/>
                    <a:pt x="560" y="20"/>
                    <a:pt x="559" y="20"/>
                  </a:cubicBezTo>
                  <a:cubicBezTo>
                    <a:pt x="558" y="21"/>
                    <a:pt x="557" y="21"/>
                    <a:pt x="555" y="20"/>
                  </a:cubicBezTo>
                  <a:cubicBezTo>
                    <a:pt x="555" y="20"/>
                    <a:pt x="554" y="20"/>
                    <a:pt x="554" y="20"/>
                  </a:cubicBezTo>
                  <a:cubicBezTo>
                    <a:pt x="553" y="20"/>
                    <a:pt x="552" y="20"/>
                    <a:pt x="551" y="20"/>
                  </a:cubicBezTo>
                  <a:cubicBezTo>
                    <a:pt x="549" y="20"/>
                    <a:pt x="548" y="20"/>
                    <a:pt x="547" y="21"/>
                  </a:cubicBezTo>
                  <a:cubicBezTo>
                    <a:pt x="545" y="21"/>
                    <a:pt x="543" y="22"/>
                    <a:pt x="541" y="22"/>
                  </a:cubicBezTo>
                  <a:cubicBezTo>
                    <a:pt x="540" y="22"/>
                    <a:pt x="539" y="22"/>
                    <a:pt x="537" y="22"/>
                  </a:cubicBezTo>
                  <a:cubicBezTo>
                    <a:pt x="536" y="21"/>
                    <a:pt x="536" y="21"/>
                    <a:pt x="535" y="21"/>
                  </a:cubicBezTo>
                  <a:cubicBezTo>
                    <a:pt x="534" y="21"/>
                    <a:pt x="533" y="21"/>
                    <a:pt x="532" y="21"/>
                  </a:cubicBezTo>
                  <a:cubicBezTo>
                    <a:pt x="532" y="21"/>
                    <a:pt x="531" y="21"/>
                    <a:pt x="531" y="21"/>
                  </a:cubicBezTo>
                  <a:cubicBezTo>
                    <a:pt x="530" y="21"/>
                    <a:pt x="529" y="22"/>
                    <a:pt x="528" y="22"/>
                  </a:cubicBezTo>
                  <a:cubicBezTo>
                    <a:pt x="528" y="22"/>
                    <a:pt x="527" y="22"/>
                    <a:pt x="526" y="22"/>
                  </a:cubicBezTo>
                  <a:cubicBezTo>
                    <a:pt x="525" y="22"/>
                    <a:pt x="525" y="22"/>
                    <a:pt x="524" y="22"/>
                  </a:cubicBezTo>
                  <a:cubicBezTo>
                    <a:pt x="522" y="23"/>
                    <a:pt x="520" y="23"/>
                    <a:pt x="518" y="23"/>
                  </a:cubicBezTo>
                  <a:cubicBezTo>
                    <a:pt x="517" y="22"/>
                    <a:pt x="516" y="22"/>
                    <a:pt x="515" y="23"/>
                  </a:cubicBezTo>
                  <a:cubicBezTo>
                    <a:pt x="514" y="24"/>
                    <a:pt x="514" y="24"/>
                    <a:pt x="513" y="25"/>
                  </a:cubicBezTo>
                  <a:cubicBezTo>
                    <a:pt x="513" y="25"/>
                    <a:pt x="512" y="25"/>
                    <a:pt x="512" y="25"/>
                  </a:cubicBezTo>
                  <a:cubicBezTo>
                    <a:pt x="511" y="26"/>
                    <a:pt x="510" y="26"/>
                    <a:pt x="508" y="26"/>
                  </a:cubicBezTo>
                  <a:cubicBezTo>
                    <a:pt x="507" y="27"/>
                    <a:pt x="505" y="28"/>
                    <a:pt x="504" y="29"/>
                  </a:cubicBezTo>
                  <a:cubicBezTo>
                    <a:pt x="504" y="29"/>
                    <a:pt x="503" y="29"/>
                    <a:pt x="503" y="30"/>
                  </a:cubicBezTo>
                  <a:cubicBezTo>
                    <a:pt x="502" y="30"/>
                    <a:pt x="502" y="30"/>
                    <a:pt x="501" y="31"/>
                  </a:cubicBezTo>
                  <a:cubicBezTo>
                    <a:pt x="501" y="32"/>
                    <a:pt x="500" y="32"/>
                    <a:pt x="499" y="33"/>
                  </a:cubicBezTo>
                  <a:cubicBezTo>
                    <a:pt x="499" y="34"/>
                    <a:pt x="499" y="34"/>
                    <a:pt x="498" y="35"/>
                  </a:cubicBezTo>
                  <a:cubicBezTo>
                    <a:pt x="497" y="36"/>
                    <a:pt x="497" y="35"/>
                    <a:pt x="496" y="35"/>
                  </a:cubicBezTo>
                  <a:cubicBezTo>
                    <a:pt x="495" y="36"/>
                    <a:pt x="495" y="36"/>
                    <a:pt x="494" y="36"/>
                  </a:cubicBezTo>
                  <a:cubicBezTo>
                    <a:pt x="493" y="36"/>
                    <a:pt x="492" y="36"/>
                    <a:pt x="491" y="36"/>
                  </a:cubicBezTo>
                  <a:cubicBezTo>
                    <a:pt x="490" y="35"/>
                    <a:pt x="489" y="34"/>
                    <a:pt x="488" y="34"/>
                  </a:cubicBezTo>
                  <a:cubicBezTo>
                    <a:pt x="486" y="34"/>
                    <a:pt x="485" y="33"/>
                    <a:pt x="483" y="32"/>
                  </a:cubicBezTo>
                  <a:cubicBezTo>
                    <a:pt x="481" y="32"/>
                    <a:pt x="480" y="31"/>
                    <a:pt x="478" y="31"/>
                  </a:cubicBezTo>
                  <a:cubicBezTo>
                    <a:pt x="476" y="30"/>
                    <a:pt x="474" y="29"/>
                    <a:pt x="472" y="29"/>
                  </a:cubicBezTo>
                  <a:cubicBezTo>
                    <a:pt x="471" y="29"/>
                    <a:pt x="470" y="29"/>
                    <a:pt x="469" y="29"/>
                  </a:cubicBezTo>
                  <a:cubicBezTo>
                    <a:pt x="468" y="28"/>
                    <a:pt x="466" y="28"/>
                    <a:pt x="465" y="28"/>
                  </a:cubicBezTo>
                  <a:cubicBezTo>
                    <a:pt x="464" y="28"/>
                    <a:pt x="464" y="27"/>
                    <a:pt x="463" y="27"/>
                  </a:cubicBezTo>
                  <a:cubicBezTo>
                    <a:pt x="462" y="27"/>
                    <a:pt x="460" y="27"/>
                    <a:pt x="459" y="27"/>
                  </a:cubicBezTo>
                  <a:cubicBezTo>
                    <a:pt x="458" y="27"/>
                    <a:pt x="458" y="27"/>
                    <a:pt x="457" y="26"/>
                  </a:cubicBezTo>
                  <a:cubicBezTo>
                    <a:pt x="456" y="26"/>
                    <a:pt x="455" y="27"/>
                    <a:pt x="454" y="27"/>
                  </a:cubicBezTo>
                  <a:cubicBezTo>
                    <a:pt x="447" y="27"/>
                    <a:pt x="441" y="27"/>
                    <a:pt x="435" y="27"/>
                  </a:cubicBezTo>
                  <a:cubicBezTo>
                    <a:pt x="434" y="27"/>
                    <a:pt x="434" y="26"/>
                    <a:pt x="433" y="27"/>
                  </a:cubicBezTo>
                  <a:cubicBezTo>
                    <a:pt x="432" y="27"/>
                    <a:pt x="429" y="26"/>
                    <a:pt x="428" y="27"/>
                  </a:cubicBezTo>
                  <a:cubicBezTo>
                    <a:pt x="428" y="27"/>
                    <a:pt x="428" y="27"/>
                    <a:pt x="428" y="27"/>
                  </a:cubicBezTo>
                  <a:cubicBezTo>
                    <a:pt x="427" y="28"/>
                    <a:pt x="427" y="27"/>
                    <a:pt x="427" y="27"/>
                  </a:cubicBezTo>
                  <a:cubicBezTo>
                    <a:pt x="426" y="28"/>
                    <a:pt x="425" y="28"/>
                    <a:pt x="423" y="28"/>
                  </a:cubicBezTo>
                  <a:cubicBezTo>
                    <a:pt x="421" y="28"/>
                    <a:pt x="419" y="28"/>
                    <a:pt x="417" y="28"/>
                  </a:cubicBezTo>
                  <a:cubicBezTo>
                    <a:pt x="416" y="28"/>
                    <a:pt x="415" y="27"/>
                    <a:pt x="415" y="27"/>
                  </a:cubicBezTo>
                  <a:cubicBezTo>
                    <a:pt x="414" y="26"/>
                    <a:pt x="415" y="26"/>
                    <a:pt x="414" y="26"/>
                  </a:cubicBezTo>
                  <a:cubicBezTo>
                    <a:pt x="414" y="25"/>
                    <a:pt x="414" y="25"/>
                    <a:pt x="413" y="25"/>
                  </a:cubicBezTo>
                  <a:cubicBezTo>
                    <a:pt x="412" y="24"/>
                    <a:pt x="411" y="24"/>
                    <a:pt x="410" y="23"/>
                  </a:cubicBezTo>
                  <a:cubicBezTo>
                    <a:pt x="409" y="22"/>
                    <a:pt x="409" y="22"/>
                    <a:pt x="408" y="22"/>
                  </a:cubicBezTo>
                  <a:cubicBezTo>
                    <a:pt x="408" y="22"/>
                    <a:pt x="407" y="21"/>
                    <a:pt x="406" y="21"/>
                  </a:cubicBezTo>
                  <a:cubicBezTo>
                    <a:pt x="405" y="22"/>
                    <a:pt x="404" y="22"/>
                    <a:pt x="403" y="22"/>
                  </a:cubicBezTo>
                  <a:cubicBezTo>
                    <a:pt x="402" y="22"/>
                    <a:pt x="401" y="22"/>
                    <a:pt x="401" y="21"/>
                  </a:cubicBezTo>
                  <a:cubicBezTo>
                    <a:pt x="399" y="21"/>
                    <a:pt x="398" y="20"/>
                    <a:pt x="397" y="20"/>
                  </a:cubicBezTo>
                  <a:cubicBezTo>
                    <a:pt x="396" y="19"/>
                    <a:pt x="395" y="19"/>
                    <a:pt x="394" y="19"/>
                  </a:cubicBezTo>
                  <a:cubicBezTo>
                    <a:pt x="393" y="19"/>
                    <a:pt x="393" y="20"/>
                    <a:pt x="393" y="20"/>
                  </a:cubicBezTo>
                  <a:cubicBezTo>
                    <a:pt x="392" y="20"/>
                    <a:pt x="392" y="20"/>
                    <a:pt x="391" y="20"/>
                  </a:cubicBezTo>
                  <a:cubicBezTo>
                    <a:pt x="390" y="20"/>
                    <a:pt x="389" y="19"/>
                    <a:pt x="389" y="19"/>
                  </a:cubicBezTo>
                  <a:cubicBezTo>
                    <a:pt x="388" y="19"/>
                    <a:pt x="387" y="18"/>
                    <a:pt x="387" y="18"/>
                  </a:cubicBezTo>
                  <a:cubicBezTo>
                    <a:pt x="386" y="18"/>
                    <a:pt x="386" y="18"/>
                    <a:pt x="386" y="17"/>
                  </a:cubicBezTo>
                  <a:cubicBezTo>
                    <a:pt x="385" y="16"/>
                    <a:pt x="384" y="15"/>
                    <a:pt x="383" y="14"/>
                  </a:cubicBezTo>
                  <a:cubicBezTo>
                    <a:pt x="383" y="14"/>
                    <a:pt x="383" y="14"/>
                    <a:pt x="383" y="13"/>
                  </a:cubicBezTo>
                  <a:cubicBezTo>
                    <a:pt x="382" y="13"/>
                    <a:pt x="382" y="13"/>
                    <a:pt x="382" y="12"/>
                  </a:cubicBezTo>
                  <a:cubicBezTo>
                    <a:pt x="381" y="12"/>
                    <a:pt x="381" y="12"/>
                    <a:pt x="381" y="11"/>
                  </a:cubicBezTo>
                  <a:cubicBezTo>
                    <a:pt x="380" y="11"/>
                    <a:pt x="380" y="11"/>
                    <a:pt x="379" y="11"/>
                  </a:cubicBezTo>
                  <a:cubicBezTo>
                    <a:pt x="379" y="10"/>
                    <a:pt x="378" y="10"/>
                    <a:pt x="378" y="9"/>
                  </a:cubicBezTo>
                  <a:cubicBezTo>
                    <a:pt x="377" y="9"/>
                    <a:pt x="376" y="9"/>
                    <a:pt x="376" y="9"/>
                  </a:cubicBezTo>
                  <a:cubicBezTo>
                    <a:pt x="375" y="8"/>
                    <a:pt x="375" y="8"/>
                    <a:pt x="374" y="8"/>
                  </a:cubicBezTo>
                  <a:cubicBezTo>
                    <a:pt x="374" y="7"/>
                    <a:pt x="373" y="8"/>
                    <a:pt x="373" y="7"/>
                  </a:cubicBezTo>
                  <a:cubicBezTo>
                    <a:pt x="372" y="7"/>
                    <a:pt x="371" y="6"/>
                    <a:pt x="369" y="7"/>
                  </a:cubicBezTo>
                  <a:cubicBezTo>
                    <a:pt x="369" y="7"/>
                    <a:pt x="369" y="7"/>
                    <a:pt x="368" y="7"/>
                  </a:cubicBezTo>
                  <a:cubicBezTo>
                    <a:pt x="368" y="8"/>
                    <a:pt x="368" y="8"/>
                    <a:pt x="367" y="8"/>
                  </a:cubicBezTo>
                  <a:cubicBezTo>
                    <a:pt x="367" y="9"/>
                    <a:pt x="366" y="10"/>
                    <a:pt x="365" y="10"/>
                  </a:cubicBezTo>
                  <a:cubicBezTo>
                    <a:pt x="364" y="10"/>
                    <a:pt x="362" y="10"/>
                    <a:pt x="361" y="11"/>
                  </a:cubicBezTo>
                  <a:cubicBezTo>
                    <a:pt x="360" y="11"/>
                    <a:pt x="359" y="12"/>
                    <a:pt x="358" y="12"/>
                  </a:cubicBezTo>
                  <a:cubicBezTo>
                    <a:pt x="357" y="13"/>
                    <a:pt x="357" y="13"/>
                    <a:pt x="356" y="13"/>
                  </a:cubicBezTo>
                  <a:cubicBezTo>
                    <a:pt x="354" y="13"/>
                    <a:pt x="354" y="14"/>
                    <a:pt x="352" y="14"/>
                  </a:cubicBezTo>
                  <a:cubicBezTo>
                    <a:pt x="350" y="15"/>
                    <a:pt x="349" y="17"/>
                    <a:pt x="347" y="18"/>
                  </a:cubicBezTo>
                  <a:cubicBezTo>
                    <a:pt x="347" y="18"/>
                    <a:pt x="346" y="18"/>
                    <a:pt x="346" y="19"/>
                  </a:cubicBezTo>
                  <a:cubicBezTo>
                    <a:pt x="345" y="19"/>
                    <a:pt x="345" y="19"/>
                    <a:pt x="344" y="20"/>
                  </a:cubicBezTo>
                  <a:cubicBezTo>
                    <a:pt x="344" y="20"/>
                    <a:pt x="343" y="20"/>
                    <a:pt x="343" y="20"/>
                  </a:cubicBezTo>
                  <a:cubicBezTo>
                    <a:pt x="342" y="21"/>
                    <a:pt x="341" y="21"/>
                    <a:pt x="340" y="22"/>
                  </a:cubicBezTo>
                  <a:cubicBezTo>
                    <a:pt x="339" y="22"/>
                    <a:pt x="339" y="22"/>
                    <a:pt x="338" y="22"/>
                  </a:cubicBezTo>
                  <a:cubicBezTo>
                    <a:pt x="337" y="23"/>
                    <a:pt x="337" y="23"/>
                    <a:pt x="336" y="24"/>
                  </a:cubicBezTo>
                  <a:cubicBezTo>
                    <a:pt x="335" y="24"/>
                    <a:pt x="334" y="24"/>
                    <a:pt x="333" y="24"/>
                  </a:cubicBezTo>
                  <a:cubicBezTo>
                    <a:pt x="332" y="25"/>
                    <a:pt x="332" y="25"/>
                    <a:pt x="331" y="26"/>
                  </a:cubicBezTo>
                  <a:cubicBezTo>
                    <a:pt x="329" y="26"/>
                    <a:pt x="328" y="26"/>
                    <a:pt x="326" y="27"/>
                  </a:cubicBezTo>
                  <a:cubicBezTo>
                    <a:pt x="326" y="27"/>
                    <a:pt x="326" y="27"/>
                    <a:pt x="325" y="28"/>
                  </a:cubicBezTo>
                  <a:cubicBezTo>
                    <a:pt x="324" y="28"/>
                    <a:pt x="324" y="28"/>
                    <a:pt x="323" y="28"/>
                  </a:cubicBezTo>
                  <a:cubicBezTo>
                    <a:pt x="323" y="28"/>
                    <a:pt x="322" y="29"/>
                    <a:pt x="322" y="29"/>
                  </a:cubicBezTo>
                  <a:cubicBezTo>
                    <a:pt x="322" y="29"/>
                    <a:pt x="321" y="29"/>
                    <a:pt x="321" y="29"/>
                  </a:cubicBezTo>
                  <a:cubicBezTo>
                    <a:pt x="320" y="30"/>
                    <a:pt x="319" y="30"/>
                    <a:pt x="318" y="29"/>
                  </a:cubicBezTo>
                  <a:cubicBezTo>
                    <a:pt x="316" y="29"/>
                    <a:pt x="314" y="29"/>
                    <a:pt x="312" y="29"/>
                  </a:cubicBezTo>
                  <a:cubicBezTo>
                    <a:pt x="310" y="30"/>
                    <a:pt x="308" y="31"/>
                    <a:pt x="307" y="31"/>
                  </a:cubicBezTo>
                  <a:cubicBezTo>
                    <a:pt x="306" y="31"/>
                    <a:pt x="306" y="32"/>
                    <a:pt x="305" y="32"/>
                  </a:cubicBezTo>
                  <a:cubicBezTo>
                    <a:pt x="304" y="31"/>
                    <a:pt x="303" y="32"/>
                    <a:pt x="302" y="32"/>
                  </a:cubicBezTo>
                  <a:cubicBezTo>
                    <a:pt x="299" y="33"/>
                    <a:pt x="296" y="33"/>
                    <a:pt x="293" y="34"/>
                  </a:cubicBezTo>
                  <a:cubicBezTo>
                    <a:pt x="292" y="35"/>
                    <a:pt x="291" y="35"/>
                    <a:pt x="290" y="35"/>
                  </a:cubicBezTo>
                  <a:cubicBezTo>
                    <a:pt x="289" y="36"/>
                    <a:pt x="289" y="36"/>
                    <a:pt x="288" y="36"/>
                  </a:cubicBezTo>
                  <a:cubicBezTo>
                    <a:pt x="288" y="37"/>
                    <a:pt x="287" y="36"/>
                    <a:pt x="287" y="37"/>
                  </a:cubicBezTo>
                  <a:cubicBezTo>
                    <a:pt x="286" y="37"/>
                    <a:pt x="286" y="38"/>
                    <a:pt x="285" y="38"/>
                  </a:cubicBezTo>
                  <a:cubicBezTo>
                    <a:pt x="284" y="39"/>
                    <a:pt x="283" y="39"/>
                    <a:pt x="282" y="40"/>
                  </a:cubicBezTo>
                  <a:cubicBezTo>
                    <a:pt x="281" y="40"/>
                    <a:pt x="280" y="41"/>
                    <a:pt x="279" y="41"/>
                  </a:cubicBezTo>
                  <a:cubicBezTo>
                    <a:pt x="277" y="42"/>
                    <a:pt x="274" y="43"/>
                    <a:pt x="273" y="45"/>
                  </a:cubicBezTo>
                  <a:cubicBezTo>
                    <a:pt x="272" y="45"/>
                    <a:pt x="271" y="45"/>
                    <a:pt x="271" y="45"/>
                  </a:cubicBezTo>
                  <a:cubicBezTo>
                    <a:pt x="270" y="46"/>
                    <a:pt x="270" y="46"/>
                    <a:pt x="269" y="47"/>
                  </a:cubicBezTo>
                  <a:cubicBezTo>
                    <a:pt x="269" y="47"/>
                    <a:pt x="268" y="47"/>
                    <a:pt x="267" y="48"/>
                  </a:cubicBezTo>
                  <a:cubicBezTo>
                    <a:pt x="267" y="48"/>
                    <a:pt x="266" y="49"/>
                    <a:pt x="265" y="49"/>
                  </a:cubicBezTo>
                  <a:cubicBezTo>
                    <a:pt x="263" y="50"/>
                    <a:pt x="261" y="52"/>
                    <a:pt x="258" y="54"/>
                  </a:cubicBezTo>
                  <a:cubicBezTo>
                    <a:pt x="256" y="55"/>
                    <a:pt x="254" y="56"/>
                    <a:pt x="252" y="58"/>
                  </a:cubicBezTo>
                  <a:cubicBezTo>
                    <a:pt x="250" y="59"/>
                    <a:pt x="247" y="60"/>
                    <a:pt x="246" y="58"/>
                  </a:cubicBezTo>
                  <a:cubicBezTo>
                    <a:pt x="245" y="58"/>
                    <a:pt x="245" y="57"/>
                    <a:pt x="244" y="57"/>
                  </a:cubicBezTo>
                  <a:cubicBezTo>
                    <a:pt x="244" y="57"/>
                    <a:pt x="243" y="57"/>
                    <a:pt x="243" y="56"/>
                  </a:cubicBezTo>
                  <a:cubicBezTo>
                    <a:pt x="241" y="56"/>
                    <a:pt x="239" y="57"/>
                    <a:pt x="238" y="57"/>
                  </a:cubicBezTo>
                  <a:cubicBezTo>
                    <a:pt x="235" y="57"/>
                    <a:pt x="232" y="57"/>
                    <a:pt x="229" y="56"/>
                  </a:cubicBezTo>
                  <a:cubicBezTo>
                    <a:pt x="227" y="56"/>
                    <a:pt x="226" y="56"/>
                    <a:pt x="224" y="56"/>
                  </a:cubicBezTo>
                  <a:cubicBezTo>
                    <a:pt x="223" y="56"/>
                    <a:pt x="222" y="56"/>
                    <a:pt x="222" y="56"/>
                  </a:cubicBezTo>
                  <a:cubicBezTo>
                    <a:pt x="221" y="56"/>
                    <a:pt x="220" y="56"/>
                    <a:pt x="219" y="57"/>
                  </a:cubicBezTo>
                  <a:cubicBezTo>
                    <a:pt x="218" y="57"/>
                    <a:pt x="216" y="57"/>
                    <a:pt x="215" y="57"/>
                  </a:cubicBezTo>
                  <a:cubicBezTo>
                    <a:pt x="213" y="57"/>
                    <a:pt x="212" y="57"/>
                    <a:pt x="210" y="57"/>
                  </a:cubicBezTo>
                  <a:cubicBezTo>
                    <a:pt x="210" y="57"/>
                    <a:pt x="209" y="57"/>
                    <a:pt x="208" y="57"/>
                  </a:cubicBezTo>
                  <a:cubicBezTo>
                    <a:pt x="207" y="57"/>
                    <a:pt x="206" y="58"/>
                    <a:pt x="205" y="58"/>
                  </a:cubicBezTo>
                  <a:cubicBezTo>
                    <a:pt x="203" y="57"/>
                    <a:pt x="202" y="58"/>
                    <a:pt x="200" y="58"/>
                  </a:cubicBezTo>
                  <a:cubicBezTo>
                    <a:pt x="198" y="58"/>
                    <a:pt x="197" y="58"/>
                    <a:pt x="196" y="58"/>
                  </a:cubicBezTo>
                  <a:cubicBezTo>
                    <a:pt x="195" y="58"/>
                    <a:pt x="193" y="58"/>
                    <a:pt x="192" y="58"/>
                  </a:cubicBezTo>
                  <a:cubicBezTo>
                    <a:pt x="190" y="58"/>
                    <a:pt x="189" y="59"/>
                    <a:pt x="188" y="59"/>
                  </a:cubicBezTo>
                  <a:cubicBezTo>
                    <a:pt x="187" y="60"/>
                    <a:pt x="186" y="61"/>
                    <a:pt x="186" y="62"/>
                  </a:cubicBezTo>
                  <a:cubicBezTo>
                    <a:pt x="183" y="64"/>
                    <a:pt x="181" y="60"/>
                    <a:pt x="179" y="59"/>
                  </a:cubicBezTo>
                  <a:cubicBezTo>
                    <a:pt x="177" y="57"/>
                    <a:pt x="174" y="56"/>
                    <a:pt x="171" y="56"/>
                  </a:cubicBezTo>
                  <a:cubicBezTo>
                    <a:pt x="169" y="56"/>
                    <a:pt x="168" y="55"/>
                    <a:pt x="167" y="56"/>
                  </a:cubicBezTo>
                  <a:cubicBezTo>
                    <a:pt x="165" y="56"/>
                    <a:pt x="164" y="57"/>
                    <a:pt x="163" y="58"/>
                  </a:cubicBezTo>
                  <a:cubicBezTo>
                    <a:pt x="162" y="58"/>
                    <a:pt x="160" y="59"/>
                    <a:pt x="158" y="59"/>
                  </a:cubicBezTo>
                  <a:cubicBezTo>
                    <a:pt x="157" y="58"/>
                    <a:pt x="156" y="59"/>
                    <a:pt x="154" y="59"/>
                  </a:cubicBezTo>
                  <a:cubicBezTo>
                    <a:pt x="152" y="60"/>
                    <a:pt x="151" y="60"/>
                    <a:pt x="150" y="60"/>
                  </a:cubicBezTo>
                  <a:cubicBezTo>
                    <a:pt x="148" y="59"/>
                    <a:pt x="145" y="60"/>
                    <a:pt x="143" y="60"/>
                  </a:cubicBezTo>
                  <a:cubicBezTo>
                    <a:pt x="141" y="60"/>
                    <a:pt x="139" y="60"/>
                    <a:pt x="137" y="60"/>
                  </a:cubicBezTo>
                  <a:cubicBezTo>
                    <a:pt x="136" y="59"/>
                    <a:pt x="134" y="60"/>
                    <a:pt x="133" y="60"/>
                  </a:cubicBezTo>
                  <a:cubicBezTo>
                    <a:pt x="131" y="60"/>
                    <a:pt x="129" y="61"/>
                    <a:pt x="128" y="61"/>
                  </a:cubicBezTo>
                  <a:cubicBezTo>
                    <a:pt x="126" y="61"/>
                    <a:pt x="125" y="60"/>
                    <a:pt x="123" y="60"/>
                  </a:cubicBezTo>
                  <a:cubicBezTo>
                    <a:pt x="122" y="59"/>
                    <a:pt x="121" y="60"/>
                    <a:pt x="120" y="60"/>
                  </a:cubicBezTo>
                  <a:cubicBezTo>
                    <a:pt x="120" y="59"/>
                    <a:pt x="120" y="59"/>
                    <a:pt x="119" y="59"/>
                  </a:cubicBezTo>
                  <a:cubicBezTo>
                    <a:pt x="118" y="59"/>
                    <a:pt x="116" y="59"/>
                    <a:pt x="115" y="59"/>
                  </a:cubicBezTo>
                  <a:cubicBezTo>
                    <a:pt x="114" y="59"/>
                    <a:pt x="114" y="59"/>
                    <a:pt x="113" y="59"/>
                  </a:cubicBezTo>
                  <a:cubicBezTo>
                    <a:pt x="112" y="60"/>
                    <a:pt x="111" y="59"/>
                    <a:pt x="110" y="60"/>
                  </a:cubicBezTo>
                  <a:cubicBezTo>
                    <a:pt x="110" y="60"/>
                    <a:pt x="109" y="60"/>
                    <a:pt x="108" y="61"/>
                  </a:cubicBezTo>
                  <a:cubicBezTo>
                    <a:pt x="107" y="62"/>
                    <a:pt x="108" y="62"/>
                    <a:pt x="106" y="62"/>
                  </a:cubicBezTo>
                  <a:cubicBezTo>
                    <a:pt x="105" y="62"/>
                    <a:pt x="104" y="62"/>
                    <a:pt x="103" y="63"/>
                  </a:cubicBezTo>
                  <a:cubicBezTo>
                    <a:pt x="100" y="63"/>
                    <a:pt x="96" y="63"/>
                    <a:pt x="92" y="63"/>
                  </a:cubicBezTo>
                  <a:cubicBezTo>
                    <a:pt x="89" y="62"/>
                    <a:pt x="87" y="63"/>
                    <a:pt x="84" y="64"/>
                  </a:cubicBezTo>
                  <a:cubicBezTo>
                    <a:pt x="83" y="65"/>
                    <a:pt x="82" y="65"/>
                    <a:pt x="81" y="65"/>
                  </a:cubicBezTo>
                  <a:cubicBezTo>
                    <a:pt x="79" y="65"/>
                    <a:pt x="78" y="64"/>
                    <a:pt x="76" y="64"/>
                  </a:cubicBezTo>
                  <a:cubicBezTo>
                    <a:pt x="75" y="64"/>
                    <a:pt x="73" y="64"/>
                    <a:pt x="71" y="64"/>
                  </a:cubicBezTo>
                  <a:cubicBezTo>
                    <a:pt x="69" y="64"/>
                    <a:pt x="68" y="65"/>
                    <a:pt x="66" y="65"/>
                  </a:cubicBezTo>
                  <a:cubicBezTo>
                    <a:pt x="65" y="66"/>
                    <a:pt x="63" y="66"/>
                    <a:pt x="62" y="67"/>
                  </a:cubicBezTo>
                  <a:cubicBezTo>
                    <a:pt x="61" y="68"/>
                    <a:pt x="60" y="68"/>
                    <a:pt x="59" y="68"/>
                  </a:cubicBezTo>
                  <a:cubicBezTo>
                    <a:pt x="58" y="67"/>
                    <a:pt x="57" y="68"/>
                    <a:pt x="56" y="67"/>
                  </a:cubicBezTo>
                  <a:cubicBezTo>
                    <a:pt x="56" y="67"/>
                    <a:pt x="55" y="66"/>
                    <a:pt x="55" y="66"/>
                  </a:cubicBezTo>
                  <a:cubicBezTo>
                    <a:pt x="55" y="65"/>
                    <a:pt x="55" y="64"/>
                    <a:pt x="54" y="64"/>
                  </a:cubicBezTo>
                  <a:cubicBezTo>
                    <a:pt x="53" y="63"/>
                    <a:pt x="52" y="62"/>
                    <a:pt x="50" y="62"/>
                  </a:cubicBezTo>
                  <a:cubicBezTo>
                    <a:pt x="49" y="62"/>
                    <a:pt x="48" y="61"/>
                    <a:pt x="47" y="61"/>
                  </a:cubicBezTo>
                  <a:cubicBezTo>
                    <a:pt x="47" y="61"/>
                    <a:pt x="46" y="61"/>
                    <a:pt x="45" y="61"/>
                  </a:cubicBezTo>
                  <a:cubicBezTo>
                    <a:pt x="45" y="61"/>
                    <a:pt x="45" y="61"/>
                    <a:pt x="44" y="60"/>
                  </a:cubicBezTo>
                  <a:cubicBezTo>
                    <a:pt x="43" y="60"/>
                    <a:pt x="42" y="60"/>
                    <a:pt x="41" y="59"/>
                  </a:cubicBezTo>
                  <a:cubicBezTo>
                    <a:pt x="40" y="59"/>
                    <a:pt x="39" y="59"/>
                    <a:pt x="38" y="59"/>
                  </a:cubicBezTo>
                  <a:cubicBezTo>
                    <a:pt x="37" y="60"/>
                    <a:pt x="37" y="60"/>
                    <a:pt x="36" y="61"/>
                  </a:cubicBezTo>
                  <a:cubicBezTo>
                    <a:pt x="36" y="61"/>
                    <a:pt x="35" y="61"/>
                    <a:pt x="34" y="61"/>
                  </a:cubicBezTo>
                  <a:cubicBezTo>
                    <a:pt x="34" y="62"/>
                    <a:pt x="34" y="62"/>
                    <a:pt x="33" y="63"/>
                  </a:cubicBezTo>
                  <a:cubicBezTo>
                    <a:pt x="33" y="63"/>
                    <a:pt x="33" y="63"/>
                    <a:pt x="33" y="64"/>
                  </a:cubicBezTo>
                  <a:cubicBezTo>
                    <a:pt x="32" y="64"/>
                    <a:pt x="32" y="65"/>
                    <a:pt x="32" y="65"/>
                  </a:cubicBezTo>
                  <a:cubicBezTo>
                    <a:pt x="31" y="65"/>
                    <a:pt x="30" y="66"/>
                    <a:pt x="29" y="66"/>
                  </a:cubicBezTo>
                  <a:cubicBezTo>
                    <a:pt x="28" y="66"/>
                    <a:pt x="27" y="66"/>
                    <a:pt x="26" y="67"/>
                  </a:cubicBezTo>
                  <a:cubicBezTo>
                    <a:pt x="25" y="68"/>
                    <a:pt x="25" y="69"/>
                    <a:pt x="24" y="69"/>
                  </a:cubicBezTo>
                  <a:cubicBezTo>
                    <a:pt x="24" y="70"/>
                    <a:pt x="23" y="70"/>
                    <a:pt x="22" y="71"/>
                  </a:cubicBezTo>
                  <a:cubicBezTo>
                    <a:pt x="22" y="71"/>
                    <a:pt x="21" y="71"/>
                    <a:pt x="21" y="72"/>
                  </a:cubicBezTo>
                  <a:cubicBezTo>
                    <a:pt x="20" y="73"/>
                    <a:pt x="19" y="73"/>
                    <a:pt x="17" y="73"/>
                  </a:cubicBezTo>
                  <a:cubicBezTo>
                    <a:pt x="15" y="73"/>
                    <a:pt x="15" y="73"/>
                    <a:pt x="13" y="72"/>
                  </a:cubicBezTo>
                  <a:cubicBezTo>
                    <a:pt x="12" y="71"/>
                    <a:pt x="10" y="72"/>
                    <a:pt x="8" y="72"/>
                  </a:cubicBezTo>
                  <a:cubicBezTo>
                    <a:pt x="6" y="72"/>
                    <a:pt x="2" y="72"/>
                    <a:pt x="0" y="72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800" y="123"/>
                    <a:pt x="800" y="123"/>
                    <a:pt x="800" y="123"/>
                  </a:cubicBezTo>
                  <a:lnTo>
                    <a:pt x="800" y="8"/>
                  </a:lnTo>
                  <a:close/>
                </a:path>
              </a:pathLst>
            </a:custGeom>
            <a:solidFill>
              <a:srgbClr val="C700D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180" name="Freeform 15">
              <a:extLst>
                <a:ext uri="{FF2B5EF4-FFF2-40B4-BE49-F238E27FC236}">
                  <a16:creationId xmlns:a16="http://schemas.microsoft.com/office/drawing/2014/main" id="{90DB991F-A2B7-5BF1-3F07-6DC565C77C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9503" y="3160477"/>
              <a:ext cx="4850807" cy="999708"/>
            </a:xfrm>
            <a:custGeom>
              <a:avLst/>
              <a:gdLst>
                <a:gd name="T0" fmla="*/ 794 w 800"/>
                <a:gd name="T1" fmla="*/ 14 h 122"/>
                <a:gd name="T2" fmla="*/ 782 w 800"/>
                <a:gd name="T3" fmla="*/ 15 h 122"/>
                <a:gd name="T4" fmla="*/ 772 w 800"/>
                <a:gd name="T5" fmla="*/ 18 h 122"/>
                <a:gd name="T6" fmla="*/ 754 w 800"/>
                <a:gd name="T7" fmla="*/ 21 h 122"/>
                <a:gd name="T8" fmla="*/ 743 w 800"/>
                <a:gd name="T9" fmla="*/ 21 h 122"/>
                <a:gd name="T10" fmla="*/ 726 w 800"/>
                <a:gd name="T11" fmla="*/ 12 h 122"/>
                <a:gd name="T12" fmla="*/ 715 w 800"/>
                <a:gd name="T13" fmla="*/ 8 h 122"/>
                <a:gd name="T14" fmla="*/ 699 w 800"/>
                <a:gd name="T15" fmla="*/ 1 h 122"/>
                <a:gd name="T16" fmla="*/ 687 w 800"/>
                <a:gd name="T17" fmla="*/ 2 h 122"/>
                <a:gd name="T18" fmla="*/ 672 w 800"/>
                <a:gd name="T19" fmla="*/ 11 h 122"/>
                <a:gd name="T20" fmla="*/ 652 w 800"/>
                <a:gd name="T21" fmla="*/ 11 h 122"/>
                <a:gd name="T22" fmla="*/ 641 w 800"/>
                <a:gd name="T23" fmla="*/ 13 h 122"/>
                <a:gd name="T24" fmla="*/ 621 w 800"/>
                <a:gd name="T25" fmla="*/ 13 h 122"/>
                <a:gd name="T26" fmla="*/ 605 w 800"/>
                <a:gd name="T27" fmla="*/ 7 h 122"/>
                <a:gd name="T28" fmla="*/ 596 w 800"/>
                <a:gd name="T29" fmla="*/ 6 h 122"/>
                <a:gd name="T30" fmla="*/ 576 w 800"/>
                <a:gd name="T31" fmla="*/ 10 h 122"/>
                <a:gd name="T32" fmla="*/ 559 w 800"/>
                <a:gd name="T33" fmla="*/ 21 h 122"/>
                <a:gd name="T34" fmla="*/ 536 w 800"/>
                <a:gd name="T35" fmla="*/ 21 h 122"/>
                <a:gd name="T36" fmla="*/ 519 w 800"/>
                <a:gd name="T37" fmla="*/ 23 h 122"/>
                <a:gd name="T38" fmla="*/ 502 w 800"/>
                <a:gd name="T39" fmla="*/ 30 h 122"/>
                <a:gd name="T40" fmla="*/ 491 w 800"/>
                <a:gd name="T41" fmla="*/ 31 h 122"/>
                <a:gd name="T42" fmla="*/ 485 w 800"/>
                <a:gd name="T43" fmla="*/ 28 h 122"/>
                <a:gd name="T44" fmla="*/ 462 w 800"/>
                <a:gd name="T45" fmla="*/ 26 h 122"/>
                <a:gd name="T46" fmla="*/ 423 w 800"/>
                <a:gd name="T47" fmla="*/ 24 h 122"/>
                <a:gd name="T48" fmla="*/ 407 w 800"/>
                <a:gd name="T49" fmla="*/ 22 h 122"/>
                <a:gd name="T50" fmla="*/ 397 w 800"/>
                <a:gd name="T51" fmla="*/ 16 h 122"/>
                <a:gd name="T52" fmla="*/ 381 w 800"/>
                <a:gd name="T53" fmla="*/ 16 h 122"/>
                <a:gd name="T54" fmla="*/ 372 w 800"/>
                <a:gd name="T55" fmla="*/ 10 h 122"/>
                <a:gd name="T56" fmla="*/ 352 w 800"/>
                <a:gd name="T57" fmla="*/ 12 h 122"/>
                <a:gd name="T58" fmla="*/ 340 w 800"/>
                <a:gd name="T59" fmla="*/ 19 h 122"/>
                <a:gd name="T60" fmla="*/ 326 w 800"/>
                <a:gd name="T61" fmla="*/ 24 h 122"/>
                <a:gd name="T62" fmla="*/ 304 w 800"/>
                <a:gd name="T63" fmla="*/ 27 h 122"/>
                <a:gd name="T64" fmla="*/ 289 w 800"/>
                <a:gd name="T65" fmla="*/ 33 h 122"/>
                <a:gd name="T66" fmla="*/ 278 w 800"/>
                <a:gd name="T67" fmla="*/ 40 h 122"/>
                <a:gd name="T68" fmla="*/ 262 w 800"/>
                <a:gd name="T69" fmla="*/ 46 h 122"/>
                <a:gd name="T70" fmla="*/ 249 w 800"/>
                <a:gd name="T71" fmla="*/ 53 h 122"/>
                <a:gd name="T72" fmla="*/ 236 w 800"/>
                <a:gd name="T73" fmla="*/ 49 h 122"/>
                <a:gd name="T74" fmla="*/ 224 w 800"/>
                <a:gd name="T75" fmla="*/ 50 h 122"/>
                <a:gd name="T76" fmla="*/ 204 w 800"/>
                <a:gd name="T77" fmla="*/ 51 h 122"/>
                <a:gd name="T78" fmla="*/ 196 w 800"/>
                <a:gd name="T79" fmla="*/ 51 h 122"/>
                <a:gd name="T80" fmla="*/ 186 w 800"/>
                <a:gd name="T81" fmla="*/ 53 h 122"/>
                <a:gd name="T82" fmla="*/ 167 w 800"/>
                <a:gd name="T83" fmla="*/ 47 h 122"/>
                <a:gd name="T84" fmla="*/ 155 w 800"/>
                <a:gd name="T85" fmla="*/ 50 h 122"/>
                <a:gd name="T86" fmla="*/ 142 w 800"/>
                <a:gd name="T87" fmla="*/ 50 h 122"/>
                <a:gd name="T88" fmla="*/ 130 w 800"/>
                <a:gd name="T89" fmla="*/ 51 h 122"/>
                <a:gd name="T90" fmla="*/ 120 w 800"/>
                <a:gd name="T91" fmla="*/ 51 h 122"/>
                <a:gd name="T92" fmla="*/ 106 w 800"/>
                <a:gd name="T93" fmla="*/ 54 h 122"/>
                <a:gd name="T94" fmla="*/ 84 w 800"/>
                <a:gd name="T95" fmla="*/ 55 h 122"/>
                <a:gd name="T96" fmla="*/ 62 w 800"/>
                <a:gd name="T97" fmla="*/ 59 h 122"/>
                <a:gd name="T98" fmla="*/ 56 w 800"/>
                <a:gd name="T99" fmla="*/ 56 h 122"/>
                <a:gd name="T100" fmla="*/ 42 w 800"/>
                <a:gd name="T101" fmla="*/ 50 h 122"/>
                <a:gd name="T102" fmla="*/ 33 w 800"/>
                <a:gd name="T103" fmla="*/ 54 h 122"/>
                <a:gd name="T104" fmla="*/ 15 w 800"/>
                <a:gd name="T105" fmla="*/ 62 h 122"/>
                <a:gd name="T106" fmla="*/ 3 w 800"/>
                <a:gd name="T107" fmla="*/ 58 h 122"/>
                <a:gd name="T108" fmla="*/ 800 w 800"/>
                <a:gd name="T109" fmla="*/ 17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800" h="122">
                  <a:moveTo>
                    <a:pt x="800" y="17"/>
                  </a:moveTo>
                  <a:cubicBezTo>
                    <a:pt x="799" y="17"/>
                    <a:pt x="799" y="16"/>
                    <a:pt x="798" y="16"/>
                  </a:cubicBezTo>
                  <a:cubicBezTo>
                    <a:pt x="797" y="15"/>
                    <a:pt x="796" y="16"/>
                    <a:pt x="796" y="15"/>
                  </a:cubicBezTo>
                  <a:cubicBezTo>
                    <a:pt x="795" y="15"/>
                    <a:pt x="795" y="14"/>
                    <a:pt x="794" y="14"/>
                  </a:cubicBezTo>
                  <a:cubicBezTo>
                    <a:pt x="794" y="14"/>
                    <a:pt x="793" y="13"/>
                    <a:pt x="792" y="13"/>
                  </a:cubicBezTo>
                  <a:cubicBezTo>
                    <a:pt x="791" y="13"/>
                    <a:pt x="789" y="13"/>
                    <a:pt x="788" y="13"/>
                  </a:cubicBezTo>
                  <a:cubicBezTo>
                    <a:pt x="787" y="13"/>
                    <a:pt x="785" y="15"/>
                    <a:pt x="784" y="15"/>
                  </a:cubicBezTo>
                  <a:cubicBezTo>
                    <a:pt x="783" y="15"/>
                    <a:pt x="783" y="15"/>
                    <a:pt x="782" y="15"/>
                  </a:cubicBezTo>
                  <a:cubicBezTo>
                    <a:pt x="781" y="15"/>
                    <a:pt x="781" y="16"/>
                    <a:pt x="781" y="16"/>
                  </a:cubicBezTo>
                  <a:cubicBezTo>
                    <a:pt x="779" y="17"/>
                    <a:pt x="778" y="17"/>
                    <a:pt x="776" y="17"/>
                  </a:cubicBezTo>
                  <a:cubicBezTo>
                    <a:pt x="776" y="18"/>
                    <a:pt x="775" y="18"/>
                    <a:pt x="775" y="18"/>
                  </a:cubicBezTo>
                  <a:cubicBezTo>
                    <a:pt x="774" y="18"/>
                    <a:pt x="773" y="18"/>
                    <a:pt x="772" y="18"/>
                  </a:cubicBezTo>
                  <a:cubicBezTo>
                    <a:pt x="771" y="18"/>
                    <a:pt x="770" y="19"/>
                    <a:pt x="769" y="19"/>
                  </a:cubicBezTo>
                  <a:cubicBezTo>
                    <a:pt x="767" y="21"/>
                    <a:pt x="763" y="20"/>
                    <a:pt x="760" y="20"/>
                  </a:cubicBezTo>
                  <a:cubicBezTo>
                    <a:pt x="758" y="20"/>
                    <a:pt x="757" y="20"/>
                    <a:pt x="755" y="21"/>
                  </a:cubicBezTo>
                  <a:cubicBezTo>
                    <a:pt x="755" y="21"/>
                    <a:pt x="755" y="21"/>
                    <a:pt x="754" y="21"/>
                  </a:cubicBezTo>
                  <a:cubicBezTo>
                    <a:pt x="753" y="22"/>
                    <a:pt x="753" y="22"/>
                    <a:pt x="752" y="22"/>
                  </a:cubicBezTo>
                  <a:cubicBezTo>
                    <a:pt x="751" y="22"/>
                    <a:pt x="751" y="23"/>
                    <a:pt x="751" y="23"/>
                  </a:cubicBezTo>
                  <a:cubicBezTo>
                    <a:pt x="750" y="23"/>
                    <a:pt x="749" y="23"/>
                    <a:pt x="749" y="23"/>
                  </a:cubicBezTo>
                  <a:cubicBezTo>
                    <a:pt x="746" y="23"/>
                    <a:pt x="745" y="22"/>
                    <a:pt x="743" y="21"/>
                  </a:cubicBezTo>
                  <a:cubicBezTo>
                    <a:pt x="741" y="19"/>
                    <a:pt x="739" y="17"/>
                    <a:pt x="736" y="16"/>
                  </a:cubicBezTo>
                  <a:cubicBezTo>
                    <a:pt x="735" y="15"/>
                    <a:pt x="734" y="15"/>
                    <a:pt x="734" y="15"/>
                  </a:cubicBezTo>
                  <a:cubicBezTo>
                    <a:pt x="733" y="15"/>
                    <a:pt x="733" y="14"/>
                    <a:pt x="732" y="14"/>
                  </a:cubicBezTo>
                  <a:cubicBezTo>
                    <a:pt x="730" y="13"/>
                    <a:pt x="728" y="13"/>
                    <a:pt x="726" y="12"/>
                  </a:cubicBezTo>
                  <a:cubicBezTo>
                    <a:pt x="725" y="12"/>
                    <a:pt x="724" y="11"/>
                    <a:pt x="723" y="10"/>
                  </a:cubicBezTo>
                  <a:cubicBezTo>
                    <a:pt x="722" y="9"/>
                    <a:pt x="721" y="9"/>
                    <a:pt x="719" y="9"/>
                  </a:cubicBezTo>
                  <a:cubicBezTo>
                    <a:pt x="719" y="9"/>
                    <a:pt x="718" y="8"/>
                    <a:pt x="718" y="8"/>
                  </a:cubicBezTo>
                  <a:cubicBezTo>
                    <a:pt x="717" y="8"/>
                    <a:pt x="716" y="8"/>
                    <a:pt x="715" y="8"/>
                  </a:cubicBezTo>
                  <a:cubicBezTo>
                    <a:pt x="713" y="7"/>
                    <a:pt x="711" y="7"/>
                    <a:pt x="710" y="6"/>
                  </a:cubicBezTo>
                  <a:cubicBezTo>
                    <a:pt x="709" y="5"/>
                    <a:pt x="708" y="4"/>
                    <a:pt x="707" y="4"/>
                  </a:cubicBezTo>
                  <a:cubicBezTo>
                    <a:pt x="706" y="3"/>
                    <a:pt x="704" y="3"/>
                    <a:pt x="703" y="3"/>
                  </a:cubicBezTo>
                  <a:cubicBezTo>
                    <a:pt x="702" y="2"/>
                    <a:pt x="701" y="2"/>
                    <a:pt x="699" y="1"/>
                  </a:cubicBezTo>
                  <a:cubicBezTo>
                    <a:pt x="698" y="0"/>
                    <a:pt x="697" y="0"/>
                    <a:pt x="695" y="0"/>
                  </a:cubicBezTo>
                  <a:cubicBezTo>
                    <a:pt x="693" y="0"/>
                    <a:pt x="692" y="0"/>
                    <a:pt x="691" y="1"/>
                  </a:cubicBezTo>
                  <a:cubicBezTo>
                    <a:pt x="690" y="1"/>
                    <a:pt x="689" y="1"/>
                    <a:pt x="689" y="1"/>
                  </a:cubicBezTo>
                  <a:cubicBezTo>
                    <a:pt x="688" y="1"/>
                    <a:pt x="687" y="2"/>
                    <a:pt x="687" y="2"/>
                  </a:cubicBezTo>
                  <a:cubicBezTo>
                    <a:pt x="685" y="3"/>
                    <a:pt x="684" y="3"/>
                    <a:pt x="683" y="3"/>
                  </a:cubicBezTo>
                  <a:cubicBezTo>
                    <a:pt x="682" y="4"/>
                    <a:pt x="682" y="4"/>
                    <a:pt x="681" y="4"/>
                  </a:cubicBezTo>
                  <a:cubicBezTo>
                    <a:pt x="681" y="5"/>
                    <a:pt x="680" y="5"/>
                    <a:pt x="679" y="5"/>
                  </a:cubicBezTo>
                  <a:cubicBezTo>
                    <a:pt x="676" y="7"/>
                    <a:pt x="675" y="9"/>
                    <a:pt x="672" y="11"/>
                  </a:cubicBezTo>
                  <a:cubicBezTo>
                    <a:pt x="671" y="11"/>
                    <a:pt x="669" y="12"/>
                    <a:pt x="668" y="11"/>
                  </a:cubicBezTo>
                  <a:cubicBezTo>
                    <a:pt x="667" y="11"/>
                    <a:pt x="667" y="11"/>
                    <a:pt x="666" y="11"/>
                  </a:cubicBezTo>
                  <a:cubicBezTo>
                    <a:pt x="665" y="11"/>
                    <a:pt x="664" y="11"/>
                    <a:pt x="663" y="11"/>
                  </a:cubicBezTo>
                  <a:cubicBezTo>
                    <a:pt x="660" y="11"/>
                    <a:pt x="656" y="10"/>
                    <a:pt x="652" y="11"/>
                  </a:cubicBezTo>
                  <a:cubicBezTo>
                    <a:pt x="651" y="12"/>
                    <a:pt x="649" y="12"/>
                    <a:pt x="648" y="13"/>
                  </a:cubicBezTo>
                  <a:cubicBezTo>
                    <a:pt x="648" y="13"/>
                    <a:pt x="647" y="13"/>
                    <a:pt x="646" y="13"/>
                  </a:cubicBezTo>
                  <a:cubicBezTo>
                    <a:pt x="645" y="13"/>
                    <a:pt x="644" y="13"/>
                    <a:pt x="644" y="13"/>
                  </a:cubicBezTo>
                  <a:cubicBezTo>
                    <a:pt x="643" y="13"/>
                    <a:pt x="642" y="13"/>
                    <a:pt x="641" y="13"/>
                  </a:cubicBezTo>
                  <a:cubicBezTo>
                    <a:pt x="640" y="13"/>
                    <a:pt x="639" y="14"/>
                    <a:pt x="639" y="14"/>
                  </a:cubicBezTo>
                  <a:cubicBezTo>
                    <a:pt x="637" y="14"/>
                    <a:pt x="634" y="13"/>
                    <a:pt x="632" y="13"/>
                  </a:cubicBezTo>
                  <a:cubicBezTo>
                    <a:pt x="630" y="12"/>
                    <a:pt x="629" y="12"/>
                    <a:pt x="627" y="12"/>
                  </a:cubicBezTo>
                  <a:cubicBezTo>
                    <a:pt x="625" y="12"/>
                    <a:pt x="623" y="13"/>
                    <a:pt x="621" y="13"/>
                  </a:cubicBezTo>
                  <a:cubicBezTo>
                    <a:pt x="619" y="13"/>
                    <a:pt x="618" y="13"/>
                    <a:pt x="616" y="12"/>
                  </a:cubicBezTo>
                  <a:cubicBezTo>
                    <a:pt x="614" y="11"/>
                    <a:pt x="612" y="11"/>
                    <a:pt x="610" y="10"/>
                  </a:cubicBezTo>
                  <a:cubicBezTo>
                    <a:pt x="609" y="10"/>
                    <a:pt x="608" y="9"/>
                    <a:pt x="606" y="8"/>
                  </a:cubicBezTo>
                  <a:cubicBezTo>
                    <a:pt x="605" y="8"/>
                    <a:pt x="605" y="8"/>
                    <a:pt x="605" y="7"/>
                  </a:cubicBezTo>
                  <a:cubicBezTo>
                    <a:pt x="604" y="7"/>
                    <a:pt x="603" y="6"/>
                    <a:pt x="603" y="6"/>
                  </a:cubicBezTo>
                  <a:cubicBezTo>
                    <a:pt x="602" y="6"/>
                    <a:pt x="601" y="6"/>
                    <a:pt x="601" y="6"/>
                  </a:cubicBezTo>
                  <a:cubicBezTo>
                    <a:pt x="600" y="6"/>
                    <a:pt x="600" y="5"/>
                    <a:pt x="599" y="5"/>
                  </a:cubicBezTo>
                  <a:cubicBezTo>
                    <a:pt x="598" y="4"/>
                    <a:pt x="597" y="6"/>
                    <a:pt x="596" y="6"/>
                  </a:cubicBezTo>
                  <a:cubicBezTo>
                    <a:pt x="594" y="6"/>
                    <a:pt x="593" y="7"/>
                    <a:pt x="591" y="7"/>
                  </a:cubicBezTo>
                  <a:cubicBezTo>
                    <a:pt x="589" y="7"/>
                    <a:pt x="587" y="8"/>
                    <a:pt x="584" y="9"/>
                  </a:cubicBezTo>
                  <a:cubicBezTo>
                    <a:pt x="583" y="9"/>
                    <a:pt x="581" y="10"/>
                    <a:pt x="580" y="10"/>
                  </a:cubicBezTo>
                  <a:cubicBezTo>
                    <a:pt x="578" y="10"/>
                    <a:pt x="577" y="10"/>
                    <a:pt x="576" y="10"/>
                  </a:cubicBezTo>
                  <a:cubicBezTo>
                    <a:pt x="575" y="11"/>
                    <a:pt x="573" y="13"/>
                    <a:pt x="572" y="13"/>
                  </a:cubicBezTo>
                  <a:cubicBezTo>
                    <a:pt x="570" y="14"/>
                    <a:pt x="569" y="14"/>
                    <a:pt x="567" y="15"/>
                  </a:cubicBezTo>
                  <a:cubicBezTo>
                    <a:pt x="565" y="16"/>
                    <a:pt x="563" y="16"/>
                    <a:pt x="562" y="18"/>
                  </a:cubicBezTo>
                  <a:cubicBezTo>
                    <a:pt x="561" y="19"/>
                    <a:pt x="560" y="20"/>
                    <a:pt x="559" y="21"/>
                  </a:cubicBezTo>
                  <a:cubicBezTo>
                    <a:pt x="557" y="22"/>
                    <a:pt x="556" y="21"/>
                    <a:pt x="554" y="21"/>
                  </a:cubicBezTo>
                  <a:cubicBezTo>
                    <a:pt x="553" y="20"/>
                    <a:pt x="551" y="20"/>
                    <a:pt x="549" y="20"/>
                  </a:cubicBezTo>
                  <a:cubicBezTo>
                    <a:pt x="547" y="20"/>
                    <a:pt x="546" y="20"/>
                    <a:pt x="544" y="20"/>
                  </a:cubicBezTo>
                  <a:cubicBezTo>
                    <a:pt x="541" y="20"/>
                    <a:pt x="539" y="21"/>
                    <a:pt x="536" y="21"/>
                  </a:cubicBezTo>
                  <a:cubicBezTo>
                    <a:pt x="534" y="21"/>
                    <a:pt x="532" y="21"/>
                    <a:pt x="530" y="21"/>
                  </a:cubicBezTo>
                  <a:cubicBezTo>
                    <a:pt x="528" y="21"/>
                    <a:pt x="525" y="20"/>
                    <a:pt x="523" y="21"/>
                  </a:cubicBezTo>
                  <a:cubicBezTo>
                    <a:pt x="523" y="21"/>
                    <a:pt x="521" y="21"/>
                    <a:pt x="521" y="22"/>
                  </a:cubicBezTo>
                  <a:cubicBezTo>
                    <a:pt x="520" y="22"/>
                    <a:pt x="520" y="23"/>
                    <a:pt x="519" y="23"/>
                  </a:cubicBezTo>
                  <a:cubicBezTo>
                    <a:pt x="518" y="24"/>
                    <a:pt x="515" y="23"/>
                    <a:pt x="513" y="23"/>
                  </a:cubicBezTo>
                  <a:cubicBezTo>
                    <a:pt x="511" y="24"/>
                    <a:pt x="509" y="25"/>
                    <a:pt x="507" y="26"/>
                  </a:cubicBezTo>
                  <a:cubicBezTo>
                    <a:pt x="506" y="26"/>
                    <a:pt x="505" y="28"/>
                    <a:pt x="504" y="29"/>
                  </a:cubicBezTo>
                  <a:cubicBezTo>
                    <a:pt x="503" y="29"/>
                    <a:pt x="502" y="29"/>
                    <a:pt x="502" y="30"/>
                  </a:cubicBezTo>
                  <a:cubicBezTo>
                    <a:pt x="502" y="31"/>
                    <a:pt x="502" y="31"/>
                    <a:pt x="501" y="31"/>
                  </a:cubicBezTo>
                  <a:cubicBezTo>
                    <a:pt x="500" y="33"/>
                    <a:pt x="498" y="33"/>
                    <a:pt x="496" y="33"/>
                  </a:cubicBezTo>
                  <a:cubicBezTo>
                    <a:pt x="495" y="34"/>
                    <a:pt x="494" y="33"/>
                    <a:pt x="493" y="32"/>
                  </a:cubicBezTo>
                  <a:cubicBezTo>
                    <a:pt x="492" y="32"/>
                    <a:pt x="491" y="32"/>
                    <a:pt x="491" y="31"/>
                  </a:cubicBezTo>
                  <a:cubicBezTo>
                    <a:pt x="490" y="31"/>
                    <a:pt x="490" y="31"/>
                    <a:pt x="489" y="31"/>
                  </a:cubicBezTo>
                  <a:cubicBezTo>
                    <a:pt x="489" y="31"/>
                    <a:pt x="489" y="30"/>
                    <a:pt x="489" y="30"/>
                  </a:cubicBezTo>
                  <a:cubicBezTo>
                    <a:pt x="488" y="30"/>
                    <a:pt x="487" y="30"/>
                    <a:pt x="487" y="30"/>
                  </a:cubicBezTo>
                  <a:cubicBezTo>
                    <a:pt x="486" y="30"/>
                    <a:pt x="485" y="29"/>
                    <a:pt x="485" y="28"/>
                  </a:cubicBezTo>
                  <a:cubicBezTo>
                    <a:pt x="483" y="28"/>
                    <a:pt x="481" y="28"/>
                    <a:pt x="480" y="27"/>
                  </a:cubicBezTo>
                  <a:cubicBezTo>
                    <a:pt x="479" y="27"/>
                    <a:pt x="478" y="27"/>
                    <a:pt x="477" y="27"/>
                  </a:cubicBezTo>
                  <a:cubicBezTo>
                    <a:pt x="474" y="26"/>
                    <a:pt x="471" y="27"/>
                    <a:pt x="468" y="27"/>
                  </a:cubicBezTo>
                  <a:cubicBezTo>
                    <a:pt x="466" y="27"/>
                    <a:pt x="464" y="26"/>
                    <a:pt x="462" y="26"/>
                  </a:cubicBezTo>
                  <a:cubicBezTo>
                    <a:pt x="460" y="25"/>
                    <a:pt x="459" y="25"/>
                    <a:pt x="457" y="25"/>
                  </a:cubicBezTo>
                  <a:cubicBezTo>
                    <a:pt x="453" y="25"/>
                    <a:pt x="449" y="25"/>
                    <a:pt x="445" y="25"/>
                  </a:cubicBezTo>
                  <a:cubicBezTo>
                    <a:pt x="440" y="25"/>
                    <a:pt x="435" y="25"/>
                    <a:pt x="430" y="25"/>
                  </a:cubicBezTo>
                  <a:cubicBezTo>
                    <a:pt x="428" y="25"/>
                    <a:pt x="426" y="24"/>
                    <a:pt x="423" y="24"/>
                  </a:cubicBezTo>
                  <a:cubicBezTo>
                    <a:pt x="421" y="24"/>
                    <a:pt x="420" y="23"/>
                    <a:pt x="418" y="22"/>
                  </a:cubicBezTo>
                  <a:cubicBezTo>
                    <a:pt x="416" y="22"/>
                    <a:pt x="414" y="21"/>
                    <a:pt x="412" y="21"/>
                  </a:cubicBezTo>
                  <a:cubicBezTo>
                    <a:pt x="411" y="21"/>
                    <a:pt x="411" y="21"/>
                    <a:pt x="410" y="21"/>
                  </a:cubicBezTo>
                  <a:cubicBezTo>
                    <a:pt x="409" y="21"/>
                    <a:pt x="408" y="21"/>
                    <a:pt x="407" y="22"/>
                  </a:cubicBezTo>
                  <a:cubicBezTo>
                    <a:pt x="406" y="22"/>
                    <a:pt x="406" y="21"/>
                    <a:pt x="405" y="20"/>
                  </a:cubicBezTo>
                  <a:cubicBezTo>
                    <a:pt x="404" y="20"/>
                    <a:pt x="403" y="20"/>
                    <a:pt x="401" y="20"/>
                  </a:cubicBezTo>
                  <a:cubicBezTo>
                    <a:pt x="401" y="20"/>
                    <a:pt x="400" y="20"/>
                    <a:pt x="399" y="20"/>
                  </a:cubicBezTo>
                  <a:cubicBezTo>
                    <a:pt x="398" y="19"/>
                    <a:pt x="398" y="17"/>
                    <a:pt x="397" y="16"/>
                  </a:cubicBezTo>
                  <a:cubicBezTo>
                    <a:pt x="396" y="16"/>
                    <a:pt x="395" y="16"/>
                    <a:pt x="393" y="17"/>
                  </a:cubicBezTo>
                  <a:cubicBezTo>
                    <a:pt x="391" y="17"/>
                    <a:pt x="388" y="17"/>
                    <a:pt x="385" y="17"/>
                  </a:cubicBezTo>
                  <a:cubicBezTo>
                    <a:pt x="384" y="17"/>
                    <a:pt x="383" y="17"/>
                    <a:pt x="382" y="17"/>
                  </a:cubicBezTo>
                  <a:cubicBezTo>
                    <a:pt x="381" y="16"/>
                    <a:pt x="382" y="16"/>
                    <a:pt x="381" y="16"/>
                  </a:cubicBezTo>
                  <a:cubicBezTo>
                    <a:pt x="380" y="15"/>
                    <a:pt x="379" y="14"/>
                    <a:pt x="378" y="13"/>
                  </a:cubicBezTo>
                  <a:cubicBezTo>
                    <a:pt x="377" y="13"/>
                    <a:pt x="376" y="13"/>
                    <a:pt x="375" y="13"/>
                  </a:cubicBezTo>
                  <a:cubicBezTo>
                    <a:pt x="375" y="12"/>
                    <a:pt x="374" y="12"/>
                    <a:pt x="373" y="11"/>
                  </a:cubicBezTo>
                  <a:cubicBezTo>
                    <a:pt x="373" y="11"/>
                    <a:pt x="373" y="11"/>
                    <a:pt x="372" y="10"/>
                  </a:cubicBezTo>
                  <a:cubicBezTo>
                    <a:pt x="369" y="9"/>
                    <a:pt x="366" y="9"/>
                    <a:pt x="363" y="9"/>
                  </a:cubicBezTo>
                  <a:cubicBezTo>
                    <a:pt x="361" y="9"/>
                    <a:pt x="360" y="9"/>
                    <a:pt x="358" y="9"/>
                  </a:cubicBezTo>
                  <a:cubicBezTo>
                    <a:pt x="357" y="10"/>
                    <a:pt x="356" y="9"/>
                    <a:pt x="354" y="10"/>
                  </a:cubicBezTo>
                  <a:cubicBezTo>
                    <a:pt x="353" y="11"/>
                    <a:pt x="353" y="11"/>
                    <a:pt x="352" y="12"/>
                  </a:cubicBezTo>
                  <a:cubicBezTo>
                    <a:pt x="351" y="12"/>
                    <a:pt x="350" y="12"/>
                    <a:pt x="350" y="13"/>
                  </a:cubicBezTo>
                  <a:cubicBezTo>
                    <a:pt x="349" y="13"/>
                    <a:pt x="349" y="14"/>
                    <a:pt x="348" y="15"/>
                  </a:cubicBezTo>
                  <a:cubicBezTo>
                    <a:pt x="347" y="15"/>
                    <a:pt x="345" y="16"/>
                    <a:pt x="343" y="17"/>
                  </a:cubicBezTo>
                  <a:cubicBezTo>
                    <a:pt x="342" y="18"/>
                    <a:pt x="342" y="19"/>
                    <a:pt x="340" y="19"/>
                  </a:cubicBezTo>
                  <a:cubicBezTo>
                    <a:pt x="338" y="21"/>
                    <a:pt x="336" y="21"/>
                    <a:pt x="334" y="22"/>
                  </a:cubicBezTo>
                  <a:cubicBezTo>
                    <a:pt x="332" y="22"/>
                    <a:pt x="331" y="22"/>
                    <a:pt x="330" y="23"/>
                  </a:cubicBezTo>
                  <a:cubicBezTo>
                    <a:pt x="329" y="23"/>
                    <a:pt x="329" y="24"/>
                    <a:pt x="328" y="24"/>
                  </a:cubicBezTo>
                  <a:cubicBezTo>
                    <a:pt x="328" y="24"/>
                    <a:pt x="327" y="24"/>
                    <a:pt x="326" y="24"/>
                  </a:cubicBezTo>
                  <a:cubicBezTo>
                    <a:pt x="325" y="25"/>
                    <a:pt x="324" y="25"/>
                    <a:pt x="323" y="25"/>
                  </a:cubicBezTo>
                  <a:cubicBezTo>
                    <a:pt x="320" y="25"/>
                    <a:pt x="319" y="25"/>
                    <a:pt x="317" y="24"/>
                  </a:cubicBezTo>
                  <a:cubicBezTo>
                    <a:pt x="314" y="23"/>
                    <a:pt x="311" y="24"/>
                    <a:pt x="308" y="25"/>
                  </a:cubicBezTo>
                  <a:cubicBezTo>
                    <a:pt x="307" y="26"/>
                    <a:pt x="305" y="27"/>
                    <a:pt x="304" y="27"/>
                  </a:cubicBezTo>
                  <a:cubicBezTo>
                    <a:pt x="302" y="28"/>
                    <a:pt x="299" y="27"/>
                    <a:pt x="297" y="27"/>
                  </a:cubicBezTo>
                  <a:cubicBezTo>
                    <a:pt x="296" y="28"/>
                    <a:pt x="296" y="29"/>
                    <a:pt x="295" y="29"/>
                  </a:cubicBezTo>
                  <a:cubicBezTo>
                    <a:pt x="294" y="29"/>
                    <a:pt x="293" y="29"/>
                    <a:pt x="292" y="29"/>
                  </a:cubicBezTo>
                  <a:cubicBezTo>
                    <a:pt x="291" y="30"/>
                    <a:pt x="290" y="32"/>
                    <a:pt x="289" y="33"/>
                  </a:cubicBezTo>
                  <a:cubicBezTo>
                    <a:pt x="287" y="34"/>
                    <a:pt x="286" y="34"/>
                    <a:pt x="284" y="35"/>
                  </a:cubicBezTo>
                  <a:cubicBezTo>
                    <a:pt x="283" y="36"/>
                    <a:pt x="283" y="36"/>
                    <a:pt x="282" y="36"/>
                  </a:cubicBezTo>
                  <a:cubicBezTo>
                    <a:pt x="281" y="37"/>
                    <a:pt x="281" y="37"/>
                    <a:pt x="280" y="38"/>
                  </a:cubicBezTo>
                  <a:cubicBezTo>
                    <a:pt x="280" y="38"/>
                    <a:pt x="279" y="39"/>
                    <a:pt x="278" y="40"/>
                  </a:cubicBezTo>
                  <a:cubicBezTo>
                    <a:pt x="277" y="40"/>
                    <a:pt x="276" y="40"/>
                    <a:pt x="275" y="41"/>
                  </a:cubicBezTo>
                  <a:cubicBezTo>
                    <a:pt x="274" y="43"/>
                    <a:pt x="273" y="43"/>
                    <a:pt x="271" y="43"/>
                  </a:cubicBezTo>
                  <a:cubicBezTo>
                    <a:pt x="269" y="44"/>
                    <a:pt x="269" y="44"/>
                    <a:pt x="267" y="45"/>
                  </a:cubicBezTo>
                  <a:cubicBezTo>
                    <a:pt x="266" y="46"/>
                    <a:pt x="264" y="46"/>
                    <a:pt x="262" y="46"/>
                  </a:cubicBezTo>
                  <a:cubicBezTo>
                    <a:pt x="261" y="46"/>
                    <a:pt x="261" y="47"/>
                    <a:pt x="260" y="47"/>
                  </a:cubicBezTo>
                  <a:cubicBezTo>
                    <a:pt x="260" y="47"/>
                    <a:pt x="259" y="47"/>
                    <a:pt x="258" y="48"/>
                  </a:cubicBezTo>
                  <a:cubicBezTo>
                    <a:pt x="257" y="48"/>
                    <a:pt x="256" y="49"/>
                    <a:pt x="255" y="50"/>
                  </a:cubicBezTo>
                  <a:cubicBezTo>
                    <a:pt x="253" y="51"/>
                    <a:pt x="252" y="53"/>
                    <a:pt x="249" y="53"/>
                  </a:cubicBezTo>
                  <a:cubicBezTo>
                    <a:pt x="248" y="54"/>
                    <a:pt x="246" y="54"/>
                    <a:pt x="245" y="53"/>
                  </a:cubicBezTo>
                  <a:cubicBezTo>
                    <a:pt x="245" y="52"/>
                    <a:pt x="245" y="51"/>
                    <a:pt x="245" y="51"/>
                  </a:cubicBezTo>
                  <a:cubicBezTo>
                    <a:pt x="244" y="50"/>
                    <a:pt x="242" y="51"/>
                    <a:pt x="241" y="51"/>
                  </a:cubicBezTo>
                  <a:cubicBezTo>
                    <a:pt x="239" y="51"/>
                    <a:pt x="238" y="50"/>
                    <a:pt x="236" y="49"/>
                  </a:cubicBezTo>
                  <a:cubicBezTo>
                    <a:pt x="235" y="49"/>
                    <a:pt x="233" y="49"/>
                    <a:pt x="231" y="49"/>
                  </a:cubicBezTo>
                  <a:cubicBezTo>
                    <a:pt x="230" y="49"/>
                    <a:pt x="230" y="50"/>
                    <a:pt x="228" y="50"/>
                  </a:cubicBezTo>
                  <a:cubicBezTo>
                    <a:pt x="227" y="50"/>
                    <a:pt x="227" y="50"/>
                    <a:pt x="226" y="50"/>
                  </a:cubicBezTo>
                  <a:cubicBezTo>
                    <a:pt x="226" y="51"/>
                    <a:pt x="225" y="50"/>
                    <a:pt x="224" y="50"/>
                  </a:cubicBezTo>
                  <a:cubicBezTo>
                    <a:pt x="224" y="51"/>
                    <a:pt x="223" y="51"/>
                    <a:pt x="222" y="51"/>
                  </a:cubicBezTo>
                  <a:cubicBezTo>
                    <a:pt x="221" y="51"/>
                    <a:pt x="220" y="51"/>
                    <a:pt x="220" y="51"/>
                  </a:cubicBezTo>
                  <a:cubicBezTo>
                    <a:pt x="218" y="51"/>
                    <a:pt x="216" y="50"/>
                    <a:pt x="214" y="51"/>
                  </a:cubicBezTo>
                  <a:cubicBezTo>
                    <a:pt x="211" y="51"/>
                    <a:pt x="208" y="51"/>
                    <a:pt x="204" y="51"/>
                  </a:cubicBezTo>
                  <a:cubicBezTo>
                    <a:pt x="204" y="51"/>
                    <a:pt x="203" y="50"/>
                    <a:pt x="202" y="50"/>
                  </a:cubicBezTo>
                  <a:cubicBezTo>
                    <a:pt x="201" y="51"/>
                    <a:pt x="200" y="51"/>
                    <a:pt x="199" y="51"/>
                  </a:cubicBezTo>
                  <a:cubicBezTo>
                    <a:pt x="198" y="51"/>
                    <a:pt x="197" y="51"/>
                    <a:pt x="197" y="51"/>
                  </a:cubicBezTo>
                  <a:cubicBezTo>
                    <a:pt x="196" y="51"/>
                    <a:pt x="196" y="51"/>
                    <a:pt x="196" y="51"/>
                  </a:cubicBezTo>
                  <a:cubicBezTo>
                    <a:pt x="195" y="51"/>
                    <a:pt x="195" y="51"/>
                    <a:pt x="194" y="52"/>
                  </a:cubicBezTo>
                  <a:cubicBezTo>
                    <a:pt x="194" y="52"/>
                    <a:pt x="194" y="52"/>
                    <a:pt x="193" y="53"/>
                  </a:cubicBezTo>
                  <a:cubicBezTo>
                    <a:pt x="192" y="53"/>
                    <a:pt x="191" y="52"/>
                    <a:pt x="191" y="53"/>
                  </a:cubicBezTo>
                  <a:cubicBezTo>
                    <a:pt x="189" y="53"/>
                    <a:pt x="187" y="53"/>
                    <a:pt x="186" y="53"/>
                  </a:cubicBezTo>
                  <a:cubicBezTo>
                    <a:pt x="184" y="52"/>
                    <a:pt x="182" y="52"/>
                    <a:pt x="181" y="51"/>
                  </a:cubicBezTo>
                  <a:cubicBezTo>
                    <a:pt x="180" y="51"/>
                    <a:pt x="179" y="50"/>
                    <a:pt x="178" y="50"/>
                  </a:cubicBezTo>
                  <a:cubicBezTo>
                    <a:pt x="177" y="49"/>
                    <a:pt x="177" y="49"/>
                    <a:pt x="176" y="48"/>
                  </a:cubicBezTo>
                  <a:cubicBezTo>
                    <a:pt x="174" y="47"/>
                    <a:pt x="170" y="45"/>
                    <a:pt x="167" y="47"/>
                  </a:cubicBezTo>
                  <a:cubicBezTo>
                    <a:pt x="166" y="47"/>
                    <a:pt x="166" y="47"/>
                    <a:pt x="165" y="48"/>
                  </a:cubicBezTo>
                  <a:cubicBezTo>
                    <a:pt x="165" y="48"/>
                    <a:pt x="164" y="49"/>
                    <a:pt x="164" y="49"/>
                  </a:cubicBezTo>
                  <a:cubicBezTo>
                    <a:pt x="162" y="50"/>
                    <a:pt x="161" y="49"/>
                    <a:pt x="160" y="48"/>
                  </a:cubicBezTo>
                  <a:cubicBezTo>
                    <a:pt x="158" y="48"/>
                    <a:pt x="156" y="49"/>
                    <a:pt x="155" y="50"/>
                  </a:cubicBezTo>
                  <a:cubicBezTo>
                    <a:pt x="153" y="50"/>
                    <a:pt x="150" y="49"/>
                    <a:pt x="149" y="50"/>
                  </a:cubicBezTo>
                  <a:cubicBezTo>
                    <a:pt x="148" y="51"/>
                    <a:pt x="148" y="51"/>
                    <a:pt x="147" y="52"/>
                  </a:cubicBezTo>
                  <a:cubicBezTo>
                    <a:pt x="146" y="52"/>
                    <a:pt x="145" y="52"/>
                    <a:pt x="144" y="51"/>
                  </a:cubicBezTo>
                  <a:cubicBezTo>
                    <a:pt x="143" y="51"/>
                    <a:pt x="143" y="51"/>
                    <a:pt x="142" y="50"/>
                  </a:cubicBezTo>
                  <a:cubicBezTo>
                    <a:pt x="141" y="50"/>
                    <a:pt x="140" y="50"/>
                    <a:pt x="140" y="49"/>
                  </a:cubicBezTo>
                  <a:cubicBezTo>
                    <a:pt x="138" y="48"/>
                    <a:pt x="135" y="49"/>
                    <a:pt x="133" y="50"/>
                  </a:cubicBezTo>
                  <a:cubicBezTo>
                    <a:pt x="132" y="50"/>
                    <a:pt x="133" y="50"/>
                    <a:pt x="132" y="51"/>
                  </a:cubicBezTo>
                  <a:cubicBezTo>
                    <a:pt x="131" y="51"/>
                    <a:pt x="131" y="50"/>
                    <a:pt x="130" y="51"/>
                  </a:cubicBezTo>
                  <a:cubicBezTo>
                    <a:pt x="129" y="51"/>
                    <a:pt x="128" y="51"/>
                    <a:pt x="127" y="50"/>
                  </a:cubicBezTo>
                  <a:cubicBezTo>
                    <a:pt x="126" y="50"/>
                    <a:pt x="126" y="50"/>
                    <a:pt x="125" y="50"/>
                  </a:cubicBezTo>
                  <a:cubicBezTo>
                    <a:pt x="125" y="50"/>
                    <a:pt x="124" y="50"/>
                    <a:pt x="123" y="51"/>
                  </a:cubicBezTo>
                  <a:cubicBezTo>
                    <a:pt x="122" y="51"/>
                    <a:pt x="121" y="51"/>
                    <a:pt x="120" y="51"/>
                  </a:cubicBezTo>
                  <a:cubicBezTo>
                    <a:pt x="117" y="50"/>
                    <a:pt x="114" y="50"/>
                    <a:pt x="112" y="51"/>
                  </a:cubicBezTo>
                  <a:cubicBezTo>
                    <a:pt x="110" y="51"/>
                    <a:pt x="109" y="52"/>
                    <a:pt x="108" y="52"/>
                  </a:cubicBezTo>
                  <a:cubicBezTo>
                    <a:pt x="108" y="53"/>
                    <a:pt x="107" y="53"/>
                    <a:pt x="107" y="53"/>
                  </a:cubicBezTo>
                  <a:cubicBezTo>
                    <a:pt x="106" y="53"/>
                    <a:pt x="106" y="54"/>
                    <a:pt x="106" y="54"/>
                  </a:cubicBezTo>
                  <a:cubicBezTo>
                    <a:pt x="105" y="54"/>
                    <a:pt x="103" y="54"/>
                    <a:pt x="102" y="54"/>
                  </a:cubicBezTo>
                  <a:cubicBezTo>
                    <a:pt x="100" y="54"/>
                    <a:pt x="99" y="54"/>
                    <a:pt x="98" y="54"/>
                  </a:cubicBezTo>
                  <a:cubicBezTo>
                    <a:pt x="96" y="53"/>
                    <a:pt x="94" y="53"/>
                    <a:pt x="91" y="54"/>
                  </a:cubicBezTo>
                  <a:cubicBezTo>
                    <a:pt x="89" y="55"/>
                    <a:pt x="87" y="55"/>
                    <a:pt x="84" y="55"/>
                  </a:cubicBezTo>
                  <a:cubicBezTo>
                    <a:pt x="81" y="55"/>
                    <a:pt x="79" y="55"/>
                    <a:pt x="77" y="56"/>
                  </a:cubicBezTo>
                  <a:cubicBezTo>
                    <a:pt x="75" y="56"/>
                    <a:pt x="74" y="56"/>
                    <a:pt x="73" y="56"/>
                  </a:cubicBezTo>
                  <a:cubicBezTo>
                    <a:pt x="71" y="56"/>
                    <a:pt x="70" y="56"/>
                    <a:pt x="68" y="57"/>
                  </a:cubicBezTo>
                  <a:cubicBezTo>
                    <a:pt x="66" y="57"/>
                    <a:pt x="64" y="58"/>
                    <a:pt x="62" y="59"/>
                  </a:cubicBezTo>
                  <a:cubicBezTo>
                    <a:pt x="61" y="59"/>
                    <a:pt x="60" y="59"/>
                    <a:pt x="60" y="59"/>
                  </a:cubicBezTo>
                  <a:cubicBezTo>
                    <a:pt x="59" y="58"/>
                    <a:pt x="59" y="58"/>
                    <a:pt x="59" y="58"/>
                  </a:cubicBezTo>
                  <a:cubicBezTo>
                    <a:pt x="58" y="57"/>
                    <a:pt x="58" y="57"/>
                    <a:pt x="57" y="57"/>
                  </a:cubicBezTo>
                  <a:cubicBezTo>
                    <a:pt x="57" y="56"/>
                    <a:pt x="57" y="56"/>
                    <a:pt x="56" y="56"/>
                  </a:cubicBezTo>
                  <a:cubicBezTo>
                    <a:pt x="56" y="56"/>
                    <a:pt x="56" y="55"/>
                    <a:pt x="55" y="55"/>
                  </a:cubicBezTo>
                  <a:cubicBezTo>
                    <a:pt x="53" y="55"/>
                    <a:pt x="52" y="53"/>
                    <a:pt x="50" y="52"/>
                  </a:cubicBezTo>
                  <a:cubicBezTo>
                    <a:pt x="49" y="52"/>
                    <a:pt x="48" y="51"/>
                    <a:pt x="47" y="50"/>
                  </a:cubicBezTo>
                  <a:cubicBezTo>
                    <a:pt x="45" y="49"/>
                    <a:pt x="45" y="49"/>
                    <a:pt x="42" y="50"/>
                  </a:cubicBezTo>
                  <a:cubicBezTo>
                    <a:pt x="41" y="51"/>
                    <a:pt x="40" y="51"/>
                    <a:pt x="39" y="51"/>
                  </a:cubicBezTo>
                  <a:cubicBezTo>
                    <a:pt x="38" y="52"/>
                    <a:pt x="38" y="52"/>
                    <a:pt x="37" y="53"/>
                  </a:cubicBezTo>
                  <a:cubicBezTo>
                    <a:pt x="37" y="53"/>
                    <a:pt x="36" y="52"/>
                    <a:pt x="36" y="52"/>
                  </a:cubicBezTo>
                  <a:cubicBezTo>
                    <a:pt x="34" y="53"/>
                    <a:pt x="34" y="54"/>
                    <a:pt x="33" y="54"/>
                  </a:cubicBezTo>
                  <a:cubicBezTo>
                    <a:pt x="32" y="55"/>
                    <a:pt x="31" y="55"/>
                    <a:pt x="31" y="56"/>
                  </a:cubicBezTo>
                  <a:cubicBezTo>
                    <a:pt x="29" y="56"/>
                    <a:pt x="28" y="56"/>
                    <a:pt x="26" y="57"/>
                  </a:cubicBezTo>
                  <a:cubicBezTo>
                    <a:pt x="25" y="57"/>
                    <a:pt x="23" y="58"/>
                    <a:pt x="22" y="59"/>
                  </a:cubicBezTo>
                  <a:cubicBezTo>
                    <a:pt x="21" y="60"/>
                    <a:pt x="17" y="63"/>
                    <a:pt x="15" y="62"/>
                  </a:cubicBezTo>
                  <a:cubicBezTo>
                    <a:pt x="15" y="61"/>
                    <a:pt x="15" y="60"/>
                    <a:pt x="14" y="59"/>
                  </a:cubicBezTo>
                  <a:cubicBezTo>
                    <a:pt x="13" y="59"/>
                    <a:pt x="11" y="59"/>
                    <a:pt x="10" y="58"/>
                  </a:cubicBezTo>
                  <a:cubicBezTo>
                    <a:pt x="8" y="58"/>
                    <a:pt x="6" y="59"/>
                    <a:pt x="4" y="59"/>
                  </a:cubicBezTo>
                  <a:cubicBezTo>
                    <a:pt x="4" y="58"/>
                    <a:pt x="3" y="58"/>
                    <a:pt x="3" y="58"/>
                  </a:cubicBezTo>
                  <a:cubicBezTo>
                    <a:pt x="2" y="59"/>
                    <a:pt x="1" y="59"/>
                    <a:pt x="0" y="59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800" y="122"/>
                    <a:pt x="800" y="122"/>
                    <a:pt x="800" y="122"/>
                  </a:cubicBezTo>
                  <a:lnTo>
                    <a:pt x="800" y="17"/>
                  </a:lnTo>
                  <a:close/>
                </a:path>
              </a:pathLst>
            </a:custGeom>
            <a:solidFill>
              <a:srgbClr val="AAAAA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endParaRPr>
            </a:p>
          </p:txBody>
        </p: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5C7F24AC-AD57-A9E3-7B33-B1E1BCEEF537}"/>
                </a:ext>
              </a:extLst>
            </p:cNvPr>
            <p:cNvGrpSpPr/>
            <p:nvPr/>
          </p:nvGrpSpPr>
          <p:grpSpPr>
            <a:xfrm>
              <a:off x="4305772" y="1842274"/>
              <a:ext cx="4862165" cy="2319955"/>
              <a:chOff x="4305772" y="1842274"/>
              <a:chExt cx="2342273" cy="832582"/>
            </a:xfrm>
          </p:grpSpPr>
          <p:grpSp>
            <p:nvGrpSpPr>
              <p:cNvPr id="185" name="Group 184">
                <a:extLst>
                  <a:ext uri="{FF2B5EF4-FFF2-40B4-BE49-F238E27FC236}">
                    <a16:creationId xmlns:a16="http://schemas.microsoft.com/office/drawing/2014/main" id="{7D47CED4-1DFC-D688-F213-DD1991CE396F}"/>
                  </a:ext>
                </a:extLst>
              </p:cNvPr>
              <p:cNvGrpSpPr/>
              <p:nvPr/>
            </p:nvGrpSpPr>
            <p:grpSpPr>
              <a:xfrm>
                <a:off x="4305772" y="1842274"/>
                <a:ext cx="2186251" cy="832582"/>
                <a:chOff x="4305772" y="1842274"/>
                <a:chExt cx="2186251" cy="1046163"/>
              </a:xfrm>
            </p:grpSpPr>
            <p:sp>
              <p:nvSpPr>
                <p:cNvPr id="187" name="Line 16">
                  <a:extLst>
                    <a:ext uri="{FF2B5EF4-FFF2-40B4-BE49-F238E27FC236}">
                      <a16:creationId xmlns:a16="http://schemas.microsoft.com/office/drawing/2014/main" id="{D6E47D5F-09A8-3D26-C5F5-959186A204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033110" y="1842274"/>
                  <a:ext cx="0" cy="1046163"/>
                </a:xfrm>
                <a:prstGeom prst="line">
                  <a:avLst/>
                </a:prstGeom>
                <a:noFill/>
                <a:ln w="6350" cap="flat">
                  <a:solidFill>
                    <a:srgbClr val="FFFFFF">
                      <a:lumMod val="75000"/>
                    </a:srgbClr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ES" sz="800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188" name="Line 17">
                  <a:extLst>
                    <a:ext uri="{FF2B5EF4-FFF2-40B4-BE49-F238E27FC236}">
                      <a16:creationId xmlns:a16="http://schemas.microsoft.com/office/drawing/2014/main" id="{B3AEC923-C88A-3204-7370-A7F17E858B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758598" y="1842274"/>
                  <a:ext cx="0" cy="1046163"/>
                </a:xfrm>
                <a:prstGeom prst="line">
                  <a:avLst/>
                </a:prstGeom>
                <a:noFill/>
                <a:ln w="6350" cap="flat">
                  <a:solidFill>
                    <a:srgbClr val="FFFFFF">
                      <a:lumMod val="75000"/>
                    </a:srgbClr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ES" sz="800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189" name="Line 18">
                  <a:extLst>
                    <a:ext uri="{FF2B5EF4-FFF2-40B4-BE49-F238E27FC236}">
                      <a16:creationId xmlns:a16="http://schemas.microsoft.com/office/drawing/2014/main" id="{F2B42C6E-8B6C-8F5D-A12E-7CB68806511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6492023" y="1842274"/>
                  <a:ext cx="0" cy="1046163"/>
                </a:xfrm>
                <a:prstGeom prst="line">
                  <a:avLst/>
                </a:prstGeom>
                <a:noFill/>
                <a:ln w="6350" cap="flat">
                  <a:solidFill>
                    <a:srgbClr val="FFFFFF">
                      <a:lumMod val="75000"/>
                    </a:srgbClr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ES" sz="800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sp>
              <p:nvSpPr>
                <p:cNvPr id="190" name="Line 16">
                  <a:extLst>
                    <a:ext uri="{FF2B5EF4-FFF2-40B4-BE49-F238E27FC236}">
                      <a16:creationId xmlns:a16="http://schemas.microsoft.com/office/drawing/2014/main" id="{C3FCE9F9-F6D5-215C-C08F-335B6EB404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305772" y="1842274"/>
                  <a:ext cx="0" cy="1046163"/>
                </a:xfrm>
                <a:prstGeom prst="line">
                  <a:avLst/>
                </a:prstGeom>
                <a:noFill/>
                <a:ln w="9525" cap="flat">
                  <a:solidFill>
                    <a:srgbClr val="FFFFFF">
                      <a:lumMod val="75000"/>
                    </a:srgbClr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ES" sz="800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</p:grpSp>
          <p:cxnSp>
            <p:nvCxnSpPr>
              <p:cNvPr id="186" name="Straight Connector 185">
                <a:extLst>
                  <a:ext uri="{FF2B5EF4-FFF2-40B4-BE49-F238E27FC236}">
                    <a16:creationId xmlns:a16="http://schemas.microsoft.com/office/drawing/2014/main" id="{22BAC7EC-142F-645F-9566-6527FD1D5AD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05772" y="2674123"/>
                <a:ext cx="2342273" cy="733"/>
              </a:xfrm>
              <a:prstGeom prst="line">
                <a:avLst/>
              </a:prstGeom>
              <a:noFill/>
              <a:ln w="9525" cap="flat" cmpd="sng" algn="ctr">
                <a:solidFill>
                  <a:srgbClr val="FFFFFF">
                    <a:lumMod val="75000"/>
                  </a:srgbClr>
                </a:solidFill>
                <a:prstDash val="solid"/>
                <a:miter lim="800000"/>
                <a:tailEnd type="none"/>
              </a:ln>
              <a:effectLst/>
            </p:spPr>
          </p:cxnSp>
        </p:grp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2BB9AAE3-72B8-CFC5-623B-41602B25FB64}"/>
                </a:ext>
              </a:extLst>
            </p:cNvPr>
            <p:cNvGrpSpPr/>
            <p:nvPr/>
          </p:nvGrpSpPr>
          <p:grpSpPr>
            <a:xfrm>
              <a:off x="4429236" y="4355059"/>
              <a:ext cx="4643317" cy="235626"/>
              <a:chOff x="4429236" y="4355059"/>
              <a:chExt cx="4643317" cy="235626"/>
            </a:xfrm>
          </p:grpSpPr>
          <p:cxnSp>
            <p:nvCxnSpPr>
              <p:cNvPr id="183" name="Straight Arrow Connector 182">
                <a:extLst>
                  <a:ext uri="{FF2B5EF4-FFF2-40B4-BE49-F238E27FC236}">
                    <a16:creationId xmlns:a16="http://schemas.microsoft.com/office/drawing/2014/main" id="{2830F8DB-A641-89AA-6529-04D38ADE1913}"/>
                  </a:ext>
                </a:extLst>
              </p:cNvPr>
              <p:cNvCxnSpPr/>
              <p:nvPr/>
            </p:nvCxnSpPr>
            <p:spPr>
              <a:xfrm>
                <a:off x="4429236" y="4475718"/>
                <a:ext cx="4643317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4" name="TextBox 26">
                <a:extLst>
                  <a:ext uri="{FF2B5EF4-FFF2-40B4-BE49-F238E27FC236}">
                    <a16:creationId xmlns:a16="http://schemas.microsoft.com/office/drawing/2014/main" id="{46EE89CF-6FE3-E408-BDD9-59B36E1EF034}"/>
                  </a:ext>
                </a:extLst>
              </p:cNvPr>
              <p:cNvSpPr txBox="1"/>
              <p:nvPr/>
            </p:nvSpPr>
            <p:spPr>
              <a:xfrm>
                <a:off x="6393281" y="4355059"/>
                <a:ext cx="715225" cy="23562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1100" b="1" noProof="0"/>
                  <a:t>Tiempo</a:t>
                </a:r>
              </a:p>
            </p:txBody>
          </p:sp>
        </p:grpSp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7D70BF79-8B25-BCA7-CBC1-90B89263CE7D}"/>
              </a:ext>
            </a:extLst>
          </p:cNvPr>
          <p:cNvGrpSpPr/>
          <p:nvPr/>
        </p:nvGrpSpPr>
        <p:grpSpPr>
          <a:xfrm>
            <a:off x="6999791" y="2264487"/>
            <a:ext cx="852495" cy="1104175"/>
            <a:chOff x="8356657" y="1858453"/>
            <a:chExt cx="949960" cy="1745378"/>
          </a:xfrm>
        </p:grpSpPr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6D86A31C-8522-6B74-F7C9-55BCAEF82F98}"/>
                </a:ext>
              </a:extLst>
            </p:cNvPr>
            <p:cNvSpPr/>
            <p:nvPr/>
          </p:nvSpPr>
          <p:spPr>
            <a:xfrm>
              <a:off x="8356657" y="3295857"/>
              <a:ext cx="949960" cy="307974"/>
            </a:xfrm>
            <a:prstGeom prst="rect">
              <a:avLst/>
            </a:prstGeom>
            <a:solidFill>
              <a:srgbClr val="802AB7"/>
            </a:solidFill>
            <a:ln>
              <a:noFill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noProof="0" dirty="0">
                  <a:solidFill>
                    <a:schemeClr val="bg1"/>
                  </a:solidFill>
                </a:rPr>
                <a:t>YouTube</a:t>
              </a:r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4E9ED5EC-CE50-F9F9-88BF-51CEC0EBEC54}"/>
                </a:ext>
              </a:extLst>
            </p:cNvPr>
            <p:cNvSpPr/>
            <p:nvPr/>
          </p:nvSpPr>
          <p:spPr>
            <a:xfrm>
              <a:off x="8356657" y="3062422"/>
              <a:ext cx="949960" cy="217487"/>
            </a:xfrm>
            <a:prstGeom prst="rect">
              <a:avLst/>
            </a:prstGeom>
            <a:solidFill>
              <a:srgbClr val="0048BF"/>
            </a:solidFill>
            <a:ln>
              <a:noFill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noProof="0">
                  <a:solidFill>
                    <a:schemeClr val="bg1"/>
                  </a:solidFill>
                </a:rPr>
                <a:t>Banner</a:t>
              </a:r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CDC72BC2-239E-B1B6-31A8-81D735DD26F3}"/>
                </a:ext>
              </a:extLst>
            </p:cNvPr>
            <p:cNvSpPr/>
            <p:nvPr/>
          </p:nvSpPr>
          <p:spPr>
            <a:xfrm>
              <a:off x="8356657" y="2152714"/>
              <a:ext cx="949960" cy="893760"/>
            </a:xfrm>
            <a:prstGeom prst="rect">
              <a:avLst/>
            </a:prstGeom>
            <a:solidFill>
              <a:srgbClr val="0060FF"/>
            </a:solidFill>
            <a:ln>
              <a:noFill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noProof="0" dirty="0">
                  <a:solidFill>
                    <a:schemeClr val="bg1"/>
                  </a:solidFill>
                </a:rPr>
                <a:t>Search</a:t>
              </a: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A3544688-EECC-89DD-95DA-E593E5F4D722}"/>
                </a:ext>
              </a:extLst>
            </p:cNvPr>
            <p:cNvSpPr/>
            <p:nvPr/>
          </p:nvSpPr>
          <p:spPr>
            <a:xfrm>
              <a:off x="8356657" y="2017705"/>
              <a:ext cx="949960" cy="119061"/>
            </a:xfrm>
            <a:prstGeom prst="rect">
              <a:avLst/>
            </a:prstGeom>
            <a:solidFill>
              <a:srgbClr val="99BFFF"/>
            </a:solidFill>
            <a:ln>
              <a:noFill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noProof="0">
                  <a:solidFill>
                    <a:schemeClr val="bg1"/>
                  </a:solidFill>
                </a:rPr>
                <a:t>Facebook</a:t>
              </a:r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6051D5E0-6D03-B454-CF61-A5D2D345372A}"/>
                </a:ext>
              </a:extLst>
            </p:cNvPr>
            <p:cNvSpPr/>
            <p:nvPr/>
          </p:nvSpPr>
          <p:spPr>
            <a:xfrm>
              <a:off x="8356657" y="1858453"/>
              <a:ext cx="949960" cy="143304"/>
            </a:xfrm>
            <a:prstGeom prst="rect">
              <a:avLst/>
            </a:prstGeom>
            <a:solidFill>
              <a:srgbClr val="00B6FF"/>
            </a:solidFill>
            <a:ln>
              <a:noFill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solidFill>
                    <a:schemeClr val="bg1"/>
                  </a:solidFill>
                </a:rPr>
                <a:t>X</a:t>
              </a:r>
              <a:endParaRPr lang="es-ES" sz="1000" noProof="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14AB50F1-4F8D-12F1-282C-EB22F4EE7465}"/>
              </a:ext>
            </a:extLst>
          </p:cNvPr>
          <p:cNvCxnSpPr>
            <a:cxnSpLocks/>
            <a:endCxn id="204" idx="3"/>
          </p:cNvCxnSpPr>
          <p:nvPr/>
        </p:nvCxnSpPr>
        <p:spPr>
          <a:xfrm flipH="1" flipV="1">
            <a:off x="7852286" y="2309816"/>
            <a:ext cx="1385982" cy="498104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83778E38-707C-DCC4-A6F7-440396A924F2}"/>
              </a:ext>
            </a:extLst>
          </p:cNvPr>
          <p:cNvCxnSpPr>
            <a:cxnSpLocks/>
          </p:cNvCxnSpPr>
          <p:nvPr/>
        </p:nvCxnSpPr>
        <p:spPr>
          <a:xfrm flipH="1">
            <a:off x="7981557" y="3053924"/>
            <a:ext cx="1256711" cy="295299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8" name="Chart 207">
            <a:extLst>
              <a:ext uri="{FF2B5EF4-FFF2-40B4-BE49-F238E27FC236}">
                <a16:creationId xmlns:a16="http://schemas.microsoft.com/office/drawing/2014/main" id="{6C8D9979-3688-7898-4CD0-CAE7DF6554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6032420"/>
              </p:ext>
            </p:extLst>
          </p:nvPr>
        </p:nvGraphicFramePr>
        <p:xfrm>
          <a:off x="8704683" y="1936863"/>
          <a:ext cx="2399065" cy="18710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218" name="Group 217">
            <a:extLst>
              <a:ext uri="{FF2B5EF4-FFF2-40B4-BE49-F238E27FC236}">
                <a16:creationId xmlns:a16="http://schemas.microsoft.com/office/drawing/2014/main" id="{FD86B67E-274B-AD57-1DAE-9CD09CD9F765}"/>
              </a:ext>
            </a:extLst>
          </p:cNvPr>
          <p:cNvGrpSpPr/>
          <p:nvPr/>
        </p:nvGrpSpPr>
        <p:grpSpPr>
          <a:xfrm>
            <a:off x="11121735" y="-11673"/>
            <a:ext cx="1070265" cy="1080000"/>
            <a:chOff x="10714383" y="-2207"/>
            <a:chExt cx="1477616" cy="1308717"/>
          </a:xfrm>
          <a:solidFill>
            <a:srgbClr val="FFD559"/>
          </a:solidFill>
        </p:grpSpPr>
        <p:sp>
          <p:nvSpPr>
            <p:cNvPr id="219" name="Diagonal Stripe 218">
              <a:extLst>
                <a:ext uri="{FF2B5EF4-FFF2-40B4-BE49-F238E27FC236}">
                  <a16:creationId xmlns:a16="http://schemas.microsoft.com/office/drawing/2014/main" id="{9B70DF7B-F2FA-3553-2CBC-1EF5F9F93FED}"/>
                </a:ext>
              </a:extLst>
            </p:cNvPr>
            <p:cNvSpPr/>
            <p:nvPr/>
          </p:nvSpPr>
          <p:spPr>
            <a:xfrm flipH="1">
              <a:off x="10714383" y="-2207"/>
              <a:ext cx="1477616" cy="1308717"/>
            </a:xfrm>
            <a:prstGeom prst="diagStripe">
              <a:avLst/>
            </a:prstGeom>
            <a:grpFill/>
            <a:ln>
              <a:solidFill>
                <a:srgbClr val="FFD5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71717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0" name="TextBox 4">
              <a:extLst>
                <a:ext uri="{FF2B5EF4-FFF2-40B4-BE49-F238E27FC236}">
                  <a16:creationId xmlns:a16="http://schemas.microsoft.com/office/drawing/2014/main" id="{8CF0A0FA-E2FB-F412-7D37-E627CFF13CE0}"/>
                </a:ext>
              </a:extLst>
            </p:cNvPr>
            <p:cNvSpPr txBox="1"/>
            <p:nvPr/>
          </p:nvSpPr>
          <p:spPr>
            <a:xfrm rot="2670986">
              <a:off x="11106924" y="357451"/>
              <a:ext cx="1006666" cy="223774"/>
            </a:xfrm>
            <a:prstGeom prst="rect">
              <a:avLst/>
            </a:prstGeom>
            <a:grpFill/>
            <a:ln>
              <a:solidFill>
                <a:srgbClr val="FFD559"/>
              </a:solidFill>
            </a:ln>
          </p:spPr>
          <p:txBody>
            <a:bodyPr wrap="none"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s-ES" sz="1200" b="1" noProof="0" dirty="0">
                  <a:solidFill>
                    <a:schemeClr val="tx1">
                      <a:lumMod val="50000"/>
                    </a:schemeClr>
                  </a:solidFill>
                  <a:latin typeface="Arial"/>
                  <a:cs typeface="Arial"/>
                </a:rPr>
                <a:t>Ilustrativo</a:t>
              </a:r>
              <a:endParaRPr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</a:endParaRPr>
            </a:p>
          </p:txBody>
        </p:sp>
      </p:grp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92437110-A562-A844-F425-348E51F7A5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55967588"/>
              </p:ext>
            </p:extLst>
          </p:nvPr>
        </p:nvGraphicFramePr>
        <p:xfrm>
          <a:off x="6638341" y="4191688"/>
          <a:ext cx="2686432" cy="15214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0B25A23-DDCC-FA70-FF04-EF421FA10B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0600048"/>
              </p:ext>
            </p:extLst>
          </p:nvPr>
        </p:nvGraphicFramePr>
        <p:xfrm>
          <a:off x="6230266" y="5594315"/>
          <a:ext cx="3008000" cy="251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1058">
                  <a:extLst>
                    <a:ext uri="{9D8B030D-6E8A-4147-A177-3AD203B41FA5}">
                      <a16:colId xmlns:a16="http://schemas.microsoft.com/office/drawing/2014/main" val="1097146582"/>
                    </a:ext>
                  </a:extLst>
                </a:gridCol>
                <a:gridCol w="1223471">
                  <a:extLst>
                    <a:ext uri="{9D8B030D-6E8A-4147-A177-3AD203B41FA5}">
                      <a16:colId xmlns:a16="http://schemas.microsoft.com/office/drawing/2014/main" val="3878396138"/>
                    </a:ext>
                  </a:extLst>
                </a:gridCol>
                <a:gridCol w="1223471">
                  <a:extLst>
                    <a:ext uri="{9D8B030D-6E8A-4147-A177-3AD203B41FA5}">
                      <a16:colId xmlns:a16="http://schemas.microsoft.com/office/drawing/2014/main" val="1709781128"/>
                    </a:ext>
                  </a:extLst>
                </a:gridCol>
              </a:tblGrid>
              <a:tr h="210710">
                <a:tc>
                  <a:txBody>
                    <a:bodyPr/>
                    <a:lstStyle/>
                    <a:p>
                      <a:pPr algn="ctr"/>
                      <a:r>
                        <a:rPr lang="es-ES" sz="1050" b="0" dirty="0">
                          <a:solidFill>
                            <a:schemeClr val="tx1"/>
                          </a:solidFill>
                        </a:rPr>
                        <a:t>ROI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b="0" dirty="0">
                          <a:solidFill>
                            <a:schemeClr val="tx1"/>
                          </a:solidFill>
                        </a:rPr>
                        <a:t>2.8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50" b="0" dirty="0">
                          <a:solidFill>
                            <a:schemeClr val="tx1"/>
                          </a:solidFill>
                        </a:rPr>
                        <a:t>3.4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857110"/>
                  </a:ext>
                </a:extLst>
              </a:tr>
            </a:tbl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A56D2BB1-E52C-F096-53B9-76A63C786B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5075736"/>
              </p:ext>
            </p:extLst>
          </p:nvPr>
        </p:nvGraphicFramePr>
        <p:xfrm>
          <a:off x="405769" y="4228949"/>
          <a:ext cx="2385055" cy="15651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Content Placeholder 15">
            <a:extLst>
              <a:ext uri="{FF2B5EF4-FFF2-40B4-BE49-F238E27FC236}">
                <a16:creationId xmlns:a16="http://schemas.microsoft.com/office/drawing/2014/main" id="{8C020F0B-A0A8-3D0D-5126-D0E09C9D30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4260753"/>
              </p:ext>
            </p:extLst>
          </p:nvPr>
        </p:nvGraphicFramePr>
        <p:xfrm>
          <a:off x="3009056" y="4159205"/>
          <a:ext cx="2801193" cy="16865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6488E5A2-0EC1-9189-8FB4-0B270CB662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7404" y="4386662"/>
            <a:ext cx="2126455" cy="1226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68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95476-A436-E981-338D-AB9EDAC5F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Tiempos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EA2BC3-5D48-12CC-AAF1-F230BBD0E5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4BEE3-566C-4068-A777-C3A4762E861B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0072D7-216C-EE68-C559-DD3F77D1B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0C2AB2-BF72-C000-EFCF-1BBAF0E106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ES" dirty="0"/>
              <a:t>Tiempo promedio desde </a:t>
            </a:r>
            <a:r>
              <a:rPr lang="es-ES" dirty="0" err="1"/>
              <a:t>Kick</a:t>
            </a:r>
            <a:r>
              <a:rPr lang="es-ES" dirty="0"/>
              <a:t> Off ~ 17 Semanas 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F0FD51-7AA7-5130-62C9-7C353894F148}"/>
              </a:ext>
            </a:extLst>
          </p:cNvPr>
          <p:cNvCxnSpPr>
            <a:cxnSpLocks/>
          </p:cNvCxnSpPr>
          <p:nvPr/>
        </p:nvCxnSpPr>
        <p:spPr>
          <a:xfrm>
            <a:off x="339243" y="3278035"/>
            <a:ext cx="11487120" cy="0"/>
          </a:xfrm>
          <a:prstGeom prst="line">
            <a:avLst/>
          </a:prstGeom>
          <a:ln w="12700">
            <a:solidFill>
              <a:schemeClr val="tx1"/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7C5F8541-93A6-5E3B-FAB2-F8B1CDF979F2}"/>
              </a:ext>
            </a:extLst>
          </p:cNvPr>
          <p:cNvSpPr txBox="1">
            <a:spLocks/>
          </p:cNvSpPr>
          <p:nvPr/>
        </p:nvSpPr>
        <p:spPr>
          <a:xfrm>
            <a:off x="2301120" y="2148401"/>
            <a:ext cx="1828800" cy="76490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lang="en-GB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noProof="0" dirty="0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5E57A290-CEEC-C438-A7CC-315655E19EDC}"/>
              </a:ext>
            </a:extLst>
          </p:cNvPr>
          <p:cNvSpPr txBox="1">
            <a:spLocks/>
          </p:cNvSpPr>
          <p:nvPr/>
        </p:nvSpPr>
        <p:spPr>
          <a:xfrm>
            <a:off x="4242240" y="2148401"/>
            <a:ext cx="1828800" cy="76490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noProof="0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E8FA8D6-A57E-4AEA-4601-463842811E78}"/>
              </a:ext>
            </a:extLst>
          </p:cNvPr>
          <p:cNvSpPr txBox="1">
            <a:spLocks/>
          </p:cNvSpPr>
          <p:nvPr/>
        </p:nvSpPr>
        <p:spPr>
          <a:xfrm>
            <a:off x="6190120" y="2148401"/>
            <a:ext cx="1828800" cy="76490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noProof="0" dirty="0"/>
          </a:p>
        </p:txBody>
      </p:sp>
      <p:sp>
        <p:nvSpPr>
          <p:cNvPr id="12" name="Content Placeholder 16">
            <a:extLst>
              <a:ext uri="{FF2B5EF4-FFF2-40B4-BE49-F238E27FC236}">
                <a16:creationId xmlns:a16="http://schemas.microsoft.com/office/drawing/2014/main" id="{7EAFD483-F2C9-3CEF-9339-7E7CE18F33DD}"/>
              </a:ext>
            </a:extLst>
          </p:cNvPr>
          <p:cNvSpPr txBox="1">
            <a:spLocks/>
          </p:cNvSpPr>
          <p:nvPr/>
        </p:nvSpPr>
        <p:spPr>
          <a:xfrm>
            <a:off x="8144409" y="2148401"/>
            <a:ext cx="1828800" cy="76490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s-ES" noProof="0" dirty="0">
              <a:latin typeface="Arial"/>
              <a:cs typeface="Arial"/>
            </a:endParaRP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998F80AF-766D-EF6F-910C-5BBA52C0F5B9}"/>
              </a:ext>
            </a:extLst>
          </p:cNvPr>
          <p:cNvSpPr txBox="1">
            <a:spLocks/>
          </p:cNvSpPr>
          <p:nvPr/>
        </p:nvSpPr>
        <p:spPr>
          <a:xfrm>
            <a:off x="339243" y="2148401"/>
            <a:ext cx="1828800" cy="76490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ꟷ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s-ES" sz="1600" b="1" noProof="0" dirty="0">
              <a:latin typeface="Arial"/>
              <a:cs typeface="Arial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129B2B1-A31B-7283-C23F-BC776F72CD37}"/>
              </a:ext>
            </a:extLst>
          </p:cNvPr>
          <p:cNvGrpSpPr/>
          <p:nvPr/>
        </p:nvGrpSpPr>
        <p:grpSpPr>
          <a:xfrm>
            <a:off x="750829" y="2786700"/>
            <a:ext cx="937228" cy="937228"/>
            <a:chOff x="750829" y="3005775"/>
            <a:chExt cx="937228" cy="937228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DAC2398-29C1-A8F4-56B7-03C3CFFEB267}"/>
                </a:ext>
              </a:extLst>
            </p:cNvPr>
            <p:cNvSpPr/>
            <p:nvPr/>
          </p:nvSpPr>
          <p:spPr>
            <a:xfrm>
              <a:off x="750829" y="3005775"/>
              <a:ext cx="937228" cy="93722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E82F3F8F-9D20-D3F5-B8A6-741A252CAE8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43105" y="3208352"/>
              <a:ext cx="552676" cy="577516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463A3DC-8044-41C3-B263-D58B537420C8}"/>
              </a:ext>
            </a:extLst>
          </p:cNvPr>
          <p:cNvGrpSpPr/>
          <p:nvPr/>
        </p:nvGrpSpPr>
        <p:grpSpPr>
          <a:xfrm>
            <a:off x="2684786" y="2786700"/>
            <a:ext cx="937228" cy="937228"/>
            <a:chOff x="2712706" y="3005775"/>
            <a:chExt cx="937228" cy="937228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E003B78-FB13-3508-301A-2F6E57BAE478}"/>
                </a:ext>
              </a:extLst>
            </p:cNvPr>
            <p:cNvSpPr/>
            <p:nvPr/>
          </p:nvSpPr>
          <p:spPr>
            <a:xfrm>
              <a:off x="2712706" y="3005775"/>
              <a:ext cx="937228" cy="93722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CE3F989E-8951-3E1C-CE0A-2CDC5C03306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08737" y="3208353"/>
              <a:ext cx="545166" cy="545166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4293399-5F48-D560-F09A-4808081166FC}"/>
              </a:ext>
            </a:extLst>
          </p:cNvPr>
          <p:cNvGrpSpPr/>
          <p:nvPr/>
        </p:nvGrpSpPr>
        <p:grpSpPr>
          <a:xfrm>
            <a:off x="4618743" y="2786700"/>
            <a:ext cx="937228" cy="937228"/>
            <a:chOff x="4653826" y="3005775"/>
            <a:chExt cx="937228" cy="937228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C78CBF6-F836-E1E6-2BCE-DBAEB6AFABBC}"/>
                </a:ext>
              </a:extLst>
            </p:cNvPr>
            <p:cNvSpPr/>
            <p:nvPr/>
          </p:nvSpPr>
          <p:spPr>
            <a:xfrm>
              <a:off x="4653826" y="3005775"/>
              <a:ext cx="937228" cy="93722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936AA124-140E-93A7-CFCF-560E25B3A85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867603" y="3223569"/>
              <a:ext cx="509674" cy="509674"/>
            </a:xfrm>
            <a:prstGeom prst="rect">
              <a:avLst/>
            </a:prstGeom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B29E5E4-D032-6CCD-F781-D814E2962C22}"/>
              </a:ext>
            </a:extLst>
          </p:cNvPr>
          <p:cNvGrpSpPr/>
          <p:nvPr/>
        </p:nvGrpSpPr>
        <p:grpSpPr>
          <a:xfrm>
            <a:off x="6552700" y="2786700"/>
            <a:ext cx="937228" cy="937228"/>
            <a:chOff x="6601706" y="3005775"/>
            <a:chExt cx="937228" cy="937228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ED1EDDC-7E6A-B1D1-F9A9-D4A94A60A5E9}"/>
                </a:ext>
              </a:extLst>
            </p:cNvPr>
            <p:cNvSpPr/>
            <p:nvPr/>
          </p:nvSpPr>
          <p:spPr>
            <a:xfrm>
              <a:off x="6601706" y="3005775"/>
              <a:ext cx="937228" cy="93722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id="{0E016AF0-20EA-4326-B518-A139F75E4B6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777551" y="3179151"/>
              <a:ext cx="585538" cy="611854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AAD72E6-7624-997B-80D7-AB77BBB89B84}"/>
              </a:ext>
            </a:extLst>
          </p:cNvPr>
          <p:cNvGrpSpPr/>
          <p:nvPr/>
        </p:nvGrpSpPr>
        <p:grpSpPr>
          <a:xfrm>
            <a:off x="8486657" y="2817728"/>
            <a:ext cx="937228" cy="937228"/>
            <a:chOff x="8553556" y="3036803"/>
            <a:chExt cx="937228" cy="937228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51BC4D1A-F60A-CC2B-2D3C-E48CDA522E1A}"/>
                </a:ext>
              </a:extLst>
            </p:cNvPr>
            <p:cNvSpPr/>
            <p:nvPr/>
          </p:nvSpPr>
          <p:spPr>
            <a:xfrm>
              <a:off x="8553556" y="3036803"/>
              <a:ext cx="937228" cy="93722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7BA4D6EF-8A60-CDE6-9926-7F39883DAD7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788283" y="3248753"/>
              <a:ext cx="472652" cy="472652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0D369D0-1DB5-1F3A-544A-94D29E785138}"/>
              </a:ext>
            </a:extLst>
          </p:cNvPr>
          <p:cNvGrpSpPr/>
          <p:nvPr/>
        </p:nvGrpSpPr>
        <p:grpSpPr>
          <a:xfrm>
            <a:off x="10420612" y="2786700"/>
            <a:ext cx="937228" cy="937228"/>
            <a:chOff x="10420612" y="3005775"/>
            <a:chExt cx="937228" cy="937228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0F664BC3-9227-B40E-B7A0-B7991C5AC55D}"/>
                </a:ext>
              </a:extLst>
            </p:cNvPr>
            <p:cNvSpPr/>
            <p:nvPr/>
          </p:nvSpPr>
          <p:spPr>
            <a:xfrm>
              <a:off x="10420612" y="3005775"/>
              <a:ext cx="937228" cy="93722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2"/>
              </a:solidFill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842CDA09-3916-2F9D-4BA5-91CE0C762C5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626781" y="3220384"/>
              <a:ext cx="524891" cy="524891"/>
            </a:xfrm>
            <a:prstGeom prst="rect">
              <a:avLst/>
            </a:prstGeom>
          </p:spPr>
        </p:pic>
      </p:grpSp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78BBA6D8-5321-8691-3195-EB6993CCDA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9683587"/>
              </p:ext>
            </p:extLst>
          </p:nvPr>
        </p:nvGraphicFramePr>
        <p:xfrm>
          <a:off x="305360" y="1695450"/>
          <a:ext cx="11631204" cy="43191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8534">
                  <a:extLst>
                    <a:ext uri="{9D8B030D-6E8A-4147-A177-3AD203B41FA5}">
                      <a16:colId xmlns:a16="http://schemas.microsoft.com/office/drawing/2014/main" val="896242949"/>
                    </a:ext>
                  </a:extLst>
                </a:gridCol>
                <a:gridCol w="1938534">
                  <a:extLst>
                    <a:ext uri="{9D8B030D-6E8A-4147-A177-3AD203B41FA5}">
                      <a16:colId xmlns:a16="http://schemas.microsoft.com/office/drawing/2014/main" val="2274651990"/>
                    </a:ext>
                  </a:extLst>
                </a:gridCol>
                <a:gridCol w="1938534">
                  <a:extLst>
                    <a:ext uri="{9D8B030D-6E8A-4147-A177-3AD203B41FA5}">
                      <a16:colId xmlns:a16="http://schemas.microsoft.com/office/drawing/2014/main" val="3623323588"/>
                    </a:ext>
                  </a:extLst>
                </a:gridCol>
                <a:gridCol w="1938534">
                  <a:extLst>
                    <a:ext uri="{9D8B030D-6E8A-4147-A177-3AD203B41FA5}">
                      <a16:colId xmlns:a16="http://schemas.microsoft.com/office/drawing/2014/main" val="919603458"/>
                    </a:ext>
                  </a:extLst>
                </a:gridCol>
                <a:gridCol w="1938534">
                  <a:extLst>
                    <a:ext uri="{9D8B030D-6E8A-4147-A177-3AD203B41FA5}">
                      <a16:colId xmlns:a16="http://schemas.microsoft.com/office/drawing/2014/main" val="2691557273"/>
                    </a:ext>
                  </a:extLst>
                </a:gridCol>
                <a:gridCol w="1938534">
                  <a:extLst>
                    <a:ext uri="{9D8B030D-6E8A-4147-A177-3AD203B41FA5}">
                      <a16:colId xmlns:a16="http://schemas.microsoft.com/office/drawing/2014/main" val="2131069885"/>
                    </a:ext>
                  </a:extLst>
                </a:gridCol>
              </a:tblGrid>
              <a:tr h="381143">
                <a:tc>
                  <a:txBody>
                    <a:bodyPr/>
                    <a:lstStyle/>
                    <a:p>
                      <a:pPr marL="0" marR="0" lvl="0" indent="0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ES" sz="1050" b="0" noProof="0" dirty="0">
                          <a:solidFill>
                            <a:schemeClr val="bg2"/>
                          </a:solidFill>
                          <a:latin typeface="+mn-lt"/>
                          <a:cs typeface="Arial"/>
                        </a:rPr>
                        <a:t>Validación de alcance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endParaRPr lang="es-ES" sz="1050" b="0" noProof="0" dirty="0">
                        <a:solidFill>
                          <a:schemeClr val="bg2"/>
                        </a:solidFill>
                        <a:latin typeface="+mn-lt"/>
                        <a:cs typeface="Arial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s-ES" sz="1050" b="0" noProof="0" dirty="0">
                          <a:solidFill>
                            <a:schemeClr val="bg2"/>
                          </a:solidFill>
                          <a:latin typeface="+mn-lt"/>
                          <a:cs typeface="Arial"/>
                        </a:rPr>
                        <a:t>Validación de datos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s-ES" sz="1050" b="0" noProof="0" dirty="0">
                          <a:solidFill>
                            <a:schemeClr val="bg2"/>
                          </a:solidFill>
                          <a:latin typeface="+mn-lt"/>
                          <a:cs typeface="Arial"/>
                        </a:rPr>
                        <a:t>Validación de hallazgos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endParaRPr lang="es-ES" sz="1050" b="0" noProof="0" dirty="0">
                        <a:solidFill>
                          <a:schemeClr val="bg2"/>
                        </a:solidFill>
                        <a:latin typeface="+mn-lt"/>
                        <a:cs typeface="Arial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endParaRPr lang="es-E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uLnTx/>
                        <a:uFillTx/>
                        <a:latin typeface="+mn-lt"/>
                        <a:cs typeface="Segoe UI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3326579"/>
                  </a:ext>
                </a:extLst>
              </a:tr>
              <a:tr h="610852">
                <a:tc>
                  <a:txBody>
                    <a:bodyPr/>
                    <a:lstStyle/>
                    <a:p>
                      <a:pPr marL="0" marR="0" lvl="0" indent="0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ES" sz="1200" b="1" noProof="0" dirty="0">
                          <a:solidFill>
                            <a:schemeClr val="tx1"/>
                          </a:solidFill>
                          <a:latin typeface="+mn-lt"/>
                        </a:rPr>
                        <a:t>1. </a:t>
                      </a:r>
                    </a:p>
                    <a:p>
                      <a:pPr marL="0" marR="0" lvl="0" indent="0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ES" sz="1200" b="1" noProof="0" dirty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Diseño del modelo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s-ES" sz="1200" b="1" noProof="0" dirty="0">
                          <a:solidFill>
                            <a:schemeClr val="tx1"/>
                          </a:solidFill>
                          <a:latin typeface="+mn-lt"/>
                        </a:rPr>
                        <a:t>2. </a:t>
                      </a:r>
                    </a:p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s-ES" sz="1200" b="1" noProof="0" dirty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Recolección de datos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s-ES" sz="1200" b="1" noProof="0" dirty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3. </a:t>
                      </a:r>
                    </a:p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s-ES" sz="1200" b="1" noProof="0" err="1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VoBo</a:t>
                      </a:r>
                      <a:r>
                        <a:rPr lang="es-ES" sz="1200" b="1" noProof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 datos</a:t>
                      </a:r>
                      <a:endParaRPr lang="es-ES" sz="1200" b="1" noProof="0" dirty="0">
                        <a:solidFill>
                          <a:schemeClr val="tx1"/>
                        </a:solidFill>
                        <a:latin typeface="+mn-lt"/>
                        <a:cs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s-ES" sz="1200" b="1" noProof="0" dirty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4. </a:t>
                      </a:r>
                    </a:p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s-ES" sz="1200" b="1" noProof="0" dirty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Modelo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s-ES" sz="1200" b="1" noProof="0" dirty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5. </a:t>
                      </a:r>
                    </a:p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s-ES" sz="1200" b="1" noProof="0" dirty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Reporte Final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s-ES" sz="1200" b="1" noProof="0" dirty="0">
                          <a:solidFill>
                            <a:schemeClr val="tx1"/>
                          </a:solidFill>
                          <a:latin typeface="+mn-lt"/>
                        </a:rPr>
                        <a:t>6. </a:t>
                      </a:r>
                    </a:p>
                    <a:p>
                      <a:pPr>
                        <a:spcBef>
                          <a:spcPts val="0"/>
                        </a:spcBef>
                        <a:defRPr/>
                      </a:pPr>
                      <a:r>
                        <a:rPr lang="es-ES" sz="1200" b="1" noProof="0" dirty="0">
                          <a:solidFill>
                            <a:schemeClr val="tx1"/>
                          </a:solidFill>
                          <a:latin typeface="+mn-lt"/>
                          <a:cs typeface="Segoe UI"/>
                        </a:rPr>
                        <a:t>Simulaciones</a:t>
                      </a:r>
                      <a:endParaRPr lang="es-E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cs typeface="Segoe UI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2138411"/>
                  </a:ext>
                </a:extLst>
              </a:tr>
              <a:tr h="1151130">
                <a:tc>
                  <a:txBody>
                    <a:bodyPr/>
                    <a:lstStyle/>
                    <a:p>
                      <a:endParaRPr lang="es-E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100" b="1" noProof="0" dirty="0">
                        <a:solidFill>
                          <a:schemeClr val="tx1"/>
                        </a:solidFill>
                        <a:cs typeface="Arial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100" b="1" noProof="0" dirty="0">
                        <a:solidFill>
                          <a:schemeClr val="tx1"/>
                        </a:solidFill>
                        <a:cs typeface="Arial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100" b="1" noProof="0" dirty="0">
                        <a:solidFill>
                          <a:schemeClr val="tx1"/>
                        </a:solidFill>
                        <a:cs typeface="Arial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100" b="1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890530"/>
                  </a:ext>
                </a:extLst>
              </a:tr>
              <a:tr h="438674">
                <a:tc>
                  <a:txBody>
                    <a:bodyPr/>
                    <a:lstStyle/>
                    <a:p>
                      <a:r>
                        <a:rPr lang="es-ES" sz="1100" b="0" noProof="0" dirty="0">
                          <a:solidFill>
                            <a:schemeClr val="tx2"/>
                          </a:solidFill>
                        </a:rPr>
                        <a:t>Junta de </a:t>
                      </a:r>
                      <a:r>
                        <a:rPr lang="es-ES" sz="1100" b="0" noProof="0" dirty="0" err="1">
                          <a:solidFill>
                            <a:schemeClr val="tx2"/>
                          </a:solidFill>
                        </a:rPr>
                        <a:t>kick</a:t>
                      </a:r>
                      <a:r>
                        <a:rPr lang="es-ES" sz="1100" b="0" noProof="0" dirty="0">
                          <a:solidFill>
                            <a:schemeClr val="tx2"/>
                          </a:solidFill>
                        </a:rPr>
                        <a:t>-off</a:t>
                      </a:r>
                      <a:endParaRPr lang="es-ES" sz="1100" b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100" b="0" noProof="0" dirty="0">
                          <a:solidFill>
                            <a:schemeClr val="tx2"/>
                          </a:solidFill>
                          <a:cs typeface="Arial"/>
                        </a:rPr>
                        <a:t>Recolección y validación de datos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100" b="0" noProof="0" dirty="0">
                          <a:solidFill>
                            <a:schemeClr val="tx2"/>
                          </a:solidFill>
                          <a:cs typeface="Arial"/>
                        </a:rPr>
                        <a:t>Revisión de datos a modelar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100" b="0" noProof="0" dirty="0">
                          <a:solidFill>
                            <a:schemeClr val="tx2"/>
                          </a:solidFill>
                        </a:rPr>
                        <a:t>Presentación resultados del modelo</a:t>
                      </a:r>
                      <a:endParaRPr lang="es-ES" sz="1100" b="0" noProof="0" dirty="0">
                        <a:solidFill>
                          <a:schemeClr val="tx2"/>
                        </a:solidFill>
                        <a:cs typeface="Arial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100" b="0" noProof="0" dirty="0">
                          <a:solidFill>
                            <a:schemeClr val="tx2"/>
                          </a:solidFill>
                        </a:rPr>
                        <a:t>Entrega final del reporte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100" b="0" dirty="0">
                          <a:solidFill>
                            <a:schemeClr val="tx2"/>
                          </a:solidFill>
                        </a:rPr>
                        <a:t>Simulaciones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7292300"/>
                  </a:ext>
                </a:extLst>
              </a:tr>
              <a:tr h="990076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s-ES" sz="1000" b="0" noProof="0" dirty="0">
                          <a:cs typeface="Arial"/>
                        </a:rPr>
                        <a:t>Especificaciones</a:t>
                      </a:r>
                    </a:p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s-ES" sz="1000" b="0" noProof="0" dirty="0"/>
                        <a:t>Mapeo de contactos</a:t>
                      </a:r>
                      <a:endParaRPr lang="es-ES" sz="1000" b="0" noProof="0" dirty="0">
                        <a:cs typeface="Arial"/>
                      </a:endParaRP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0" noProof="0" dirty="0"/>
                        <a:t>Descriptivos y transformación de variables 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s-ES" sz="1000" b="0" noProof="0" dirty="0"/>
                        <a:t>Presentación descriptivos a cliente</a:t>
                      </a:r>
                    </a:p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s-ES" sz="1000" b="0" noProof="0" dirty="0" err="1"/>
                        <a:t>VoBo</a:t>
                      </a:r>
                      <a:r>
                        <a:rPr lang="es-ES" sz="1000" b="0" noProof="0" dirty="0"/>
                        <a:t> de datos por parte del cliente </a:t>
                      </a:r>
                      <a:endParaRPr lang="es-ES" sz="1000" b="0" noProof="0" dirty="0">
                        <a:cs typeface="Arial"/>
                      </a:endParaRPr>
                    </a:p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s-ES" sz="1000" b="0" noProof="0" dirty="0"/>
                        <a:t>Cierre y fijación de datos</a:t>
                      </a:r>
                      <a:endParaRPr lang="es-ES" sz="1000" b="0" noProof="0" dirty="0">
                        <a:cs typeface="Arial"/>
                      </a:endParaRP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s-ES" sz="1000" b="0" noProof="0" dirty="0">
                          <a:cs typeface="Arial"/>
                        </a:rPr>
                        <a:t>Presentación base</a:t>
                      </a:r>
                    </a:p>
                    <a:p>
                      <a:pPr marL="171450" indent="-171450" algn="l">
                        <a:spcBef>
                          <a:spcPts val="600"/>
                        </a:spcBef>
                        <a:buFontTx/>
                        <a:buChar char="-"/>
                      </a:pPr>
                      <a:r>
                        <a:rPr lang="es-ES" sz="1000" b="0" noProof="0" dirty="0">
                          <a:cs typeface="Arial"/>
                        </a:rPr>
                        <a:t>Contribuciones</a:t>
                      </a:r>
                    </a:p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s-ES" sz="1000" b="0" noProof="0" dirty="0">
                          <a:cs typeface="Arial"/>
                        </a:rPr>
                        <a:t>Revisión preliminar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000" b="0" noProof="0" dirty="0"/>
                        <a:t>Sesión de presentación de resultados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ES" sz="1000" b="0" noProof="0" dirty="0"/>
                        <a:t>Contribuciones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ES" sz="1000" b="0" noProof="0" dirty="0"/>
                        <a:t>ROI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s-ES" sz="1000" b="0" noProof="0" dirty="0"/>
                        <a:t>Curvas de saturación 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0" noProof="0" dirty="0"/>
                        <a:t>Escenarios de simulación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941408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s-ES" sz="1000" b="1" i="0" noProof="0" dirty="0">
                          <a:cs typeface="Arial"/>
                        </a:rPr>
                        <a:t>Semana 0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1" i="0" noProof="0" dirty="0"/>
                        <a:t>Semana 1-3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s-ES" sz="1000" b="1" i="0" noProof="0" dirty="0">
                          <a:cs typeface="Arial"/>
                        </a:rPr>
                        <a:t>Semana 4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s-ES" sz="1000" b="1" i="0" noProof="0" dirty="0">
                          <a:cs typeface="Arial"/>
                        </a:rPr>
                        <a:t>Semana 5-11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s-ES" sz="1000" b="1" i="0" noProof="0" dirty="0"/>
                        <a:t>Semana 17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1" i="0" noProof="0" dirty="0"/>
                        <a:t>A partir de semana 17</a:t>
                      </a:r>
                    </a:p>
                  </a:txBody>
                  <a:tcPr>
                    <a:lnT w="381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800762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s-ES" sz="1000" b="0" noProof="0" dirty="0">
                          <a:cs typeface="Arial"/>
                        </a:rPr>
                        <a:t>%d-%m-%Y</a:t>
                      </a:r>
                    </a:p>
                  </a:txBody>
                  <a:tcPr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0" noProof="0" dirty="0">
                          <a:cs typeface="Arial"/>
                        </a:rPr>
                        <a:t>%d-%m-%Y</a:t>
                      </a:r>
                      <a:endParaRPr lang="es-ES" sz="1000" b="0" noProof="0" dirty="0"/>
                    </a:p>
                  </a:txBody>
                  <a:tcPr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s-ES" sz="1000" b="0" noProof="0" dirty="0">
                          <a:cs typeface="Arial"/>
                        </a:rPr>
                        <a:t>%d-%m-%Y</a:t>
                      </a:r>
                    </a:p>
                  </a:txBody>
                  <a:tcPr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</a:pPr>
                      <a:r>
                        <a:rPr lang="es-ES" sz="1000" b="0" noProof="0" dirty="0">
                          <a:cs typeface="Arial"/>
                        </a:rPr>
                        <a:t>%d-%m-%Y</a:t>
                      </a:r>
                    </a:p>
                  </a:txBody>
                  <a:tcPr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s-ES" sz="1000" b="0" noProof="0" dirty="0">
                          <a:cs typeface="Arial"/>
                        </a:rPr>
                        <a:t>%d-%m-%Y</a:t>
                      </a:r>
                      <a:endParaRPr lang="es-ES" sz="1000" b="0" noProof="0" dirty="0"/>
                    </a:p>
                  </a:txBody>
                  <a:tcPr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0" noProof="0" dirty="0">
                          <a:cs typeface="Arial"/>
                        </a:rPr>
                        <a:t>%d-%m-%Y</a:t>
                      </a:r>
                      <a:endParaRPr lang="es-ES" sz="1000" b="0" noProof="0" dirty="0"/>
                    </a:p>
                  </a:txBody>
                  <a:tcPr>
                    <a:lnT w="38100" cmpd="sng">
                      <a:noFill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582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6810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A1795-CA75-7357-FF78-7DCB9D46C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D4717-9CB8-AC9B-5B96-D6B414600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 dirty="0"/>
              <a:t>Ficha técnica del modelo (1/2)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086F7B-C4C9-0BDB-AEFE-37963463AAF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59999" y="1709738"/>
            <a:ext cx="7548588" cy="3999600"/>
          </a:xfrm>
        </p:spPr>
        <p:txBody>
          <a:bodyPr/>
          <a:lstStyle/>
          <a:p>
            <a:r>
              <a:rPr lang="es-ES" b="1" noProof="0" dirty="0">
                <a:solidFill>
                  <a:schemeClr val="tx2"/>
                </a:solidFill>
              </a:rPr>
              <a:t>Categoría</a:t>
            </a:r>
            <a:r>
              <a:rPr lang="es-ES" noProof="0" dirty="0"/>
              <a:t>: </a:t>
            </a:r>
            <a:r>
              <a:rPr lang="es-ES" noProof="0" dirty="0" err="1"/>
              <a:t>xxx</a:t>
            </a:r>
            <a:endParaRPr lang="es-ES" noProof="0" dirty="0"/>
          </a:p>
          <a:p>
            <a:r>
              <a:rPr lang="es-ES" b="1" noProof="0" dirty="0">
                <a:solidFill>
                  <a:schemeClr val="tx2"/>
                </a:solidFill>
              </a:rPr>
              <a:t>Marca</a:t>
            </a:r>
            <a:r>
              <a:rPr lang="es-ES" noProof="0" dirty="0"/>
              <a:t>: </a:t>
            </a:r>
            <a:r>
              <a:rPr lang="es-ES" noProof="0" dirty="0" err="1"/>
              <a:t>xxx</a:t>
            </a:r>
            <a:endParaRPr lang="es-ES" noProof="0" dirty="0"/>
          </a:p>
          <a:p>
            <a:r>
              <a:rPr lang="es-ES" b="1" noProof="0" dirty="0">
                <a:solidFill>
                  <a:schemeClr val="tx2"/>
                </a:solidFill>
              </a:rPr>
              <a:t>Periodo</a:t>
            </a:r>
            <a:r>
              <a:rPr lang="es-ES" noProof="0" dirty="0"/>
              <a:t>: </a:t>
            </a:r>
            <a:r>
              <a:rPr lang="es-ES" noProof="0" dirty="0" err="1"/>
              <a:t>xxx</a:t>
            </a:r>
            <a:endParaRPr lang="es-ES" noProof="0" dirty="0"/>
          </a:p>
          <a:p>
            <a:r>
              <a:rPr lang="es-ES" b="1" noProof="0" dirty="0">
                <a:solidFill>
                  <a:schemeClr val="tx2"/>
                </a:solidFill>
              </a:rPr>
              <a:t>Periodicidad del análisis</a:t>
            </a:r>
            <a:r>
              <a:rPr lang="es-ES" noProof="0" dirty="0"/>
              <a:t>: </a:t>
            </a:r>
            <a:r>
              <a:rPr lang="es-ES" noProof="0" dirty="0" err="1"/>
              <a:t>xxx</a:t>
            </a:r>
            <a:endParaRPr lang="es-ES" noProof="0" dirty="0"/>
          </a:p>
          <a:p>
            <a:r>
              <a:rPr lang="es-ES" b="1" noProof="0" dirty="0">
                <a:solidFill>
                  <a:schemeClr val="tx2"/>
                </a:solidFill>
              </a:rPr>
              <a:t>Cortes para análisis</a:t>
            </a:r>
            <a:r>
              <a:rPr lang="es-ES" noProof="0" dirty="0"/>
              <a:t>: </a:t>
            </a:r>
            <a:r>
              <a:rPr lang="es-ES" noProof="0" dirty="0" err="1"/>
              <a:t>xxx</a:t>
            </a:r>
            <a:endParaRPr lang="es-ES" noProof="0" dirty="0"/>
          </a:p>
          <a:p>
            <a:r>
              <a:rPr lang="es-ES" b="1" noProof="0" dirty="0">
                <a:solidFill>
                  <a:schemeClr val="tx2"/>
                </a:solidFill>
              </a:rPr>
              <a:t>Cobertura</a:t>
            </a:r>
            <a:r>
              <a:rPr lang="es-ES" noProof="0" dirty="0"/>
              <a:t>: </a:t>
            </a:r>
            <a:r>
              <a:rPr lang="es-ES" noProof="0" dirty="0" err="1"/>
              <a:t>xxx</a:t>
            </a:r>
            <a:endParaRPr lang="es-ES" noProof="0" dirty="0"/>
          </a:p>
          <a:p>
            <a:r>
              <a:rPr lang="es-ES" b="1" noProof="0" dirty="0">
                <a:solidFill>
                  <a:schemeClr val="tx2"/>
                </a:solidFill>
              </a:rPr>
              <a:t>Canal de ventas</a:t>
            </a:r>
            <a:r>
              <a:rPr lang="es-ES" noProof="0" dirty="0"/>
              <a:t>: </a:t>
            </a:r>
            <a:r>
              <a:rPr lang="es-ES" noProof="0" dirty="0" err="1"/>
              <a:t>xxx</a:t>
            </a:r>
            <a:endParaRPr lang="es-ES" noProof="0" dirty="0"/>
          </a:p>
          <a:p>
            <a:r>
              <a:rPr lang="es-ES" b="1" noProof="0" dirty="0">
                <a:solidFill>
                  <a:schemeClr val="tx2"/>
                </a:solidFill>
              </a:rPr>
              <a:t>Variable dependiente</a:t>
            </a:r>
            <a:r>
              <a:rPr lang="es-ES" noProof="0" dirty="0"/>
              <a:t>: </a:t>
            </a:r>
            <a:r>
              <a:rPr lang="es-ES" noProof="0" dirty="0" err="1"/>
              <a:t>xxx</a:t>
            </a:r>
            <a:endParaRPr lang="es-ES" noProof="0" dirty="0"/>
          </a:p>
          <a:p>
            <a:endParaRPr lang="es-ES" noProof="0" dirty="0"/>
          </a:p>
          <a:p>
            <a:endParaRPr lang="es-ES" noProof="0" dirty="0"/>
          </a:p>
          <a:p>
            <a:endParaRPr lang="es-ES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9E25486-9BFA-6F52-1B44-1D25350371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075BF7-661F-614E-102F-FF6445DD55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s-ES" sz="1000" noProof="0">
                <a:solidFill>
                  <a:schemeClr val="tx1"/>
                </a:solidFill>
              </a:rPr>
              <a:t>© Kantar 2024 | </a:t>
            </a:r>
            <a:fld id="{4034BEE3-566C-4068-A777-C3A4762E861B}" type="slidenum">
              <a:rPr lang="es-ES" noProof="0" smtClean="0"/>
              <a:pPr/>
              <a:t>7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672440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Ficha técnica del modelo (2/2)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429333"/>
              </p:ext>
            </p:extLst>
          </p:nvPr>
        </p:nvGraphicFramePr>
        <p:xfrm>
          <a:off x="356616" y="1732788"/>
          <a:ext cx="11466576" cy="8252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3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33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933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93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933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endParaRPr/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endParaRPr/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endParaRPr/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endParaRPr/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endParaRPr/>
                    </a:p>
                  </a:txBody>
                  <a:tcPr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rowSpan="31"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Medios pagados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rPr dirty="0"/>
                        <a:t>E-commerce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rPr dirty="0"/>
                        <a:t>Amazon Display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Impresiones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dirty="0"/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Amazon 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dirty="0"/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rPr dirty="0" err="1"/>
                        <a:t>Medios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tradicionales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Cine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rPr dirty="0"/>
                        <a:t>DOOH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dirty="0"/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rPr dirty="0"/>
                        <a:t>OOH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Materiales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dirty="0"/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rPr dirty="0"/>
                        <a:t>Radio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rowSpan="12"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rPr dirty="0" err="1"/>
                        <a:t>Impresiones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rowSpan="5"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Redes sociales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rPr dirty="0"/>
                        <a:t>Facebook Consider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rPr dirty="0"/>
                        <a:t>Facebook Encounter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rPr dirty="0"/>
                        <a:t>Facebook Purchase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rPr dirty="0"/>
                        <a:t>Facebook Repurchase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Tik Tok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rPr dirty="0"/>
                        <a:t>Google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Streaming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rPr dirty="0"/>
                        <a:t>Amazon Prime Video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rPr dirty="0"/>
                        <a:t>Spotify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rPr dirty="0" err="1"/>
                        <a:t>Youtube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rowSpan="7"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TV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rPr dirty="0"/>
                        <a:t>Azteca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rPr dirty="0"/>
                        <a:t>CTV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Open TV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Frecuencia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rPr dirty="0"/>
                        <a:t>Reach 1+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dirty="0"/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rPr dirty="0"/>
                        <a:t>Reach 3+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dirty="0"/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rPr dirty="0"/>
                        <a:t>TRPs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Pay TV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rowSpan="9"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Web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Adsmovil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rowSpan="9"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Impresiones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Contenido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Criteo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Demand 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Digital Wifi Metro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Dynamic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Estandar Banner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PMAX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Teads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Nominal Dist.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Nominal Dist.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Nominal Dist.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Price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Price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Price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$/L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Pricing Discount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Pricing Discount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Pricing Discount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Sales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Sales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Sales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dirty="0"/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Ventas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2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Ventas de la categoría – $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56616" y="1709928"/>
          <a:ext cx="11466576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Ventas de la categoría – 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56616" y="1709928"/>
          <a:ext cx="11466576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Ventas de la categoría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56616" y="1709928"/>
          <a:ext cx="5623560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199632" y="1709928"/>
          <a:ext cx="5623560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Ventas de la marca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56616" y="1709928"/>
          <a:ext cx="5623560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199632" y="1709928"/>
          <a:ext cx="5623560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Ventas en volumen (miles L)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56616" y="1709928"/>
          <a:ext cx="11466576" cy="1394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0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80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80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80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380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380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380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endParaRPr/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FY'22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FY'23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FY'24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FY'22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FY'23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FY'24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 Carnation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77,396.4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77,343.2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79,150.8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Alpura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4,668.3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4,948.4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3,161.9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-36.1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85,389.6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86,340.9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88,504.5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Controlled Label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2,268.5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3,033.5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5,009.2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33.7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65.1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Lala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573.6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533.8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574.5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-6.9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7.6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Ventas en ingreso (millones MXN)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56616" y="1709928"/>
          <a:ext cx="11466576" cy="1394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0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80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80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80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380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380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380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endParaRPr/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FY'22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FY'23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FY'24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FY'22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FY'23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FY'24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 Carnation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3,925.0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4,421.2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4,588.5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12.6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3.8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Alpura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217.1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252.2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175.9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16.2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-30.3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4,294.7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4,883.4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5,077.7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13.7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Controlled Label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102.4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154.9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248.7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51.3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60.5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Lala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29.7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32.7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35.0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9.9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7.3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Variables de marca, categoría y macroeconómicas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3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Distribución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56616" y="1709928"/>
          <a:ext cx="11466576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Precio de la marca y serie de descuento ##AJUSTAR ESCALA DEL GRAFICO##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56616" y="1709928"/>
          <a:ext cx="11466576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Precio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56616" y="1709928"/>
          <a:ext cx="11466576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Macroeconómicos – INPC Alimentos y bebidas Mensual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56616" y="1709928"/>
          <a:ext cx="11466576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Medios pagados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4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Inversión en medios pagados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56616" y="1709928"/>
          <a:ext cx="11466576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Inversion en medios vs ventas en volumen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56616" y="1709928"/>
          <a:ext cx="5623560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199632" y="1709928"/>
          <a:ext cx="5623560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Inversion en medios vs ventas en volumen ### GRAFICO DE VENTAS ENCIMA: PIMPEAR ###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56616" y="1709928"/>
          <a:ext cx="11466576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4886266"/>
              </p:ext>
            </p:extLst>
          </p:nvPr>
        </p:nvGraphicFramePr>
        <p:xfrm>
          <a:off x="356616" y="1705356"/>
          <a:ext cx="11466576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Inversion en medios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56616" y="1709928"/>
          <a:ext cx="5623560" cy="3995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1157632"/>
              </p:ext>
            </p:extLst>
          </p:nvPr>
        </p:nvGraphicFramePr>
        <p:xfrm>
          <a:off x="6294882" y="430718"/>
          <a:ext cx="5623560" cy="873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2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2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2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29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29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2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2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2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endParaRPr/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endParaRPr/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rPr dirty="0"/>
                        <a:t>FY'22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rPr dirty="0"/>
                        <a:t>FY'23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rPr dirty="0"/>
                        <a:t>FY'24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FY'22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FY'23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FY'24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rowSpan="2"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E-commerce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Amazon Display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129.2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dirty="0"/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dirty="0"/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dirty="0"/>
                        <a:t>-100.0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Amazon 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194.6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dirty="0"/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dirty="0"/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-100.0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 rowSpan="4"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Medios tradicionales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Cine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dirty="0"/>
                        <a:t>1,275.0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inf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DOOH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282.2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inf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-100.0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OOH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226.8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7,970.0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13,236.6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dirty="0"/>
                        <a:t>3,413.5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66.1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Radio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dirty="0"/>
                        <a:t>900.0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inf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 rowSpan="5"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Redes sociales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Facebook Consider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2,823.3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1,709.9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2,019.2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dirty="0"/>
                        <a:t>-39.4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18.1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Facebook Encounter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5,668.6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3,256.4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dirty="0"/>
                        <a:t>7,400.4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dirty="0"/>
                        <a:t>-42.6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127.3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Facebook Purchase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1,256.7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540.0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dirty="0"/>
                        <a:t>1,108.3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-57.0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105.2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Facebook Repurchase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1,431.6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1,052.2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dirty="0"/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dirty="0"/>
                        <a:t>-26.5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-100.0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Tik Tok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926.6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2,792.8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inf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201.4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Google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498.0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514.3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dirty="0"/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3.3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-100.0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 rowSpan="3"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Streaming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Amazon Prime Video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dirty="0"/>
                        <a:t>801.3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dirty="0"/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inf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Spotify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936.0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dirty="0"/>
                        <a:t>inf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Youtube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7,535.9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4,643.4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dirty="0"/>
                        <a:t>2,101.6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-38.4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-54.7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8600">
                <a:tc rowSpan="4"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TV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Azteca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443.3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1,284.0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-100.0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dirty="0"/>
                        <a:t>inf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CTV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636.7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920.0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7,032.0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44.5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664.4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Open TV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23,927.2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16,869.5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21,524.3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-29.5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27.6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Pay TV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1,995.3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1,323.2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996.0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-33.7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dirty="0"/>
                        <a:t>-24.7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28600">
                <a:tc rowSpan="9"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Web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Adsmovil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1,586.0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inf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Contenido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500.0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287.0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-100.0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dirty="0"/>
                        <a:t>inf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Criteo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324.1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inf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Demand 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525.8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inf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-100.0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Digital Wifi Metro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300.0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inf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-100.0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Dynamic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259.3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-100.0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Estandar Banner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179.3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445.0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inf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148.2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PMAX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1,350.7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inf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Teads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709.5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730.1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dirty="0"/>
                        <a:t>-100.0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Actividad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medios</a:t>
            </a:r>
            <a:r>
              <a:rPr dirty="0"/>
              <a:t> </a:t>
            </a:r>
            <a:r>
              <a:rPr dirty="0" err="1"/>
              <a:t>pagados</a:t>
            </a:r>
            <a:r>
              <a:rPr dirty="0"/>
              <a:t> – Web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975104" y="1709928"/>
          <a:ext cx="9848088" cy="13075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56616" y="1709928"/>
            <a:ext cx="14630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Arial"/>
              </a:rPr>
              <a:t>Web Adsmovil Impresiones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975104" y="3035808"/>
          <a:ext cx="9848088" cy="13075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56616" y="3035808"/>
            <a:ext cx="14630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Arial"/>
              </a:rPr>
              <a:t>Web Contenido Impresiones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1975104" y="4361688"/>
          <a:ext cx="9848088" cy="1700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56616" y="4361688"/>
            <a:ext cx="14630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Arial"/>
              </a:rPr>
              <a:t>Web Criteo Impresiones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Actividad en medios pagados – Web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975104" y="1709928"/>
          <a:ext cx="9848088" cy="13075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56616" y="1709928"/>
            <a:ext cx="14630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Arial"/>
              </a:rPr>
              <a:t>Web Demand G Impresiones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975104" y="3035808"/>
          <a:ext cx="9848088" cy="13075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56616" y="3035808"/>
            <a:ext cx="14630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Arial"/>
              </a:rPr>
              <a:t>Web Digital Wifi Metro Impresiones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1975104" y="4361688"/>
          <a:ext cx="9848088" cy="1700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56616" y="4361688"/>
            <a:ext cx="14630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Arial"/>
              </a:rPr>
              <a:t>Web Dynamic Impresiones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Actividad en medios pagados – Web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975104" y="1709928"/>
          <a:ext cx="9848088" cy="13075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56616" y="1709928"/>
            <a:ext cx="14630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latin typeface="Arial"/>
              </a:rPr>
              <a:t>Web </a:t>
            </a:r>
            <a:r>
              <a:rPr sz="1200" dirty="0" err="1">
                <a:latin typeface="Arial"/>
              </a:rPr>
              <a:t>Estandar</a:t>
            </a:r>
            <a:r>
              <a:rPr sz="1200" dirty="0">
                <a:latin typeface="Arial"/>
              </a:rPr>
              <a:t> Banner </a:t>
            </a:r>
            <a:r>
              <a:rPr sz="1200" dirty="0" err="1">
                <a:latin typeface="Arial"/>
              </a:rPr>
              <a:t>Impresiones</a:t>
            </a:r>
            <a:endParaRPr sz="1200" dirty="0">
              <a:latin typeface="Arial"/>
            </a:endParaRP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975104" y="3035808"/>
          <a:ext cx="9848088" cy="13075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56616" y="3035808"/>
            <a:ext cx="14630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Arial"/>
              </a:rPr>
              <a:t>Web PMAX Impresiones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1975104" y="4361688"/>
          <a:ext cx="9848088" cy="1700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56616" y="4361688"/>
            <a:ext cx="14630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Arial"/>
              </a:rPr>
              <a:t>Web Teads Impresiones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Actividad en medios pagados – E-commerce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975104" y="1709928"/>
          <a:ext cx="9848088" cy="13075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56616" y="1709928"/>
            <a:ext cx="14630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Arial"/>
              </a:rPr>
              <a:t>E-commerce Amazon Display Impresiones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975104" y="3035808"/>
          <a:ext cx="9848088" cy="1700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56616" y="3035808"/>
            <a:ext cx="14630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Arial"/>
              </a:rPr>
              <a:t>E-commerce Amazon Search Impresiones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Actividad en medios pagados – Streaming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975104" y="1709928"/>
          <a:ext cx="9848088" cy="13075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56616" y="1709928"/>
            <a:ext cx="14630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latin typeface="Arial"/>
              </a:rPr>
              <a:t>Streaming Amazon Prime Video </a:t>
            </a:r>
            <a:r>
              <a:rPr sz="1200" dirty="0" err="1">
                <a:latin typeface="Arial"/>
              </a:rPr>
              <a:t>Impresiones</a:t>
            </a:r>
            <a:endParaRPr sz="1200" dirty="0">
              <a:latin typeface="Arial"/>
            </a:endParaRP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975104" y="3035808"/>
          <a:ext cx="9848088" cy="13075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56616" y="3035808"/>
            <a:ext cx="14630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Arial"/>
              </a:rPr>
              <a:t>Streaming Spotify Impresiones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1975104" y="4361688"/>
          <a:ext cx="9848088" cy="1700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56616" y="4361688"/>
            <a:ext cx="14630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Arial"/>
              </a:rPr>
              <a:t>Streaming Youtube Impresiones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Actividad en medios pagados – TV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975104" y="1709928"/>
          <a:ext cx="9848088" cy="13075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56616" y="1709928"/>
            <a:ext cx="14630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Arial"/>
              </a:rPr>
              <a:t>TV Azteca Impresiones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975104" y="3035808"/>
          <a:ext cx="9848088" cy="13075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56616" y="3035808"/>
            <a:ext cx="14630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Arial"/>
              </a:rPr>
              <a:t>TV CTV Impresiones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1975104" y="4361688"/>
          <a:ext cx="9848088" cy="1700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56616" y="4361688"/>
            <a:ext cx="14630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Arial"/>
              </a:rPr>
              <a:t>TV Open TV TRPs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Actividad en medios pagados – TV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975104" y="1709928"/>
          <a:ext cx="9848088" cy="13075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56616" y="1709928"/>
            <a:ext cx="14630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Arial"/>
              </a:rPr>
              <a:t>TV Pay TV TRPs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975104" y="3035808"/>
          <a:ext cx="9848088" cy="13075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56616" y="3035808"/>
            <a:ext cx="14630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Arial"/>
              </a:rPr>
              <a:t>TV Open TV Frecuencia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1975104" y="4361688"/>
          <a:ext cx="9848088" cy="1700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56616" y="4361688"/>
            <a:ext cx="14630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Arial"/>
              </a:rPr>
              <a:t>TV Open TV Reach 1+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Actividad en medios pagados – TV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975104" y="1709928"/>
          <a:ext cx="9848088" cy="1700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56616" y="1709928"/>
            <a:ext cx="14630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Arial"/>
              </a:rPr>
              <a:t>TV Open TV Reach 3+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Actividad en medios pagados – Medios tradicionales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975104" y="1709928"/>
          <a:ext cx="9848088" cy="13075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56616" y="1709928"/>
            <a:ext cx="14630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Arial"/>
              </a:rPr>
              <a:t>Medios tradicionales Cine Impresiones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975104" y="3035808"/>
          <a:ext cx="9848088" cy="13075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56616" y="3035808"/>
            <a:ext cx="14630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Arial"/>
              </a:rPr>
              <a:t>Medios tradicionales DOOH Impresiones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1975104" y="4361688"/>
          <a:ext cx="9848088" cy="1700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56616" y="4361688"/>
            <a:ext cx="14630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Arial"/>
              </a:rPr>
              <a:t>Medios tradicionales Radio Impresiones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Actividad en medios pagados – Medios tradicionales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975104" y="1709928"/>
          <a:ext cx="9848088" cy="1700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56616" y="1709928"/>
            <a:ext cx="14630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Arial"/>
              </a:rPr>
              <a:t>Medios tradicionales OOH Materiales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Actividad en medios pagados – Redes sociales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975104" y="1709928"/>
          <a:ext cx="9848088" cy="13075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56616" y="1709928"/>
            <a:ext cx="14630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Arial"/>
              </a:rPr>
              <a:t>Redes sociales Facebook Consider Impresiones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975104" y="3035808"/>
          <a:ext cx="9848088" cy="13075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56616" y="3035808"/>
            <a:ext cx="14630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Arial"/>
              </a:rPr>
              <a:t>Redes sociales Facebook Encounter Impresiones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1975104" y="4361688"/>
          <a:ext cx="9848088" cy="1700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56616" y="4361688"/>
            <a:ext cx="14630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Arial"/>
              </a:rPr>
              <a:t>Redes sociales Facebook Purchase Impresiones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Actividad en medios pagados – Redes sociales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3532145"/>
              </p:ext>
            </p:extLst>
          </p:nvPr>
        </p:nvGraphicFramePr>
        <p:xfrm>
          <a:off x="1975104" y="1709928"/>
          <a:ext cx="9848088" cy="13075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56616" y="1709928"/>
            <a:ext cx="14630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Arial"/>
              </a:rPr>
              <a:t>Redes sociales Facebook Repurchase Impresiones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975104" y="3035808"/>
          <a:ext cx="9848088" cy="1700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56616" y="3035808"/>
            <a:ext cx="14630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Arial"/>
              </a:rPr>
              <a:t>Redes sociales Tik Tok Impresiones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Actividad en medios pagados – Search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975104" y="1709928"/>
          <a:ext cx="9848088" cy="1700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56616" y="1709928"/>
            <a:ext cx="14630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Arial"/>
              </a:rPr>
              <a:t>Search Google Impresiones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Actividad en medios organicos – Medios orgánicos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975104" y="1709928"/>
          <a:ext cx="9848088" cy="13075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56616" y="1709928"/>
            <a:ext cx="14630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Arial"/>
              </a:rPr>
              <a:t>Medios orgánicos Facebook Impresiones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975104" y="3035808"/>
          <a:ext cx="9848088" cy="13075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56616" y="3035808"/>
            <a:ext cx="14630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Arial"/>
              </a:rPr>
              <a:t>Medios orgánicos Facebook Engagement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1975104" y="4361688"/>
          <a:ext cx="9848088" cy="1700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56616" y="4361688"/>
            <a:ext cx="14630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Arial"/>
              </a:rPr>
              <a:t>Medios orgánicos Instagram Impresiones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Actividad en medios organicos – Medios orgánicos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975104" y="1709928"/>
          <a:ext cx="9848088" cy="13075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56616" y="1709928"/>
            <a:ext cx="14630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 err="1">
                <a:latin typeface="Arial"/>
              </a:rPr>
              <a:t>Medios</a:t>
            </a:r>
            <a:r>
              <a:rPr sz="1200" dirty="0">
                <a:latin typeface="Arial"/>
              </a:rPr>
              <a:t> </a:t>
            </a:r>
            <a:r>
              <a:rPr sz="1200" dirty="0" err="1">
                <a:latin typeface="Arial"/>
              </a:rPr>
              <a:t>orgánicos</a:t>
            </a:r>
            <a:r>
              <a:rPr sz="1200" dirty="0">
                <a:latin typeface="Arial"/>
              </a:rPr>
              <a:t> Instagram Engagement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975104" y="3035808"/>
          <a:ext cx="9848088" cy="13075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56616" y="3035808"/>
            <a:ext cx="14630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Arial"/>
              </a:rPr>
              <a:t>Medios orgánicos TikTok Impresiones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1975104" y="4361688"/>
          <a:ext cx="9848088" cy="1700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56616" y="4361688"/>
            <a:ext cx="14630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Arial"/>
              </a:rPr>
              <a:t>Medios orgánicos TikTok Engagement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Actividad en medios organicos – Medios orgánicos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975104" y="1709928"/>
          <a:ext cx="9848088" cy="13075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56616" y="1709928"/>
            <a:ext cx="14630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Arial"/>
              </a:rPr>
              <a:t>Medios orgánicos Subsitio Carnation Visitas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975104" y="3035808"/>
          <a:ext cx="9848088" cy="13075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56616" y="3035808"/>
            <a:ext cx="14630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Arial"/>
              </a:rPr>
              <a:t>Medios orgánicos Sitio Recetas Nestlé Visitas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1975104" y="4361688"/>
          <a:ext cx="9848088" cy="1700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56616" y="4361688"/>
            <a:ext cx="14630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Arial"/>
              </a:rPr>
              <a:t>Medios orgánicos CRM Envíos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Costo por actividad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56616" y="1709928"/>
          <a:ext cx="11466576" cy="13373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0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80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80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80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380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380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380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endParaRPr/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FY'22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FY'23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FY'24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FY'22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FY'23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FY'24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Medios pagados Web Adsmovil Impresiones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15.67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Medios pagados E-commerce Amazon Display Impresiones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89.64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Medios pagados Streaming Amazon Prime Video Impresiones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5.95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Medios pagados E-commerce Amazon Search Impresiones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116.42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Medios pagados TV Azteca Impresiones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6.87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Medios pagados Medios tradicionales Cine Impresiones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2.86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Medios pagados Web Contenido Impresiones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Medios pagados Web Criteo Impresiones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46.31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Medios pagados TV CTV Impresiones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7.60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7.57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4.71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-0.44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-37.75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Medios pagados Web Demand G Impresiones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102.65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Medios pagados Web Digital Wifi Metro Impresiones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6.67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Medios pagados Medios tradicionales DOOH Impresiones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18.18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Medios pagados Web Dynamic Impresiones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8.19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Medios pagados Web Estandar Banner Impresiones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256.61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166.67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-35.05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Medios pagados Redes sociales Facebook Consider Impresiones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71.32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91.86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74.57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28.80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-18.82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Medios pagados Redes sociales Facebook Encounter Impresiones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134.71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58.81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29.43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-56.34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-49.95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Medios pagados Redes sociales Facebook Purchase Impresiones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72.35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137.14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82.04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89.55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-40.18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Medios pagados Redes sociales Facebook Repurchase Impresiones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45.50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84.24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85.12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Medios pagados Web PMAX Impresiones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56.91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Medios pagados Medios tradicionales Radio Impresiones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Medios pagados Search Google Impresiones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1.36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-24.29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Medios pagados Streaming Spotify Impresiones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4.75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Medios pagados Web Teads Impresiones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15.38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15.80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Medios pagados Redes sociales Tik Tok Impresiones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73.53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85.30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16.01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Medios pagados Streaming Youtube Impresiones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40.95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67.93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38.08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65.87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-43.95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Medios pagados TV Open TV TRPs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-10.35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-41.28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Medios pagados TV Open TV Frecuencia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-52.33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Medios pagados TV Open TV Reach 1+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-54.38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Medios pagados TV Open TV Reach 3+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-57.70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Medios pagados TV Pay TV TRPs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-0.14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Medios pagados Medios tradicionales OOH Materiales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Otros slides auxiliares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5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Actividad y spend por medio – Medios pagados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56616" y="1709928"/>
          <a:ext cx="562356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3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endParaRPr/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FY'22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FY'23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FY'24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FY'22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FY'23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FY'24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Web Adsmovil $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1,585,959.43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inf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Web Adsmovil Impresiones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17,186,195.00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inf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99632" y="1709928"/>
          <a:ext cx="562356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3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endParaRPr/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FY'22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FY'23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FY'24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FY'22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FY'23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FY'24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E-commerce Amazon Display $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129,165.05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-100.00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E-commerce Amazon Display Impresiones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11,386,839.00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-100.00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Actividad y spend por medio – Medios pagados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56616" y="1709928"/>
          <a:ext cx="562356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3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endParaRPr/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FY'22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FY'23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FY'24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FY'22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FY'23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FY'24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Streaming Amazon Prime Video $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801,328.23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inf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Streaming Amazon Prime Video Impresiones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4,771,233.00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inf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99632" y="1709928"/>
          <a:ext cx="562356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3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endParaRPr/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FY'22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FY'23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FY'24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FY'22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FY'23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FY'24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E-commerce Amazon Search $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194,638.00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-100.00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E-commerce Amazon Search Impresiones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23,175,107.75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-100.00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Actividad y spend por medio – Medios pagados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56616" y="1709928"/>
          <a:ext cx="562356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3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endParaRPr/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FY'22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FY'23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FY'24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FY'22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FY'23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FY'24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TV Azteca $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443,333.33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1,284,000.00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-100.00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inf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TV Azteca Impresiones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3,021,597.00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192,600.00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-100.00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inf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99632" y="1709928"/>
          <a:ext cx="562356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3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endParaRPr/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FY'22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FY'23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FY'24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FY'22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FY'23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FY'24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Medios tradicionales Cine $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1,275,000.00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inf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Medios tradicionales Cine Impresiones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3,642,857.14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inf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Actividad y spend por medio – Medios pagados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56616" y="1709928"/>
          <a:ext cx="562356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3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endParaRPr/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FY'22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FY'23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FY'24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FY'22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FY'23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FY'24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rPr dirty="0"/>
                        <a:t>Web </a:t>
                      </a:r>
                      <a:r>
                        <a:rPr dirty="0" err="1"/>
                        <a:t>Contenido</a:t>
                      </a:r>
                      <a:r>
                        <a:rPr dirty="0"/>
                        <a:t> $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dirty="0"/>
                        <a:t>500,000.00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287,000.00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-100.00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inf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rPr dirty="0"/>
                        <a:t>Web </a:t>
                      </a:r>
                      <a:r>
                        <a:rPr dirty="0" err="1"/>
                        <a:t>Contenido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Impresiones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200,000.00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100,000.00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-100.00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dirty="0"/>
                        <a:t>inf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99632" y="1709928"/>
          <a:ext cx="562356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3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endParaRPr/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FY'22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FY'23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FY'24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FY'22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FY'23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FY'24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Web Criteo $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324,088.87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inf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Web Criteo Impresiones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14,356,325.00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inf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Actividad y spend por medio – Medios pagados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56616" y="1709928"/>
          <a:ext cx="5623560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3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endParaRPr/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FY'22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FY'23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FY'24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FY'22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FY'23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FY'24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TV CTV $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636,666.29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919,951.86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7,031,991.45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44.50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664.39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TV CTV Impresiones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4,892,025.00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6,506,370.00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35,635,888.00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33.00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447.71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99632" y="1709928"/>
          <a:ext cx="5623560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3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endParaRPr/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FY'22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FY'23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FY'24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FY'22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FY'23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FY'24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Web Demand G $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525,768.25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inf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-100.00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Web Demand G Impresiones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56,887,207.00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inf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-100.00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Actividad y spend por medio – Medios pagados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56616" y="1709928"/>
          <a:ext cx="5623560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3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endParaRPr/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FY'22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FY'23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FY'24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FY'22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FY'23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FY'24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Web Digital Wifi Metro $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300,000.00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inf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-100.00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Web Digital Wifi Metro Impresiones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2,000,000.00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inf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-100.00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99632" y="1709928"/>
          <a:ext cx="5623560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3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endParaRPr/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FY'22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FY'23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FY'24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FY'22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FY'23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FY'24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Medios tradicionales DOOH $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282,228.36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inf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-100.00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Medios tradicionales DOOH Impresiones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5,131,424.71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inf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-100.00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Actividad y spend por medio – Medios pagados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56616" y="1709928"/>
          <a:ext cx="5623560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3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endParaRPr/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FY'22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FY'23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FY'24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FY'22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FY'23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FY'24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Web Dynamic $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259,306.00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-100.00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Web Dynamic Impresiones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2,112,347.00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-100.00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99632" y="1709928"/>
          <a:ext cx="5623560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3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endParaRPr/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FY'22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FY'23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FY'24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FY'22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FY'23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FY'24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Web Estandar Banner $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179,255.54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445,000.00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inf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148.25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Web Estandar Banner Impresiones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46,421,546.00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74,166,666.67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inf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59.77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Actividad y spend por medio – Medios pagados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56616" y="1709928"/>
          <a:ext cx="5623560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3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endParaRPr/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FY'22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FY'23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FY'24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FY'22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FY'23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FY'24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Redes sociales Facebook Consider $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2,823,333.00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1,709,862.22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2,019,240.23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-39.44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18.09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Redes sociales Facebook Consider Impresiones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197,552,610.00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148,115,678.00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128,860,025.00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-25.02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-13.00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99632" y="1709928"/>
          <a:ext cx="5623560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3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endParaRPr/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FY'22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FY'23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FY'24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FY'22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FY'23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FY'24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Redes sociales Facebook Encounter $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5,668,591.69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3,256,350.51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7,400,353.12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-42.55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127.26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Redes sociales Facebook Encounter Impresiones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750,888,581.00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183,863,181.00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218,368,473.00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-75.51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18.77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Actividad y spend por medio – Medios pagados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56616" y="1709928"/>
          <a:ext cx="5623560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3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endParaRPr/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FY'22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FY'23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FY'24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FY'22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FY'23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FY'24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Redes sociales Facebook Purchase $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1,256,667.00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539,981.11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1,108,251.61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-57.03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105.24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Redes sociales Facebook Purchase Impresiones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88,922,406.00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75,941,806.98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81,263,724.00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-14.60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7.01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99632" y="1709928"/>
          <a:ext cx="5623560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3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endParaRPr/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FY'22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FY'23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FY'24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FY'22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FY'23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FY'24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Redes sociales Facebook Repurchase $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1,431,647.47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1,052,228.94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-26.50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-100.00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Redes sociales Facebook Repurchase Impresiones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65,633,236.00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99,645,483.02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51.82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-100.00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Actividad y spend por medio – Medios pagados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56616" y="1709928"/>
          <a:ext cx="5623560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3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endParaRPr/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FY'22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FY'23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FY'24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FY'22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FY'23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FY'24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Web PMAX $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1,350,717.30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inf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Web PMAX Impresiones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60,905,947.00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inf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99632" y="1709928"/>
          <a:ext cx="5623560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3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endParaRPr/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FY'22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FY'23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FY'24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FY'22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FY'23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FY'24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Medios tradicionales Radio $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900,000.11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inf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Medios tradicionales Radio Impresiones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47.00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inf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Actividad y spend por medio – Medios pagados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56616" y="1709928"/>
          <a:ext cx="5623560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3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endParaRPr/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FY'22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FY'23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FY'24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FY'22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FY'23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FY'24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Search Google $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498,007.58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514,264.75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3.26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-100.00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Search Google Impresiones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674,701.00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525,664.00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-22.09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-100.00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99632" y="1709928"/>
          <a:ext cx="5623560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3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endParaRPr/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FY'22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FY'23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FY'24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FY'22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FY'23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FY'24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Streaming Spotify $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935,999.66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inf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Streaming Spotify Impresiones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4,442,776.00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inf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Actividad y spend por medio – Medios pagados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56616" y="1709928"/>
          <a:ext cx="5623560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3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endParaRPr/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FY'22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FY'23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FY'24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FY'22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FY'23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FY'24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Web Teads $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709,455.51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730,097.11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2.91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-100.00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Web Teads Impresiones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12,673,872.00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11,729,551.00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-7.45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-100.00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99632" y="1709928"/>
          <a:ext cx="5623560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3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endParaRPr/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FY'22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FY'23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FY'24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FY'22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FY'23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FY'24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Redes sociales Tik Tok $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926,622.47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2,792,849.81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inf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201.40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Redes sociales Tik Tok Impresiones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68,134,005.15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224,919,216.47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inf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230.11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Actividad y spend por medio – Medios pagados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56616" y="1709928"/>
          <a:ext cx="562356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3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endParaRPr/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FY'22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FY'23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FY'24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FY'22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FY'23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FY'24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rPr dirty="0"/>
                        <a:t>Streaming </a:t>
                      </a:r>
                      <a:r>
                        <a:rPr dirty="0" err="1"/>
                        <a:t>Youtube</a:t>
                      </a:r>
                      <a:r>
                        <a:rPr dirty="0"/>
                        <a:t> $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7,535,905.89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4,643,389.17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2,101,624.40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-38.38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-54.74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rPr dirty="0"/>
                        <a:t>Streaming </a:t>
                      </a:r>
                      <a:r>
                        <a:rPr dirty="0" err="1"/>
                        <a:t>Youtube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Impresiones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337,861,046.00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332,948,010.00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64,680,450.00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-1.45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dirty="0"/>
                        <a:t>-80.57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99632" y="1709928"/>
          <a:ext cx="562356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3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endParaRPr/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FY'22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FY'23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FY'24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FY'22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FY'23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FY'24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rPr dirty="0"/>
                        <a:t>TV Open TV $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23,927,160.23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16,869,483.97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21,524,325.73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-29.50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27.59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TV Open TV Frecuencia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16.84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40.96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inf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143.23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rPr dirty="0"/>
                        <a:t>TV Open TV Reach 1+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94.00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258.00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inf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174.47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rPr dirty="0"/>
                        <a:t>TV Open TV Reach 3+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60.00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156.00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inf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160.00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rPr dirty="0"/>
                        <a:t>TV Open TV TRPs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1,503.22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933.57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568.20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-37.90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rPr dirty="0"/>
                        <a:t>-39.14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Actividad y spend por medio – Medios pagados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56616" y="1709928"/>
          <a:ext cx="5623560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3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endParaRPr/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FY'22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FY'23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FY'24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FY'22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FY'23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FY'24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TV Pay TV $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1,995,282.53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1,323,249.44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995,962.86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-33.68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-24.73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TV Pay TV TRPs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1,199.00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795.00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598.00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-33.69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-24.78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99632" y="1709928"/>
          <a:ext cx="5623560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33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3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endParaRPr/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FY'22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FY'23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FY'24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FY'22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FY'23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latin typeface="Arial"/>
                        </a:defRPr>
                      </a:pPr>
                      <a:r>
                        <a:t>FY'24 change</a:t>
                      </a:r>
                    </a:p>
                  </a:txBody>
                  <a:tcPr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Medios tradicionales OOH $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226,836.00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7,969,952.00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13,236,552.00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3,413.53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66.08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defRPr sz="900" b="0">
                          <a:latin typeface="Arial"/>
                        </a:defRPr>
                      </a:pPr>
                      <a:r>
                        <a:t>Medios tradicionales OOH Materiales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491.00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latin typeface="Arial"/>
                        </a:defRPr>
                      </a:pPr>
                      <a:r>
                        <a:t>inf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CKSLIDES" val="6.1"/>
  <p:tag name="VERSIONID" val="711"/>
  <p:tag name="EXCLUDEHIDDENSLIDES" val="False"/>
  <p:tag name="NUMBEROFPAGES" val="5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HEADER"/>
  <p:tag name="LOGO_POSITION" val="HEADER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HEADER"/>
  <p:tag name="LOGO_POSITION" val="HEAD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HEADER"/>
  <p:tag name="LOGO_POSITION" val="HEAD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HEADER"/>
  <p:tag name="LOGO_POSITION" val="HEAD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HEADER"/>
  <p:tag name="LOGO_POSITION" val="HEAD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heme/theme1.xml><?xml version="1.0" encoding="utf-8"?>
<a:theme xmlns:a="http://schemas.openxmlformats.org/drawingml/2006/main" name="Kantar template master">
  <a:themeElements>
    <a:clrScheme name="Kantar 2025">
      <a:dk1>
        <a:srgbClr val="333333"/>
      </a:dk1>
      <a:lt1>
        <a:srgbClr val="FFFFFF"/>
      </a:lt1>
      <a:dk2>
        <a:srgbClr val="0060FF"/>
      </a:dk2>
      <a:lt2>
        <a:srgbClr val="802AB7"/>
      </a:lt2>
      <a:accent1>
        <a:srgbClr val="AEAE9F"/>
      </a:accent1>
      <a:accent2>
        <a:srgbClr val="00E5BA"/>
      </a:accent2>
      <a:accent3>
        <a:srgbClr val="00B600"/>
      </a:accent3>
      <a:accent4>
        <a:srgbClr val="FEDB00"/>
      </a:accent4>
      <a:accent5>
        <a:srgbClr val="FF5000"/>
      </a:accent5>
      <a:accent6>
        <a:srgbClr val="FA0028"/>
      </a:accent6>
      <a:hlink>
        <a:srgbClr val="0060FF"/>
      </a:hlink>
      <a:folHlink>
        <a:srgbClr val="802AB7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</a:spDef>
    <a:lnDef>
      <a:spPr>
        <a:ln w="127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ignificance red">
      <a:srgbClr val="E10000"/>
    </a:custClr>
    <a:custClr name="Significance red light">
      <a:srgbClr val="ED6666"/>
    </a:custClr>
    <a:custClr name="Significance green">
      <a:srgbClr val="00D200"/>
    </a:custClr>
    <a:custClr name="Significance green light">
      <a:srgbClr val="66E466"/>
    </a:custClr>
    <a:custClr name="Custom light blue">
      <a:srgbClr val="00B6FF"/>
    </a:custClr>
    <a:custClr name="Custom light green">
      <a:srgbClr val="9EE900"/>
    </a:custClr>
    <a:custClr name="Custom magenta">
      <a:srgbClr val="C700D3"/>
    </a:custClr>
  </a:custClrLst>
  <a:extLst>
    <a:ext uri="{05A4C25C-085E-4340-85A3-A5531E510DB2}">
      <thm15:themeFamily xmlns:thm15="http://schemas.microsoft.com/office/thememl/2012/main" name="Kantar presentation template 16x9 - Apr 2025 - v3.potx" id="{E36A5CE0-18A5-4FDD-9849-2DF1B84D6338}" vid="{BC0331D9-4ED1-4E60-A881-2079B90605DC}"/>
    </a:ext>
  </a:extLst>
</a:theme>
</file>

<file path=ppt/theme/theme2.xml><?xml version="1.0" encoding="utf-8"?>
<a:theme xmlns:a="http://schemas.openxmlformats.org/drawingml/2006/main" name="Content slides - no sub heading">
  <a:themeElements>
    <a:clrScheme name="Kantar colour theme">
      <a:dk1>
        <a:srgbClr val="333333"/>
      </a:dk1>
      <a:lt1>
        <a:srgbClr val="FFFFFF"/>
      </a:lt1>
      <a:dk2>
        <a:srgbClr val="0060FF"/>
      </a:dk2>
      <a:lt2>
        <a:srgbClr val="802AB7"/>
      </a:lt2>
      <a:accent1>
        <a:srgbClr val="AEAE9F"/>
      </a:accent1>
      <a:accent2>
        <a:srgbClr val="00E5BA"/>
      </a:accent2>
      <a:accent3>
        <a:srgbClr val="00B600"/>
      </a:accent3>
      <a:accent4>
        <a:srgbClr val="FEDB00"/>
      </a:accent4>
      <a:accent5>
        <a:srgbClr val="FF5000"/>
      </a:accent5>
      <a:accent6>
        <a:srgbClr val="FA0028"/>
      </a:accent6>
      <a:hlink>
        <a:srgbClr val="0060FF"/>
      </a:hlink>
      <a:folHlink>
        <a:srgbClr val="802AB7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ltGray">
        <a:solidFill>
          <a:schemeClr val="accent1"/>
        </a:solidFill>
        <a:ln w="12700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defRPr sz="1600" b="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ignificance red">
      <a:srgbClr val="E10000"/>
    </a:custClr>
    <a:custClr name="Significance red light">
      <a:srgbClr val="ED6666"/>
    </a:custClr>
    <a:custClr name="Significance green">
      <a:srgbClr val="00D200"/>
    </a:custClr>
    <a:custClr name="Significance green light">
      <a:srgbClr val="66E466"/>
    </a:custClr>
    <a:custClr name="Custom light blue">
      <a:srgbClr val="00B6FF"/>
    </a:custClr>
    <a:custClr name="Custom light green">
      <a:srgbClr val="9EE900"/>
    </a:custClr>
    <a:custClr name="Custom magenta">
      <a:srgbClr val="C700D3"/>
    </a:custClr>
  </a:custClrLst>
  <a:extLst>
    <a:ext uri="{05A4C25C-085E-4340-85A3-A5531E510DB2}">
      <thm15:themeFamily xmlns:thm15="http://schemas.microsoft.com/office/thememl/2012/main" name="Kantar presentation template 16x9 - Apr 2025 - v3.potx" id="{E36A5CE0-18A5-4FDD-9849-2DF1B84D6338}" vid="{555BAB35-7E9D-43DE-9C7D-54AE4C2B3553}"/>
    </a:ext>
  </a:extLst>
</a:theme>
</file>

<file path=ppt/theme/theme3.xml><?xml version="1.0" encoding="utf-8"?>
<a:theme xmlns:a="http://schemas.openxmlformats.org/drawingml/2006/main" name="Technical">
  <a:themeElements>
    <a:clrScheme name="Kantar colour theme">
      <a:dk1>
        <a:srgbClr val="333333"/>
      </a:dk1>
      <a:lt1>
        <a:srgbClr val="FFFFFF"/>
      </a:lt1>
      <a:dk2>
        <a:srgbClr val="0060FF"/>
      </a:dk2>
      <a:lt2>
        <a:srgbClr val="802AB7"/>
      </a:lt2>
      <a:accent1>
        <a:srgbClr val="AEAE9F"/>
      </a:accent1>
      <a:accent2>
        <a:srgbClr val="00E5BA"/>
      </a:accent2>
      <a:accent3>
        <a:srgbClr val="00B600"/>
      </a:accent3>
      <a:accent4>
        <a:srgbClr val="FEDB00"/>
      </a:accent4>
      <a:accent5>
        <a:srgbClr val="FF5000"/>
      </a:accent5>
      <a:accent6>
        <a:srgbClr val="FA0028"/>
      </a:accent6>
      <a:hlink>
        <a:srgbClr val="0060FF"/>
      </a:hlink>
      <a:folHlink>
        <a:srgbClr val="802AB7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ltGray">
        <a:solidFill>
          <a:schemeClr val="accent1"/>
        </a:solidFill>
        <a:ln w="12700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defRPr sz="1600" b="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ignificance red">
      <a:srgbClr val="E10000"/>
    </a:custClr>
    <a:custClr name="Significance red light">
      <a:srgbClr val="ED6666"/>
    </a:custClr>
    <a:custClr name="Significance green">
      <a:srgbClr val="00D200"/>
    </a:custClr>
    <a:custClr name="Significance green light">
      <a:srgbClr val="66E466"/>
    </a:custClr>
    <a:custClr name="Custom light blue">
      <a:srgbClr val="00B6FF"/>
    </a:custClr>
    <a:custClr name="Custom light green">
      <a:srgbClr val="9EE900"/>
    </a:custClr>
    <a:custClr name="Custom magenta">
      <a:srgbClr val="C700D3"/>
    </a:custClr>
  </a:custClrLst>
  <a:extLst>
    <a:ext uri="{05A4C25C-085E-4340-85A3-A5531E510DB2}">
      <thm15:themeFamily xmlns:thm15="http://schemas.microsoft.com/office/thememl/2012/main" name="Kantar presentation template 16x9 - Apr 2025 - v3.potx" id="{E36A5CE0-18A5-4FDD-9849-2DF1B84D6338}" vid="{8672DD06-9484-468C-AA0D-EB247F7DFFBE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Significance red">
      <a:srgbClr val="E10000"/>
    </a:custClr>
    <a:custClr name="Significance red light">
      <a:srgbClr val="ED6666"/>
    </a:custClr>
    <a:custClr name="Significance green">
      <a:srgbClr val="00D200"/>
    </a:custClr>
    <a:custClr name="Significance green light">
      <a:srgbClr val="66E466"/>
    </a:custClr>
    <a:custClr name="Custom light blue">
      <a:srgbClr val="00B6FF"/>
    </a:custClr>
    <a:custClr name="Custom light green">
      <a:srgbClr val="9EE900"/>
    </a:custClr>
    <a:custClr name="Custom magenta">
      <a:srgbClr val="C700D3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Significance red">
      <a:srgbClr val="E10000"/>
    </a:custClr>
    <a:custClr name="Significance red light">
      <a:srgbClr val="ED6666"/>
    </a:custClr>
    <a:custClr name="Significance green">
      <a:srgbClr val="00D200"/>
    </a:custClr>
    <a:custClr name="Significance green light">
      <a:srgbClr val="66E466"/>
    </a:custClr>
    <a:custClr name="Custom light blue">
      <a:srgbClr val="00B6FF"/>
    </a:custClr>
    <a:custClr name="Custom light green">
      <a:srgbClr val="9EE900"/>
    </a:custClr>
    <a:custClr name="Custom magenta">
      <a:srgbClr val="C700D3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041b3ba-1188-45b5-a271-dfb9a9a8da58">
      <Terms xmlns="http://schemas.microsoft.com/office/infopath/2007/PartnerControls"/>
    </lcf76f155ced4ddcb4097134ff3c332f>
    <TaxCatchAll xmlns="35f0cdc8-4de3-4117-a0d7-8fd86872aa5a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5B2EB65F0D434998DAF77486C1C599" ma:contentTypeVersion="17" ma:contentTypeDescription="Create a new document." ma:contentTypeScope="" ma:versionID="3c8d67e1dd6cd218e736507e601e000a">
  <xsd:schema xmlns:xsd="http://www.w3.org/2001/XMLSchema" xmlns:xs="http://www.w3.org/2001/XMLSchema" xmlns:p="http://schemas.microsoft.com/office/2006/metadata/properties" xmlns:ns1="http://schemas.microsoft.com/sharepoint/v3" xmlns:ns2="6041b3ba-1188-45b5-a271-dfb9a9a8da58" xmlns:ns3="35f0cdc8-4de3-4117-a0d7-8fd86872aa5a" targetNamespace="http://schemas.microsoft.com/office/2006/metadata/properties" ma:root="true" ma:fieldsID="824c48bdaea88d6a16c16658edfce594" ns1:_="" ns2:_="" ns3:_="">
    <xsd:import namespace="http://schemas.microsoft.com/sharepoint/v3"/>
    <xsd:import namespace="6041b3ba-1188-45b5-a271-dfb9a9a8da58"/>
    <xsd:import namespace="35f0cdc8-4de3-4117-a0d7-8fd86872aa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1:_ip_UnifiedCompliancePolicyProperties" minOccurs="0"/>
                <xsd:element ref="ns1:_ip_UnifiedCompliancePolicyUIAc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41b3ba-1188-45b5-a271-dfb9a9a8da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335d02d2-2acc-434b-b7bb-812ff22cbf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f0cdc8-4de3-4117-a0d7-8fd86872aa5a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b57090b0-e3f9-4d26-aa0e-b17d9a152435}" ma:internalName="TaxCatchAll" ma:showField="CatchAllData" ma:web="35f0cdc8-4de3-4117-a0d7-8fd86872aa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C375B81-FBF5-4924-A5E0-F0376D8E7D5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2193883-9DEF-4394-A746-8B0504B231C0}">
  <ds:schemaRefs>
    <ds:schemaRef ds:uri="http://schemas.microsoft.com/office/2006/documentManagement/types"/>
    <ds:schemaRef ds:uri="http://www.w3.org/XML/1998/namespace"/>
    <ds:schemaRef ds:uri="77798f55-a83f-4680-b3b0-c27aeffd2bb7"/>
    <ds:schemaRef ds:uri="http://purl.org/dc/dcmitype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4b264726-908b-4d2c-b22b-6b55214f6ef7"/>
    <ds:schemaRef ds:uri="http://schemas.microsoft.com/office/2006/metadata/properties"/>
    <ds:schemaRef ds:uri="http://purl.org/dc/elements/1.1/"/>
    <ds:schemaRef ds:uri="6041b3ba-1188-45b5-a271-dfb9a9a8da58"/>
    <ds:schemaRef ds:uri="35f0cdc8-4de3-4117-a0d7-8fd86872aa5a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8FA993C8-7F11-47AA-8F7F-21F8F328A9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041b3ba-1188-45b5-a271-dfb9a9a8da58"/>
    <ds:schemaRef ds:uri="35f0cdc8-4de3-4117-a0d7-8fd86872aa5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3741da7a-79c1-417c-b408-16c0bfe99fca}" enabled="1" method="Standard" siteId="{1e355c04-e0a4-42ed-8e2d-7351591f0ef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149</TotalTime>
  <Words>2896</Words>
  <Application>Microsoft Office PowerPoint</Application>
  <PresentationFormat>Widescreen</PresentationFormat>
  <Paragraphs>1511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57</vt:i4>
      </vt:variant>
    </vt:vector>
  </HeadingPairs>
  <TitlesOfParts>
    <vt:vector size="62" baseType="lpstr">
      <vt:lpstr>Arial</vt:lpstr>
      <vt:lpstr>Calibri</vt:lpstr>
      <vt:lpstr>Kantar template master</vt:lpstr>
      <vt:lpstr>Content slides - no sub heading</vt:lpstr>
      <vt:lpstr>Technical</vt:lpstr>
      <vt:lpstr>Identificando eficiencias de Inversión en Marketing</vt:lpstr>
      <vt:lpstr>Agenda</vt:lpstr>
      <vt:lpstr>PowerPoint Presentation</vt:lpstr>
      <vt:lpstr>Objetivo</vt:lpstr>
      <vt:lpstr>Al final, contaremos con los siguientes resultados: </vt:lpstr>
      <vt:lpstr>Tiempos</vt:lpstr>
      <vt:lpstr>Ficha técnica del modelo (1/2) </vt:lpstr>
      <vt:lpstr>Ficha técnica del modelo (2/2)</vt:lpstr>
      <vt:lpstr>PowerPoint Presentation</vt:lpstr>
      <vt:lpstr>Ventas de la categoría – $</vt:lpstr>
      <vt:lpstr>Ventas de la categoría – L</vt:lpstr>
      <vt:lpstr>Ventas de la categoría</vt:lpstr>
      <vt:lpstr>Ventas de la marca</vt:lpstr>
      <vt:lpstr>Ventas en volumen (miles L)</vt:lpstr>
      <vt:lpstr>Ventas en ingreso (millones MXN)</vt:lpstr>
      <vt:lpstr>PowerPoint Presentation</vt:lpstr>
      <vt:lpstr>Distribución</vt:lpstr>
      <vt:lpstr>Precio de la marca y serie de descuento ##AJUSTAR ESCALA DEL GRAFICO##</vt:lpstr>
      <vt:lpstr>Precio</vt:lpstr>
      <vt:lpstr>Macroeconómicos – INPC Alimentos y bebidas Mensual</vt:lpstr>
      <vt:lpstr>PowerPoint Presentation</vt:lpstr>
      <vt:lpstr>Inversión en medios pagados</vt:lpstr>
      <vt:lpstr>Inversion en medios vs ventas en volumen</vt:lpstr>
      <vt:lpstr>Inversion en medios vs ventas en volumen ### GRAFICO DE VENTAS ENCIMA: PIMPEAR ###</vt:lpstr>
      <vt:lpstr>Inversion en medios</vt:lpstr>
      <vt:lpstr>Actividad en medios pagados – Web</vt:lpstr>
      <vt:lpstr>Actividad en medios pagados – Web</vt:lpstr>
      <vt:lpstr>Actividad en medios pagados – Web</vt:lpstr>
      <vt:lpstr>Actividad en medios pagados – E-commerce</vt:lpstr>
      <vt:lpstr>Actividad en medios pagados – Streaming</vt:lpstr>
      <vt:lpstr>Actividad en medios pagados – TV</vt:lpstr>
      <vt:lpstr>Actividad en medios pagados – TV</vt:lpstr>
      <vt:lpstr>Actividad en medios pagados – TV</vt:lpstr>
      <vt:lpstr>Actividad en medios pagados – Medios tradicionales</vt:lpstr>
      <vt:lpstr>Actividad en medios pagados – Medios tradicionales</vt:lpstr>
      <vt:lpstr>Actividad en medios pagados – Redes sociales</vt:lpstr>
      <vt:lpstr>Actividad en medios pagados – Redes sociales</vt:lpstr>
      <vt:lpstr>Actividad en medios pagados – Search</vt:lpstr>
      <vt:lpstr>Actividad en medios organicos – Medios orgánicos</vt:lpstr>
      <vt:lpstr>Actividad en medios organicos – Medios orgánicos</vt:lpstr>
      <vt:lpstr>Actividad en medios organicos – Medios orgánicos</vt:lpstr>
      <vt:lpstr>Costo por actividad</vt:lpstr>
      <vt:lpstr>PowerPoint Presentation</vt:lpstr>
      <vt:lpstr>Actividad y spend por medio – Medios pagados</vt:lpstr>
      <vt:lpstr>Actividad y spend por medio – Medios pagados</vt:lpstr>
      <vt:lpstr>Actividad y spend por medio – Medios pagados</vt:lpstr>
      <vt:lpstr>Actividad y spend por medio – Medios pagados</vt:lpstr>
      <vt:lpstr>Actividad y spend por medio – Medios pagados</vt:lpstr>
      <vt:lpstr>Actividad y spend por medio – Medios pagados</vt:lpstr>
      <vt:lpstr>Actividad y spend por medio – Medios pagados</vt:lpstr>
      <vt:lpstr>Actividad y spend por medio – Medios pagados</vt:lpstr>
      <vt:lpstr>Actividad y spend por medio – Medios pagados</vt:lpstr>
      <vt:lpstr>Actividad y spend por medio – Medios pagados</vt:lpstr>
      <vt:lpstr>Actividad y spend por medio – Medios pagados</vt:lpstr>
      <vt:lpstr>Actividad y spend por medio – Medios pagados</vt:lpstr>
      <vt:lpstr>Actividad y spend por medio – Medios pagados</vt:lpstr>
      <vt:lpstr>Actividad y spend por medio – Medios pagados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Sub-heading</dc:subject>
  <dc:creator>Fernando Monrroy</dc:creator>
  <cp:keywords>Project reference</cp:keywords>
  <dc:description>Date</dc:description>
  <cp:lastModifiedBy>Fernando Monrroy</cp:lastModifiedBy>
  <cp:revision>1</cp:revision>
  <cp:lastPrinted>2017-03-24T13:40:26Z</cp:lastPrinted>
  <dcterms:created xsi:type="dcterms:W3CDTF">2025-07-21T19:48:34Z</dcterms:created>
  <dcterms:modified xsi:type="dcterms:W3CDTF">2026-05-13T23:52:42Z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0x0101009A5B2EB65F0D434998DAF77486C1C599</vt:lpwstr>
  </property>
  <property fmtid="{D5CDD505-2E9C-101B-9397-08002B2CF9AE}" pid="3" name="MSIP_Label_3741da7a-79c1-417c-b408-16c0bfe99fca_Enabled">
    <vt:lpwstr>true</vt:lpwstr>
  </property>
  <property fmtid="{D5CDD505-2E9C-101B-9397-08002B2CF9AE}" pid="4" name="MSIP_Label_3741da7a-79c1-417c-b408-16c0bfe99fca_SetDate">
    <vt:lpwstr>2023-06-01T08:02:15Z</vt:lpwstr>
  </property>
  <property fmtid="{D5CDD505-2E9C-101B-9397-08002B2CF9AE}" pid="5" name="MSIP_Label_3741da7a-79c1-417c-b408-16c0bfe99fca_Method">
    <vt:lpwstr>Standard</vt:lpwstr>
  </property>
  <property fmtid="{D5CDD505-2E9C-101B-9397-08002B2CF9AE}" pid="6" name="MSIP_Label_3741da7a-79c1-417c-b408-16c0bfe99fca_Name">
    <vt:lpwstr>Internal Only - Amber</vt:lpwstr>
  </property>
  <property fmtid="{D5CDD505-2E9C-101B-9397-08002B2CF9AE}" pid="7" name="MSIP_Label_3741da7a-79c1-417c-b408-16c0bfe99fca_SiteId">
    <vt:lpwstr>1e355c04-e0a4-42ed-8e2d-7351591f0ef1</vt:lpwstr>
  </property>
  <property fmtid="{D5CDD505-2E9C-101B-9397-08002B2CF9AE}" pid="8" name="MSIP_Label_3741da7a-79c1-417c-b408-16c0bfe99fca_ActionId">
    <vt:lpwstr>120dd1a1-0079-431a-af79-6bc5509a19aa</vt:lpwstr>
  </property>
  <property fmtid="{D5CDD505-2E9C-101B-9397-08002B2CF9AE}" pid="9" name="MSIP_Label_3741da7a-79c1-417c-b408-16c0bfe99fca_ContentBits">
    <vt:lpwstr>0</vt:lpwstr>
  </property>
  <property fmtid="{D5CDD505-2E9C-101B-9397-08002B2CF9AE}" pid="10" name="MediaServiceImageTags">
    <vt:lpwstr/>
  </property>
</Properties>
</file>